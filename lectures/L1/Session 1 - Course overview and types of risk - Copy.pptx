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7" r:id="rId1"/>
  </p:sldMasterIdLst>
  <p:notesMasterIdLst>
    <p:notesMasterId r:id="rId35"/>
  </p:notesMasterIdLst>
  <p:sldIdLst>
    <p:sldId id="256" r:id="rId2"/>
    <p:sldId id="330" r:id="rId3"/>
    <p:sldId id="331" r:id="rId4"/>
    <p:sldId id="340" r:id="rId5"/>
    <p:sldId id="258" r:id="rId6"/>
    <p:sldId id="341" r:id="rId7"/>
    <p:sldId id="342" r:id="rId8"/>
    <p:sldId id="343" r:id="rId9"/>
    <p:sldId id="332" r:id="rId10"/>
    <p:sldId id="338" r:id="rId11"/>
    <p:sldId id="339" r:id="rId12"/>
    <p:sldId id="344" r:id="rId13"/>
    <p:sldId id="345" r:id="rId14"/>
    <p:sldId id="346" r:id="rId15"/>
    <p:sldId id="269" r:id="rId16"/>
    <p:sldId id="274" r:id="rId17"/>
    <p:sldId id="277" r:id="rId18"/>
    <p:sldId id="278" r:id="rId19"/>
    <p:sldId id="347" r:id="rId20"/>
    <p:sldId id="348" r:id="rId21"/>
    <p:sldId id="280" r:id="rId22"/>
    <p:sldId id="281" r:id="rId23"/>
    <p:sldId id="282" r:id="rId24"/>
    <p:sldId id="354" r:id="rId25"/>
    <p:sldId id="355" r:id="rId26"/>
    <p:sldId id="271" r:id="rId27"/>
    <p:sldId id="272" r:id="rId28"/>
    <p:sldId id="273" r:id="rId29"/>
    <p:sldId id="349" r:id="rId30"/>
    <p:sldId id="350" r:id="rId31"/>
    <p:sldId id="351" r:id="rId32"/>
    <p:sldId id="352" r:id="rId33"/>
    <p:sldId id="35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51BB16-8ABB-EB4B-8F74-B892308BAEC8}" v="93" dt="2026-07-06T06:17:10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73043"/>
  </p:normalViewPr>
  <p:slideViewPr>
    <p:cSldViewPr>
      <p:cViewPr varScale="1">
        <p:scale>
          <a:sx n="64" d="100"/>
          <a:sy n="64" d="100"/>
        </p:scale>
        <p:origin x="200" y="6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y Zabolotnyuk" userId="5293f801-6ede-4669-8a17-9af1adeb069e" providerId="ADAL" clId="{9C72D551-62FB-5E3D-901C-9F32929520A9}"/>
    <pc:docChg chg="undo redo custSel addSld delSld modSld sldOrd modMainMaster">
      <pc:chgData name="Yuriy Zabolotnyuk" userId="5293f801-6ede-4669-8a17-9af1adeb069e" providerId="ADAL" clId="{9C72D551-62FB-5E3D-901C-9F32929520A9}" dt="2026-07-06T06:17:10.243" v="1692"/>
      <pc:docMkLst>
        <pc:docMk/>
      </pc:docMkLst>
      <pc:sldChg chg="addSp delSp modSp mod">
        <pc:chgData name="Yuriy Zabolotnyuk" userId="5293f801-6ede-4669-8a17-9af1adeb069e" providerId="ADAL" clId="{9C72D551-62FB-5E3D-901C-9F32929520A9}" dt="2026-07-05T17:33:01.698" v="1631" actId="20577"/>
        <pc:sldMkLst>
          <pc:docMk/>
          <pc:sldMk cId="0" sldId="256"/>
        </pc:sldMkLst>
        <pc:spChg chg="mod">
          <ac:chgData name="Yuriy Zabolotnyuk" userId="5293f801-6ede-4669-8a17-9af1adeb069e" providerId="ADAL" clId="{9C72D551-62FB-5E3D-901C-9F32929520A9}" dt="2026-07-05T17:33:01.698" v="1631" actId="20577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Yuriy Zabolotnyuk" userId="5293f801-6ede-4669-8a17-9af1adeb069e" providerId="ADAL" clId="{9C72D551-62FB-5E3D-901C-9F32929520A9}" dt="2026-07-05T09:48:41.684" v="57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Yuriy Zabolotnyuk" userId="5293f801-6ede-4669-8a17-9af1adeb069e" providerId="ADAL" clId="{9C72D551-62FB-5E3D-901C-9F32929520A9}" dt="2026-07-05T09:49:39.461" v="80" actId="478"/>
          <ac:spMkLst>
            <pc:docMk/>
            <pc:sldMk cId="0" sldId="256"/>
            <ac:spMk id="7" creationId="{67226902-ED5C-C06C-3FBD-5B2491559B3E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57"/>
        </pc:sldMkLst>
      </pc:sldChg>
      <pc:sldChg chg="add del">
        <pc:chgData name="Yuriy Zabolotnyuk" userId="5293f801-6ede-4669-8a17-9af1adeb069e" providerId="ADAL" clId="{9C72D551-62FB-5E3D-901C-9F32929520A9}" dt="2026-07-05T10:07:52.460" v="285" actId="2696"/>
        <pc:sldMkLst>
          <pc:docMk/>
          <pc:sldMk cId="921699119" sldId="257"/>
        </pc:sldMkLst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58"/>
        </pc:sldMkLst>
      </pc:sldChg>
      <pc:sldChg chg="addSp delSp modSp add mod ord setBg modNotes">
        <pc:chgData name="Yuriy Zabolotnyuk" userId="5293f801-6ede-4669-8a17-9af1adeb069e" providerId="ADAL" clId="{9C72D551-62FB-5E3D-901C-9F32929520A9}" dt="2026-07-05T10:38:28.298" v="683" actId="14734"/>
        <pc:sldMkLst>
          <pc:docMk/>
          <pc:sldMk cId="2875556238" sldId="258"/>
        </pc:sldMkLst>
        <pc:spChg chg="mod">
          <ac:chgData name="Yuriy Zabolotnyuk" userId="5293f801-6ede-4669-8a17-9af1adeb069e" providerId="ADAL" clId="{9C72D551-62FB-5E3D-901C-9F32929520A9}" dt="2026-07-05T10:31:31.986" v="577" actId="26606"/>
          <ac:spMkLst>
            <pc:docMk/>
            <pc:sldMk cId="2875556238" sldId="258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8:22.248" v="682" actId="14100"/>
          <ac:spMkLst>
            <pc:docMk/>
            <pc:sldMk cId="2875556238" sldId="258"/>
            <ac:spMk id="3" creationId="{00000000-0000-0000-0000-000000000000}"/>
          </ac:spMkLst>
        </pc:spChg>
        <pc:spChg chg="add del">
          <ac:chgData name="Yuriy Zabolotnyuk" userId="5293f801-6ede-4669-8a17-9af1adeb069e" providerId="ADAL" clId="{9C72D551-62FB-5E3D-901C-9F32929520A9}" dt="2026-07-05T10:31:31.986" v="577" actId="26606"/>
          <ac:spMkLst>
            <pc:docMk/>
            <pc:sldMk cId="2875556238" sldId="258"/>
            <ac:spMk id="12" creationId="{2550BE34-C2B8-49B8-8519-67A8CAD51AE9}"/>
          </ac:spMkLst>
        </pc:spChg>
        <pc:spChg chg="add del">
          <ac:chgData name="Yuriy Zabolotnyuk" userId="5293f801-6ede-4669-8a17-9af1adeb069e" providerId="ADAL" clId="{9C72D551-62FB-5E3D-901C-9F32929520A9}" dt="2026-07-05T10:31:31.986" v="577" actId="26606"/>
          <ac:spMkLst>
            <pc:docMk/>
            <pc:sldMk cId="2875556238" sldId="258"/>
            <ac:spMk id="14" creationId="{A7457DD9-5A45-400A-AB4B-4B4EDECA25F1}"/>
          </ac:spMkLst>
        </pc:spChg>
        <pc:spChg chg="add del">
          <ac:chgData name="Yuriy Zabolotnyuk" userId="5293f801-6ede-4669-8a17-9af1adeb069e" providerId="ADAL" clId="{9C72D551-62FB-5E3D-901C-9F32929520A9}" dt="2026-07-05T10:31:31.986" v="577" actId="26606"/>
          <ac:spMkLst>
            <pc:docMk/>
            <pc:sldMk cId="2875556238" sldId="258"/>
            <ac:spMk id="16" creationId="{441CF7D6-A660-431A-B0BB-140A0D5556B6}"/>
          </ac:spMkLst>
        </pc:spChg>
        <pc:spChg chg="add del">
          <ac:chgData name="Yuriy Zabolotnyuk" userId="5293f801-6ede-4669-8a17-9af1adeb069e" providerId="ADAL" clId="{9C72D551-62FB-5E3D-901C-9F32929520A9}" dt="2026-07-05T10:31:31.986" v="577" actId="26606"/>
          <ac:spMkLst>
            <pc:docMk/>
            <pc:sldMk cId="2875556238" sldId="258"/>
            <ac:spMk id="18" creationId="{0570A85B-3810-4F95-97B0-CBF4CCDB381C}"/>
          </ac:spMkLst>
        </pc:spChg>
        <pc:graphicFrameChg chg="del">
          <ac:chgData name="Yuriy Zabolotnyuk" userId="5293f801-6ede-4669-8a17-9af1adeb069e" providerId="ADAL" clId="{9C72D551-62FB-5E3D-901C-9F32929520A9}" dt="2026-07-05T10:16:48.080" v="286" actId="478"/>
          <ac:graphicFrameMkLst>
            <pc:docMk/>
            <pc:sldMk cId="2875556238" sldId="258"/>
            <ac:graphicFrameMk id="4" creationId="{00000000-0000-0000-0000-000000000000}"/>
          </ac:graphicFrameMkLst>
        </pc:graphicFrameChg>
        <pc:graphicFrameChg chg="add del mod modGraphic">
          <ac:chgData name="Yuriy Zabolotnyuk" userId="5293f801-6ede-4669-8a17-9af1adeb069e" providerId="ADAL" clId="{9C72D551-62FB-5E3D-901C-9F32929520A9}" dt="2026-07-05T10:19:40.216" v="398" actId="478"/>
          <ac:graphicFrameMkLst>
            <pc:docMk/>
            <pc:sldMk cId="2875556238" sldId="258"/>
            <ac:graphicFrameMk id="5" creationId="{4E1EC125-0CC8-B15B-D9B5-2F4067A4DF9F}"/>
          </ac:graphicFrameMkLst>
        </pc:graphicFrameChg>
        <pc:graphicFrameChg chg="add del mod modGraphic">
          <ac:chgData name="Yuriy Zabolotnyuk" userId="5293f801-6ede-4669-8a17-9af1adeb069e" providerId="ADAL" clId="{9C72D551-62FB-5E3D-901C-9F32929520A9}" dt="2026-07-05T10:31:12.438" v="573" actId="478"/>
          <ac:graphicFrameMkLst>
            <pc:docMk/>
            <pc:sldMk cId="2875556238" sldId="258"/>
            <ac:graphicFrameMk id="6" creationId="{50835E29-BB54-4E06-0D39-275E75168547}"/>
          </ac:graphicFrameMkLst>
        </pc:graphicFrameChg>
        <pc:graphicFrameChg chg="add del mod modGraphic">
          <ac:chgData name="Yuriy Zabolotnyuk" userId="5293f801-6ede-4669-8a17-9af1adeb069e" providerId="ADAL" clId="{9C72D551-62FB-5E3D-901C-9F32929520A9}" dt="2026-07-05T10:33:05.169" v="644" actId="478"/>
          <ac:graphicFrameMkLst>
            <pc:docMk/>
            <pc:sldMk cId="2875556238" sldId="258"/>
            <ac:graphicFrameMk id="7" creationId="{0D02CB92-5A53-8445-9BC4-D4D3F75CDDDE}"/>
          </ac:graphicFrameMkLst>
        </pc:graphicFrameChg>
        <pc:graphicFrameChg chg="add mod modGraphic">
          <ac:chgData name="Yuriy Zabolotnyuk" userId="5293f801-6ede-4669-8a17-9af1adeb069e" providerId="ADAL" clId="{9C72D551-62FB-5E3D-901C-9F32929520A9}" dt="2026-07-05T10:38:28.298" v="683" actId="14734"/>
          <ac:graphicFrameMkLst>
            <pc:docMk/>
            <pc:sldMk cId="2875556238" sldId="258"/>
            <ac:graphicFrameMk id="8" creationId="{8942DD1E-58C2-77B0-7B88-E3F6C02BEB83}"/>
          </ac:graphicFrameMkLst>
        </pc:graphicFrameChg>
        <pc:picChg chg="add mod">
          <ac:chgData name="Yuriy Zabolotnyuk" userId="5293f801-6ede-4669-8a17-9af1adeb069e" providerId="ADAL" clId="{9C72D551-62FB-5E3D-901C-9F32929520A9}" dt="2026-07-05T10:38:09.381" v="680" actId="1076"/>
          <ac:picMkLst>
            <pc:docMk/>
            <pc:sldMk cId="2875556238" sldId="258"/>
            <ac:picMk id="9" creationId="{56436BBA-74E9-23E4-00DE-D859D28CD5BC}"/>
          </ac:picMkLst>
        </pc:pic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59"/>
        </pc:sldMkLst>
      </pc:sldChg>
      <pc:sldChg chg="modSp add del">
        <pc:chgData name="Yuriy Zabolotnyuk" userId="5293f801-6ede-4669-8a17-9af1adeb069e" providerId="ADAL" clId="{9C72D551-62FB-5E3D-901C-9F32929520A9}" dt="2026-07-05T10:20:55.885" v="516" actId="2696"/>
        <pc:sldMkLst>
          <pc:docMk/>
          <pc:sldMk cId="2189899357" sldId="259"/>
        </pc:sldMkLst>
        <pc:spChg chg="mod">
          <ac:chgData name="Yuriy Zabolotnyuk" userId="5293f801-6ede-4669-8a17-9af1adeb069e" providerId="ADAL" clId="{9C72D551-62FB-5E3D-901C-9F32929520A9}" dt="2026-07-05T10:17:52.772" v="343"/>
          <ac:spMkLst>
            <pc:docMk/>
            <pc:sldMk cId="2189899357" sldId="25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17:52.772" v="343"/>
          <ac:spMkLst>
            <pc:docMk/>
            <pc:sldMk cId="2189899357" sldId="259"/>
            <ac:spMk id="3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0"/>
        </pc:sldMkLst>
      </pc:sldChg>
      <pc:sldChg chg="modSp add del">
        <pc:chgData name="Yuriy Zabolotnyuk" userId="5293f801-6ede-4669-8a17-9af1adeb069e" providerId="ADAL" clId="{9C72D551-62FB-5E3D-901C-9F32929520A9}" dt="2026-07-05T10:35:26.491" v="675" actId="2696"/>
        <pc:sldMkLst>
          <pc:docMk/>
          <pc:sldMk cId="4222574154" sldId="260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4222574154" sldId="260"/>
            <ac:spMk id="2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1"/>
        </pc:sldMkLst>
      </pc:sldChg>
      <pc:sldChg chg="modSp add del">
        <pc:chgData name="Yuriy Zabolotnyuk" userId="5293f801-6ede-4669-8a17-9af1adeb069e" providerId="ADAL" clId="{9C72D551-62FB-5E3D-901C-9F32929520A9}" dt="2026-07-05T11:50:11.314" v="730" actId="2696"/>
        <pc:sldMkLst>
          <pc:docMk/>
          <pc:sldMk cId="3050452551" sldId="261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3050452551" sldId="261"/>
            <ac:spMk id="2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2"/>
        </pc:sldMkLst>
      </pc:sldChg>
      <pc:sldChg chg="modSp add del">
        <pc:chgData name="Yuriy Zabolotnyuk" userId="5293f801-6ede-4669-8a17-9af1adeb069e" providerId="ADAL" clId="{9C72D551-62FB-5E3D-901C-9F32929520A9}" dt="2026-07-05T11:51:04.078" v="744" actId="2696"/>
        <pc:sldMkLst>
          <pc:docMk/>
          <pc:sldMk cId="1810432596" sldId="262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1810432596" sldId="262"/>
            <ac:spMk id="2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3"/>
        </pc:sldMkLst>
      </pc:sldChg>
      <pc:sldChg chg="modSp add del mod">
        <pc:chgData name="Yuriy Zabolotnyuk" userId="5293f801-6ede-4669-8a17-9af1adeb069e" providerId="ADAL" clId="{9C72D551-62FB-5E3D-901C-9F32929520A9}" dt="2026-07-05T11:56:26.655" v="752" actId="2696"/>
        <pc:sldMkLst>
          <pc:docMk/>
          <pc:sldMk cId="2251336117" sldId="263"/>
        </pc:sldMkLst>
        <pc:spChg chg="mod">
          <ac:chgData name="Yuriy Zabolotnyuk" userId="5293f801-6ede-4669-8a17-9af1adeb069e" providerId="ADAL" clId="{9C72D551-62FB-5E3D-901C-9F32929520A9}" dt="2026-07-05T11:51:20.879" v="751" actId="20577"/>
          <ac:spMkLst>
            <pc:docMk/>
            <pc:sldMk cId="2251336117" sldId="26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2251336117" sldId="263"/>
            <ac:spMk id="3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4"/>
        </pc:sldMkLst>
      </pc:sldChg>
      <pc:sldChg chg="modSp add del">
        <pc:chgData name="Yuriy Zabolotnyuk" userId="5293f801-6ede-4669-8a17-9af1adeb069e" providerId="ADAL" clId="{9C72D551-62FB-5E3D-901C-9F32929520A9}" dt="2026-07-05T11:56:28.063" v="753" actId="2696"/>
        <pc:sldMkLst>
          <pc:docMk/>
          <pc:sldMk cId="1030511496" sldId="264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1030511496" sldId="264"/>
            <ac:spMk id="2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5"/>
        </pc:sldMkLst>
      </pc:sldChg>
      <pc:sldChg chg="modSp add del">
        <pc:chgData name="Yuriy Zabolotnyuk" userId="5293f801-6ede-4669-8a17-9af1adeb069e" providerId="ADAL" clId="{9C72D551-62FB-5E3D-901C-9F32929520A9}" dt="2026-07-05T11:56:28.936" v="754" actId="2696"/>
        <pc:sldMkLst>
          <pc:docMk/>
          <pc:sldMk cId="2855643196" sldId="265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2855643196" sldId="265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2855643196" sldId="265"/>
            <ac:spMk id="3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6"/>
        </pc:sldMkLst>
      </pc:sldChg>
      <pc:sldChg chg="modSp add del">
        <pc:chgData name="Yuriy Zabolotnyuk" userId="5293f801-6ede-4669-8a17-9af1adeb069e" providerId="ADAL" clId="{9C72D551-62FB-5E3D-901C-9F32929520A9}" dt="2026-07-05T11:56:29.579" v="755" actId="2696"/>
        <pc:sldMkLst>
          <pc:docMk/>
          <pc:sldMk cId="774729320" sldId="26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774729320" sldId="26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774729320" sldId="266"/>
            <ac:spMk id="3" creationId="{00000000-0000-0000-0000-000000000000}"/>
          </ac:spMkLst>
        </pc:spChg>
      </pc:sldChg>
      <pc:sldChg chg="del">
        <pc:chgData name="Yuriy Zabolotnyuk" userId="5293f801-6ede-4669-8a17-9af1adeb069e" providerId="ADAL" clId="{9C72D551-62FB-5E3D-901C-9F32929520A9}" dt="2026-07-05T10:06:38.287" v="270" actId="2696"/>
        <pc:sldMkLst>
          <pc:docMk/>
          <pc:sldMk cId="0" sldId="267"/>
        </pc:sldMkLst>
      </pc:sldChg>
      <pc:sldChg chg="modSp add del">
        <pc:chgData name="Yuriy Zabolotnyuk" userId="5293f801-6ede-4669-8a17-9af1adeb069e" providerId="ADAL" clId="{9C72D551-62FB-5E3D-901C-9F32929520A9}" dt="2026-07-05T11:56:30.146" v="756" actId="2696"/>
        <pc:sldMkLst>
          <pc:docMk/>
          <pc:sldMk cId="2879818944" sldId="267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2879818944" sldId="267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2879818944" sldId="267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15:43.614" v="1064" actId="2696"/>
        <pc:sldMkLst>
          <pc:docMk/>
          <pc:sldMk cId="0" sldId="268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68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68"/>
            <ac:spMk id="3" creationId="{00000000-0000-0000-0000-000000000000}"/>
          </ac:spMkLst>
        </pc:spChg>
      </pc:sldChg>
      <pc:sldChg chg="modSp add del mod modNotesTx">
        <pc:chgData name="Yuriy Zabolotnyuk" userId="5293f801-6ede-4669-8a17-9af1adeb069e" providerId="ADAL" clId="{9C72D551-62FB-5E3D-901C-9F32929520A9}" dt="2026-07-05T17:31:24.955" v="1579" actId="20577"/>
        <pc:sldMkLst>
          <pc:docMk/>
          <pc:sldMk cId="0" sldId="269"/>
        </pc:sldMkLst>
        <pc:spChg chg="mod">
          <ac:chgData name="Yuriy Zabolotnyuk" userId="5293f801-6ede-4669-8a17-9af1adeb069e" providerId="ADAL" clId="{9C72D551-62FB-5E3D-901C-9F32929520A9}" dt="2026-07-05T17:30:58.205" v="1569" actId="404"/>
          <ac:spMkLst>
            <pc:docMk/>
            <pc:sldMk cId="0" sldId="26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7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0:49.785" v="1558" actId="403"/>
          <ac:spMkLst>
            <pc:docMk/>
            <pc:sldMk cId="0" sldId="269"/>
            <ac:spMk id="14" creationId="{00000000-0000-0000-0000-000000000000}"/>
          </ac:spMkLst>
        </pc:spChg>
      </pc:sldChg>
      <pc:sldChg chg="modSp add del">
        <pc:chgData name="Yuriy Zabolotnyuk" userId="5293f801-6ede-4669-8a17-9af1adeb069e" providerId="ADAL" clId="{9C72D551-62FB-5E3D-901C-9F32929520A9}" dt="2026-07-05T17:06:03.605" v="1272" actId="2696"/>
        <pc:sldMkLst>
          <pc:docMk/>
          <pc:sldMk cId="0" sldId="270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0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0"/>
            <ac:spMk id="3" creationId="{00000000-0000-0000-0000-000000000000}"/>
          </ac:spMkLst>
        </pc:spChg>
      </pc:sldChg>
      <pc:sldChg chg="delSp modSp add del mod">
        <pc:chgData name="Yuriy Zabolotnyuk" userId="5293f801-6ede-4669-8a17-9af1adeb069e" providerId="ADAL" clId="{9C72D551-62FB-5E3D-901C-9F32929520A9}" dt="2026-07-05T17:19:38.774" v="1442" actId="20577"/>
        <pc:sldMkLst>
          <pc:docMk/>
          <pc:sldMk cId="0" sldId="271"/>
        </pc:sldMkLst>
        <pc:spChg chg="mod">
          <ac:chgData name="Yuriy Zabolotnyuk" userId="5293f801-6ede-4669-8a17-9af1adeb069e" providerId="ADAL" clId="{9C72D551-62FB-5E3D-901C-9F32929520A9}" dt="2026-07-05T17:06:10.755" v="1276" actId="207"/>
          <ac:spMkLst>
            <pc:docMk/>
            <pc:sldMk cId="0" sldId="271"/>
            <ac:spMk id="2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17:06:16.939" v="1277" actId="478"/>
          <ac:spMkLst>
            <pc:docMk/>
            <pc:sldMk cId="0" sldId="271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19:38.774" v="1442" actId="20577"/>
          <ac:spMkLst>
            <pc:docMk/>
            <pc:sldMk cId="0" sldId="271"/>
            <ac:spMk id="4" creationId="{00000000-0000-0000-0000-000000000000}"/>
          </ac:spMkLst>
        </pc:spChg>
      </pc:sldChg>
      <pc:sldChg chg="delSp modSp add del mod modNotesTx">
        <pc:chgData name="Yuriy Zabolotnyuk" userId="5293f801-6ede-4669-8a17-9af1adeb069e" providerId="ADAL" clId="{9C72D551-62FB-5E3D-901C-9F32929520A9}" dt="2026-07-05T17:25:21.845" v="1490" actId="20577"/>
        <pc:sldMkLst>
          <pc:docMk/>
          <pc:sldMk cId="0" sldId="272"/>
        </pc:sldMkLst>
        <pc:spChg chg="mod">
          <ac:chgData name="Yuriy Zabolotnyuk" userId="5293f801-6ede-4669-8a17-9af1adeb069e" providerId="ADAL" clId="{9C72D551-62FB-5E3D-901C-9F32929520A9}" dt="2026-07-05T17:07:05.179" v="1295" actId="403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Yuriy Zabolotnyuk" userId="5293f801-6ede-4669-8a17-9af1adeb069e" providerId="ADAL" clId="{9C72D551-62FB-5E3D-901C-9F32929520A9}" dt="2026-07-05T17:07:23.317" v="1300" actId="478"/>
          <ac:spMkLst>
            <pc:docMk/>
            <pc:sldMk cId="0" sldId="272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23:58.309" v="1473" actId="207"/>
          <ac:spMkLst>
            <pc:docMk/>
            <pc:sldMk cId="0" sldId="272"/>
            <ac:spMk id="4" creationId="{00000000-0000-0000-0000-000000000000}"/>
          </ac:spMkLst>
        </pc:spChg>
      </pc:sldChg>
      <pc:sldChg chg="modSp add del mod modNotesTx">
        <pc:chgData name="Yuriy Zabolotnyuk" userId="5293f801-6ede-4669-8a17-9af1adeb069e" providerId="ADAL" clId="{9C72D551-62FB-5E3D-901C-9F32929520A9}" dt="2026-07-05T17:24:50.803" v="1487" actId="20577"/>
        <pc:sldMkLst>
          <pc:docMk/>
          <pc:sldMk cId="0" sldId="273"/>
        </pc:sldMkLst>
        <pc:spChg chg="mod">
          <ac:chgData name="Yuriy Zabolotnyuk" userId="5293f801-6ede-4669-8a17-9af1adeb069e" providerId="ADAL" clId="{9C72D551-62FB-5E3D-901C-9F32929520A9}" dt="2026-07-05T17:08:11.314" v="1313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3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24:50.803" v="1487" actId="20577"/>
          <ac:spMkLst>
            <pc:docMk/>
            <pc:sldMk cId="0" sldId="273"/>
            <ac:spMk id="13" creationId="{00000000-0000-0000-0000-000000000000}"/>
          </ac:spMkLst>
        </pc:spChg>
      </pc:sldChg>
      <pc:sldChg chg="modSp mod">
        <pc:chgData name="Yuriy Zabolotnyuk" userId="5293f801-6ede-4669-8a17-9af1adeb069e" providerId="ADAL" clId="{9C72D551-62FB-5E3D-901C-9F32929520A9}" dt="2026-07-05T12:15:53.536" v="1067" actId="113"/>
        <pc:sldMkLst>
          <pc:docMk/>
          <pc:sldMk cId="0" sldId="274"/>
        </pc:sldMkLst>
        <pc:spChg chg="mod">
          <ac:chgData name="Yuriy Zabolotnyuk" userId="5293f801-6ede-4669-8a17-9af1adeb069e" providerId="ADAL" clId="{9C72D551-62FB-5E3D-901C-9F32929520A9}" dt="2026-07-05T12:15:53.536" v="1067" actId="113"/>
          <ac:spMkLst>
            <pc:docMk/>
            <pc:sldMk cId="0" sldId="274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4"/>
            <ac:spMk id="3" creationId="{00000000-0000-0000-0000-000000000000}"/>
          </ac:spMkLst>
        </pc:spChg>
      </pc:sldChg>
      <pc:sldChg chg="modSp add del">
        <pc:chgData name="Yuriy Zabolotnyuk" userId="5293f801-6ede-4669-8a17-9af1adeb069e" providerId="ADAL" clId="{9C72D551-62FB-5E3D-901C-9F32929520A9}" dt="2026-07-05T17:09:42.809" v="1324" actId="2696"/>
        <pc:sldMkLst>
          <pc:docMk/>
          <pc:sldMk cId="0" sldId="275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5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5"/>
            <ac:spMk id="3" creationId="{00000000-0000-0000-0000-000000000000}"/>
          </ac:spMkLst>
        </pc:spChg>
      </pc:sldChg>
      <pc:sldChg chg="modSp add del">
        <pc:chgData name="Yuriy Zabolotnyuk" userId="5293f801-6ede-4669-8a17-9af1adeb069e" providerId="ADAL" clId="{9C72D551-62FB-5E3D-901C-9F32929520A9}" dt="2026-07-05T17:10:00.837" v="1325" actId="2696"/>
        <pc:sldMkLst>
          <pc:docMk/>
          <pc:sldMk cId="0" sldId="27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6"/>
            <ac:spMk id="3" creationId="{00000000-0000-0000-0000-000000000000}"/>
          </ac:spMkLst>
        </pc:spChg>
      </pc:sldChg>
      <pc:sldChg chg="addSp delSp modSp mod">
        <pc:chgData name="Yuriy Zabolotnyuk" userId="5293f801-6ede-4669-8a17-9af1adeb069e" providerId="ADAL" clId="{9C72D551-62FB-5E3D-901C-9F32929520A9}" dt="2026-07-05T17:30:25.734" v="1553" actId="120"/>
        <pc:sldMkLst>
          <pc:docMk/>
          <pc:sldMk cId="0" sldId="277"/>
        </pc:sldMkLst>
        <pc:spChg chg="mod">
          <ac:chgData name="Yuriy Zabolotnyuk" userId="5293f801-6ede-4669-8a17-9af1adeb069e" providerId="ADAL" clId="{9C72D551-62FB-5E3D-901C-9F32929520A9}" dt="2026-07-05T12:07:26.013" v="1034" actId="20577"/>
          <ac:spMkLst>
            <pc:docMk/>
            <pc:sldMk cId="0" sldId="277"/>
            <ac:spMk id="2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12:25:44.849" v="1152" actId="478"/>
          <ac:spMkLst>
            <pc:docMk/>
            <pc:sldMk cId="0" sldId="277"/>
            <ac:spMk id="5079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12:25:47.202" v="1153" actId="478"/>
          <ac:spMkLst>
            <pc:docMk/>
            <pc:sldMk cId="0" sldId="277"/>
            <ac:spMk id="5080" creationId="{00000000-0000-0000-0000-000000000000}"/>
          </ac:spMkLst>
        </pc:spChg>
        <pc:graphicFrameChg chg="add mod modGraphic">
          <ac:chgData name="Yuriy Zabolotnyuk" userId="5293f801-6ede-4669-8a17-9af1adeb069e" providerId="ADAL" clId="{9C72D551-62FB-5E3D-901C-9F32929520A9}" dt="2026-07-05T17:30:25.734" v="1553" actId="120"/>
          <ac:graphicFrameMkLst>
            <pc:docMk/>
            <pc:sldMk cId="0" sldId="277"/>
            <ac:graphicFrameMk id="3" creationId="{B111ED6F-FFA5-18BB-6B8A-4FF58521A5CF}"/>
          </ac:graphicFrameMkLst>
        </pc:graphicFrameChg>
      </pc:sldChg>
      <pc:sldChg chg="addSp modSp mod">
        <pc:chgData name="Yuriy Zabolotnyuk" userId="5293f801-6ede-4669-8a17-9af1adeb069e" providerId="ADAL" clId="{9C72D551-62FB-5E3D-901C-9F32929520A9}" dt="2026-07-05T17:29:46.910" v="1544" actId="20577"/>
        <pc:sldMkLst>
          <pc:docMk/>
          <pc:sldMk cId="0" sldId="278"/>
        </pc:sldMkLst>
        <pc:spChg chg="mod">
          <ac:chgData name="Yuriy Zabolotnyuk" userId="5293f801-6ede-4669-8a17-9af1adeb069e" providerId="ADAL" clId="{9C72D551-62FB-5E3D-901C-9F32929520A9}" dt="2026-07-05T12:07:40.184" v="1037" actId="2711"/>
          <ac:spMkLst>
            <pc:docMk/>
            <pc:sldMk cId="0" sldId="278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2:27:38.365" v="1157" actId="27636"/>
          <ac:spMkLst>
            <pc:docMk/>
            <pc:sldMk cId="0" sldId="278"/>
            <ac:spMk id="3" creationId="{00000000-0000-0000-0000-000000000000}"/>
          </ac:spMkLst>
        </pc:spChg>
        <pc:graphicFrameChg chg="add mod">
          <ac:chgData name="Yuriy Zabolotnyuk" userId="5293f801-6ede-4669-8a17-9af1adeb069e" providerId="ADAL" clId="{9C72D551-62FB-5E3D-901C-9F32929520A9}" dt="2026-07-05T12:27:39.541" v="1158"/>
          <ac:graphicFrameMkLst>
            <pc:docMk/>
            <pc:sldMk cId="0" sldId="278"/>
            <ac:graphicFrameMk id="4" creationId="{F86F6A39-EDEC-CC1D-AE21-068E1469C46A}"/>
          </ac:graphicFrameMkLst>
        </pc:graphicFrameChg>
        <pc:graphicFrameChg chg="add mod modGraphic">
          <ac:chgData name="Yuriy Zabolotnyuk" userId="5293f801-6ede-4669-8a17-9af1adeb069e" providerId="ADAL" clId="{9C72D551-62FB-5E3D-901C-9F32929520A9}" dt="2026-07-05T17:29:46.910" v="1544" actId="20577"/>
          <ac:graphicFrameMkLst>
            <pc:docMk/>
            <pc:sldMk cId="0" sldId="278"/>
            <ac:graphicFrameMk id="5" creationId="{7CE20E51-5387-FE08-685A-C671132ADC99}"/>
          </ac:graphicFrameMkLst>
        </pc:graphicFrameChg>
      </pc:sldChg>
      <pc:sldChg chg="modSp add del">
        <pc:chgData name="Yuriy Zabolotnyuk" userId="5293f801-6ede-4669-8a17-9af1adeb069e" providerId="ADAL" clId="{9C72D551-62FB-5E3D-901C-9F32929520A9}" dt="2026-07-05T17:11:33.738" v="1344" actId="2696"/>
        <pc:sldMkLst>
          <pc:docMk/>
          <pc:sldMk cId="0" sldId="279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79"/>
            <ac:spMk id="3" creationId="{00000000-0000-0000-0000-000000000000}"/>
          </ac:spMkLst>
        </pc:spChg>
      </pc:sldChg>
      <pc:sldChg chg="addSp delSp modSp mod">
        <pc:chgData name="Yuriy Zabolotnyuk" userId="5293f801-6ede-4669-8a17-9af1adeb069e" providerId="ADAL" clId="{9C72D551-62FB-5E3D-901C-9F32929520A9}" dt="2026-07-05T17:30:10.498" v="1551" actId="120"/>
        <pc:sldMkLst>
          <pc:docMk/>
          <pc:sldMk cId="0" sldId="280"/>
        </pc:sldMkLst>
        <pc:spChg chg="mod">
          <ac:chgData name="Yuriy Zabolotnyuk" userId="5293f801-6ede-4669-8a17-9af1adeb069e" providerId="ADAL" clId="{9C72D551-62FB-5E3D-901C-9F32929520A9}" dt="2026-07-05T12:07:59.869" v="1041" actId="2711"/>
          <ac:spMkLst>
            <pc:docMk/>
            <pc:sldMk cId="0" sldId="280"/>
            <ac:spMk id="2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12:23:46.919" v="1122" actId="478"/>
          <ac:spMkLst>
            <pc:docMk/>
            <pc:sldMk cId="0" sldId="280"/>
            <ac:spMk id="5081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12:23:49.009" v="1123" actId="478"/>
          <ac:spMkLst>
            <pc:docMk/>
            <pc:sldMk cId="0" sldId="280"/>
            <ac:spMk id="5082" creationId="{00000000-0000-0000-0000-000000000000}"/>
          </ac:spMkLst>
        </pc:spChg>
        <pc:graphicFrameChg chg="add del mod modGraphic">
          <ac:chgData name="Yuriy Zabolotnyuk" userId="5293f801-6ede-4669-8a17-9af1adeb069e" providerId="ADAL" clId="{9C72D551-62FB-5E3D-901C-9F32929520A9}" dt="2026-07-05T12:24:28.679" v="1132" actId="478"/>
          <ac:graphicFrameMkLst>
            <pc:docMk/>
            <pc:sldMk cId="0" sldId="280"/>
            <ac:graphicFrameMk id="3" creationId="{4150E370-9CCE-387B-2C7A-61C6C420643C}"/>
          </ac:graphicFrameMkLst>
        </pc:graphicFrameChg>
        <pc:graphicFrameChg chg="add mod modGraphic">
          <ac:chgData name="Yuriy Zabolotnyuk" userId="5293f801-6ede-4669-8a17-9af1adeb069e" providerId="ADAL" clId="{9C72D551-62FB-5E3D-901C-9F32929520A9}" dt="2026-07-05T17:30:10.498" v="1551" actId="120"/>
          <ac:graphicFrameMkLst>
            <pc:docMk/>
            <pc:sldMk cId="0" sldId="280"/>
            <ac:graphicFrameMk id="4" creationId="{566F9E90-AF87-E58A-585D-A9DF9AF54C7C}"/>
          </ac:graphicFrameMkLst>
        </pc:graphicFrameChg>
      </pc:sldChg>
      <pc:sldChg chg="modSp mod">
        <pc:chgData name="Yuriy Zabolotnyuk" userId="5293f801-6ede-4669-8a17-9af1adeb069e" providerId="ADAL" clId="{9C72D551-62FB-5E3D-901C-9F32929520A9}" dt="2026-07-05T12:32:28.499" v="1258" actId="207"/>
        <pc:sldMkLst>
          <pc:docMk/>
          <pc:sldMk cId="0" sldId="281"/>
        </pc:sldMkLst>
        <pc:spChg chg="mod">
          <ac:chgData name="Yuriy Zabolotnyuk" userId="5293f801-6ede-4669-8a17-9af1adeb069e" providerId="ADAL" clId="{9C72D551-62FB-5E3D-901C-9F32929520A9}" dt="2026-07-05T12:32:28.499" v="1258" actId="207"/>
          <ac:spMkLst>
            <pc:docMk/>
            <pc:sldMk cId="0" sldId="281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Yuriy Zabolotnyuk" userId="5293f801-6ede-4669-8a17-9af1adeb069e" providerId="ADAL" clId="{9C72D551-62FB-5E3D-901C-9F32929520A9}" dt="2026-07-05T12:32:46.104" v="1261" actId="113"/>
        <pc:sldMkLst>
          <pc:docMk/>
          <pc:sldMk cId="0" sldId="282"/>
        </pc:sldMkLst>
        <pc:spChg chg="mod">
          <ac:chgData name="Yuriy Zabolotnyuk" userId="5293f801-6ede-4669-8a17-9af1adeb069e" providerId="ADAL" clId="{9C72D551-62FB-5E3D-901C-9F32929520A9}" dt="2026-07-05T12:32:46.104" v="1261" actId="113"/>
          <ac:spMkLst>
            <pc:docMk/>
            <pc:sldMk cId="0" sldId="282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2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8" v="1246" actId="2696"/>
        <pc:sldMkLst>
          <pc:docMk/>
          <pc:sldMk cId="0" sldId="283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3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9" v="1247" actId="2696"/>
        <pc:sldMkLst>
          <pc:docMk/>
          <pc:sldMk cId="0" sldId="284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4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4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6" v="1245" actId="2696"/>
        <pc:sldMkLst>
          <pc:docMk/>
          <pc:sldMk cId="0" sldId="285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5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5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11" v="1249" actId="2696"/>
        <pc:sldMkLst>
          <pc:docMk/>
          <pc:sldMk cId="0" sldId="28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6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3" v="1242" actId="2696"/>
        <pc:sldMkLst>
          <pc:docMk/>
          <pc:sldMk cId="0" sldId="287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7"/>
            <ac:spMk id="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12" v="1250" actId="2696"/>
        <pc:sldMkLst>
          <pc:docMk/>
          <pc:sldMk cId="0" sldId="288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8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8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10" v="1248" actId="2696"/>
        <pc:sldMkLst>
          <pc:docMk/>
          <pc:sldMk cId="0" sldId="289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89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4" v="1243" actId="2696"/>
        <pc:sldMkLst>
          <pc:docMk/>
          <pc:sldMk cId="0" sldId="290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0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0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5" v="1244" actId="2696"/>
        <pc:sldMkLst>
          <pc:docMk/>
          <pc:sldMk cId="0" sldId="291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1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1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39.501" v="1241" actId="2696"/>
        <pc:sldMkLst>
          <pc:docMk/>
          <pc:sldMk cId="0" sldId="292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2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2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3" v="1232" actId="2696"/>
        <pc:sldMkLst>
          <pc:docMk/>
          <pc:sldMk cId="0" sldId="293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3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298" v="1207" actId="2696"/>
        <pc:sldMkLst>
          <pc:docMk/>
          <pc:sldMk cId="0" sldId="294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4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4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1" v="1228" actId="2696"/>
        <pc:sldMkLst>
          <pc:docMk/>
          <pc:sldMk cId="0" sldId="29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6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0" v="1226" actId="2696"/>
        <pc:sldMkLst>
          <pc:docMk/>
          <pc:sldMk cId="0" sldId="297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7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7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7" v="1221" actId="2696"/>
        <pc:sldMkLst>
          <pc:docMk/>
          <pc:sldMk cId="0" sldId="298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8"/>
            <ac:spMk id="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9" v="1225" actId="2696"/>
        <pc:sldMkLst>
          <pc:docMk/>
          <pc:sldMk cId="0" sldId="299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299"/>
            <ac:spMk id="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4" v="1234" actId="2696"/>
        <pc:sldMkLst>
          <pc:docMk/>
          <pc:sldMk cId="0" sldId="300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0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0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4" v="1216" actId="2696"/>
        <pc:sldMkLst>
          <pc:docMk/>
          <pc:sldMk cId="0" sldId="301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1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1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7" v="1239" actId="2696"/>
        <pc:sldMkLst>
          <pc:docMk/>
          <pc:sldMk cId="0" sldId="302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2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2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299" v="1209" actId="2696"/>
        <pc:sldMkLst>
          <pc:docMk/>
          <pc:sldMk cId="0" sldId="303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3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0" v="1210" actId="2696"/>
        <pc:sldMkLst>
          <pc:docMk/>
          <pc:sldMk cId="0" sldId="304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4"/>
            <ac:spMk id="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5" v="1236" actId="2696"/>
        <pc:sldMkLst>
          <pc:docMk/>
          <pc:sldMk cId="0" sldId="305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5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5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6" v="1238" actId="2696"/>
        <pc:sldMkLst>
          <pc:docMk/>
          <pc:sldMk cId="0" sldId="30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6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6" v="1237" actId="2696"/>
        <pc:sldMkLst>
          <pc:docMk/>
          <pc:sldMk cId="0" sldId="307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7"/>
            <ac:spMk id="2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05T12:31:28.302" v="1214" actId="2696"/>
        <pc:sldMkLst>
          <pc:docMk/>
          <pc:sldMk cId="0" sldId="308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8"/>
            <ac:spMk id="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4" v="1233" actId="2696"/>
        <pc:sldMkLst>
          <pc:docMk/>
          <pc:sldMk cId="0" sldId="309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09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2" v="1230" actId="2696"/>
        <pc:sldMkLst>
          <pc:docMk/>
          <pc:sldMk cId="0" sldId="310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0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0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1" v="1211" actId="2696"/>
        <pc:sldMkLst>
          <pc:docMk/>
          <pc:sldMk cId="0" sldId="311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1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1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4" v="1217" actId="2696"/>
        <pc:sldMkLst>
          <pc:docMk/>
          <pc:sldMk cId="0" sldId="312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2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2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5" v="1235" actId="2696"/>
        <pc:sldMkLst>
          <pc:docMk/>
          <pc:sldMk cId="0" sldId="313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3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8" v="1222" actId="2696"/>
        <pc:sldMkLst>
          <pc:docMk/>
          <pc:sldMk cId="0" sldId="314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4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4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2" v="1213" actId="2696"/>
        <pc:sldMkLst>
          <pc:docMk/>
          <pc:sldMk cId="0" sldId="315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5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5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7" v="1240" actId="2696"/>
        <pc:sldMkLst>
          <pc:docMk/>
          <pc:sldMk cId="0" sldId="31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6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3" v="1215" actId="2696"/>
        <pc:sldMkLst>
          <pc:docMk/>
          <pc:sldMk cId="0" sldId="317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7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7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2" v="1229" actId="2696"/>
        <pc:sldMkLst>
          <pc:docMk/>
          <pc:sldMk cId="0" sldId="318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8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8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9" v="1224" actId="2696"/>
        <pc:sldMkLst>
          <pc:docMk/>
          <pc:sldMk cId="0" sldId="319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19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3" v="1231" actId="2696"/>
        <pc:sldMkLst>
          <pc:docMk/>
          <pc:sldMk cId="0" sldId="320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0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0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5" v="1218" actId="2696"/>
        <pc:sldMkLst>
          <pc:docMk/>
          <pc:sldMk cId="0" sldId="321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1"/>
            <ac:spMk id="2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299" v="1208" actId="2696"/>
        <pc:sldMkLst>
          <pc:docMk/>
          <pc:sldMk cId="0" sldId="322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2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2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8" v="1223" actId="2696"/>
        <pc:sldMkLst>
          <pc:docMk/>
          <pc:sldMk cId="0" sldId="323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3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3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11" v="1227" actId="2696"/>
        <pc:sldMkLst>
          <pc:docMk/>
          <pc:sldMk cId="0" sldId="324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4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4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6" v="1219" actId="2696"/>
        <pc:sldMkLst>
          <pc:docMk/>
          <pc:sldMk cId="0" sldId="325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5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5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297" v="1206" actId="2696"/>
        <pc:sldMkLst>
          <pc:docMk/>
          <pc:sldMk cId="0" sldId="326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6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6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6" v="1220" actId="2696"/>
        <pc:sldMkLst>
          <pc:docMk/>
          <pc:sldMk cId="0" sldId="327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7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7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301" v="1212" actId="2696"/>
        <pc:sldMkLst>
          <pc:docMk/>
          <pc:sldMk cId="0" sldId="328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8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8"/>
            <ac:spMk id="3" creationId="{00000000-0000-0000-0000-000000000000}"/>
          </ac:spMkLst>
        </pc:spChg>
      </pc:sldChg>
      <pc:sldChg chg="modSp del">
        <pc:chgData name="Yuriy Zabolotnyuk" userId="5293f801-6ede-4669-8a17-9af1adeb069e" providerId="ADAL" clId="{9C72D551-62FB-5E3D-901C-9F32929520A9}" dt="2026-07-05T12:31:28.296" v="1205" actId="2696"/>
        <pc:sldMkLst>
          <pc:docMk/>
          <pc:sldMk cId="0" sldId="329"/>
        </pc:sldMkLst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9"/>
            <ac:spMk id="2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0:31:50.538" v="583"/>
          <ac:spMkLst>
            <pc:docMk/>
            <pc:sldMk cId="0" sldId="329"/>
            <ac:spMk id="3" creationId="{00000000-0000-0000-0000-000000000000}"/>
          </ac:spMkLst>
        </pc:spChg>
      </pc:sldChg>
      <pc:sldChg chg="addSp delSp modSp add mod modNotesTx">
        <pc:chgData name="Yuriy Zabolotnyuk" userId="5293f801-6ede-4669-8a17-9af1adeb069e" providerId="ADAL" clId="{9C72D551-62FB-5E3D-901C-9F32929520A9}" dt="2026-07-05T17:33:20.376" v="1632" actId="20577"/>
        <pc:sldMkLst>
          <pc:docMk/>
          <pc:sldMk cId="0" sldId="330"/>
        </pc:sldMkLst>
        <pc:spChg chg="mod">
          <ac:chgData name="Yuriy Zabolotnyuk" userId="5293f801-6ede-4669-8a17-9af1adeb069e" providerId="ADAL" clId="{9C72D551-62FB-5E3D-901C-9F32929520A9}" dt="2026-07-05T10:03:45.121" v="257" actId="122"/>
          <ac:spMkLst>
            <pc:docMk/>
            <pc:sldMk cId="0" sldId="330"/>
            <ac:spMk id="2" creationId="{00000000-0000-0000-0000-000000000000}"/>
          </ac:spMkLst>
        </pc:spChg>
        <pc:spChg chg="add del">
          <ac:chgData name="Yuriy Zabolotnyuk" userId="5293f801-6ede-4669-8a17-9af1adeb069e" providerId="ADAL" clId="{9C72D551-62FB-5E3D-901C-9F32929520A9}" dt="2026-07-05T09:51:24.780" v="123" actId="478"/>
          <ac:spMkLst>
            <pc:docMk/>
            <pc:sldMk cId="0" sldId="330"/>
            <ac:spMk id="3" creationId="{00000000-0000-0000-0000-000000000000}"/>
          </ac:spMkLst>
        </pc:spChg>
        <pc:spChg chg="del mod">
          <ac:chgData name="Yuriy Zabolotnyuk" userId="5293f801-6ede-4669-8a17-9af1adeb069e" providerId="ADAL" clId="{9C72D551-62FB-5E3D-901C-9F32929520A9}" dt="2026-07-05T09:51:32.659" v="126"/>
          <ac:spMkLst>
            <pc:docMk/>
            <pc:sldMk cId="0" sldId="330"/>
            <ac:spMk id="4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3:20.376" v="1632" actId="20577"/>
          <ac:spMkLst>
            <pc:docMk/>
            <pc:sldMk cId="0" sldId="330"/>
            <ac:spMk id="5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09:50:51.958" v="112" actId="478"/>
          <ac:spMkLst>
            <pc:docMk/>
            <pc:sldMk cId="0" sldId="330"/>
            <ac:spMk id="6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09:50:55.856" v="113" actId="478"/>
          <ac:spMkLst>
            <pc:docMk/>
            <pc:sldMk cId="0" sldId="330"/>
            <ac:spMk id="7" creationId="{00000000-0000-0000-0000-000000000000}"/>
          </ac:spMkLst>
        </pc:spChg>
      </pc:sldChg>
      <pc:sldChg chg="delSp modSp add mod">
        <pc:chgData name="Yuriy Zabolotnyuk" userId="5293f801-6ede-4669-8a17-9af1adeb069e" providerId="ADAL" clId="{9C72D551-62FB-5E3D-901C-9F32929520A9}" dt="2026-07-05T17:34:00.483" v="1662" actId="20577"/>
        <pc:sldMkLst>
          <pc:docMk/>
          <pc:sldMk cId="0" sldId="331"/>
        </pc:sldMkLst>
        <pc:spChg chg="mod">
          <ac:chgData name="Yuriy Zabolotnyuk" userId="5293f801-6ede-4669-8a17-9af1adeb069e" providerId="ADAL" clId="{9C72D551-62FB-5E3D-901C-9F32929520A9}" dt="2026-07-05T09:53:43.973" v="164" actId="207"/>
          <ac:spMkLst>
            <pc:docMk/>
            <pc:sldMk cId="0" sldId="331"/>
            <ac:spMk id="2" creationId="{00000000-0000-0000-0000-000000000000}"/>
          </ac:spMkLst>
        </pc:spChg>
        <pc:spChg chg="del mod">
          <ac:chgData name="Yuriy Zabolotnyuk" userId="5293f801-6ede-4669-8a17-9af1adeb069e" providerId="ADAL" clId="{9C72D551-62FB-5E3D-901C-9F32929520A9}" dt="2026-07-05T09:53:01.444" v="156"/>
          <ac:spMkLst>
            <pc:docMk/>
            <pc:sldMk cId="0" sldId="331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34:00.483" v="1662" actId="20577"/>
          <ac:spMkLst>
            <pc:docMk/>
            <pc:sldMk cId="0" sldId="331"/>
            <ac:spMk id="4" creationId="{00000000-0000-0000-0000-000000000000}"/>
          </ac:spMkLst>
        </pc:spChg>
      </pc:sldChg>
      <pc:sldChg chg="addSp delSp modSp add mod">
        <pc:chgData name="Yuriy Zabolotnyuk" userId="5293f801-6ede-4669-8a17-9af1adeb069e" providerId="ADAL" clId="{9C72D551-62FB-5E3D-901C-9F32929520A9}" dt="2026-07-05T17:34:47.638" v="1665" actId="403"/>
        <pc:sldMkLst>
          <pc:docMk/>
          <pc:sldMk cId="0" sldId="332"/>
        </pc:sldMkLst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2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3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4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5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6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7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8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9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10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09:56:46.132" v="224" actId="403"/>
          <ac:spMkLst>
            <pc:docMk/>
            <pc:sldMk cId="0" sldId="332"/>
            <ac:spMk id="11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17:34:47.638" v="1665" actId="403"/>
          <ac:spMkLst>
            <pc:docMk/>
            <pc:sldMk cId="0" sldId="332"/>
            <ac:spMk id="12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09:56:34.768" v="222" actId="403"/>
          <ac:spMkLst>
            <pc:docMk/>
            <pc:sldMk cId="0" sldId="332"/>
            <ac:spMk id="13" creationId="{00000000-0000-0000-0000-000000000000}"/>
          </ac:spMkLst>
        </pc:spChg>
        <pc:spChg chg="mod topLvl">
          <ac:chgData name="Yuriy Zabolotnyuk" userId="5293f801-6ede-4669-8a17-9af1adeb069e" providerId="ADAL" clId="{9C72D551-62FB-5E3D-901C-9F32929520A9}" dt="2026-07-05T09:56:49.538" v="225" actId="403"/>
          <ac:spMkLst>
            <pc:docMk/>
            <pc:sldMk cId="0" sldId="332"/>
            <ac:spMk id="14" creationId="{00000000-0000-0000-0000-000000000000}"/>
          </ac:spMkLst>
        </pc:spChg>
        <pc:grpChg chg="add mod">
          <ac:chgData name="Yuriy Zabolotnyuk" userId="5293f801-6ede-4669-8a17-9af1adeb069e" providerId="ADAL" clId="{9C72D551-62FB-5E3D-901C-9F32929520A9}" dt="2026-07-05T09:55:10.583" v="187" actId="1035"/>
          <ac:grpSpMkLst>
            <pc:docMk/>
            <pc:sldMk cId="0" sldId="332"/>
            <ac:grpSpMk id="15" creationId="{EBDC0B9D-D33F-3CB7-D8D1-55DC2FF569E6}"/>
          </ac:grpSpMkLst>
        </pc:grpChg>
        <pc:grpChg chg="add del mod">
          <ac:chgData name="Yuriy Zabolotnyuk" userId="5293f801-6ede-4669-8a17-9af1adeb069e" providerId="ADAL" clId="{9C72D551-62FB-5E3D-901C-9F32929520A9}" dt="2026-07-05T09:55:40.300" v="195" actId="14100"/>
          <ac:grpSpMkLst>
            <pc:docMk/>
            <pc:sldMk cId="0" sldId="332"/>
            <ac:grpSpMk id="16" creationId="{A865DCDF-A6E8-6F66-90BD-EC79648191CA}"/>
          </ac:grpSpMkLst>
        </pc:grpChg>
        <pc:grpChg chg="add mod">
          <ac:chgData name="Yuriy Zabolotnyuk" userId="5293f801-6ede-4669-8a17-9af1adeb069e" providerId="ADAL" clId="{9C72D551-62FB-5E3D-901C-9F32929520A9}" dt="2026-07-05T09:55:59.494" v="199" actId="14100"/>
          <ac:grpSpMkLst>
            <pc:docMk/>
            <pc:sldMk cId="0" sldId="332"/>
            <ac:grpSpMk id="17" creationId="{11237214-B855-5D4B-5442-DFC04B40DCC0}"/>
          </ac:grpSpMkLst>
        </pc:grpChg>
      </pc:sldChg>
      <pc:sldChg chg="add del">
        <pc:chgData name="Yuriy Zabolotnyuk" userId="5293f801-6ede-4669-8a17-9af1adeb069e" providerId="ADAL" clId="{9C72D551-62FB-5E3D-901C-9F32929520A9}" dt="2026-07-05T10:01:19.984" v="250" actId="2696"/>
        <pc:sldMkLst>
          <pc:docMk/>
          <pc:sldMk cId="0" sldId="333"/>
        </pc:sldMkLst>
      </pc:sldChg>
      <pc:sldChg chg="add del">
        <pc:chgData name="Yuriy Zabolotnyuk" userId="5293f801-6ede-4669-8a17-9af1adeb069e" providerId="ADAL" clId="{9C72D551-62FB-5E3D-901C-9F32929520A9}" dt="2026-07-05T17:05:35.780" v="1271" actId="2696"/>
        <pc:sldMkLst>
          <pc:docMk/>
          <pc:sldMk cId="0" sldId="334"/>
        </pc:sldMkLst>
      </pc:sldChg>
      <pc:sldChg chg="modSp add del mod">
        <pc:chgData name="Yuriy Zabolotnyuk" userId="5293f801-6ede-4669-8a17-9af1adeb069e" providerId="ADAL" clId="{9C72D551-62FB-5E3D-901C-9F32929520A9}" dt="2026-07-05T11:58:29.468" v="830" actId="2696"/>
        <pc:sldMkLst>
          <pc:docMk/>
          <pc:sldMk cId="0" sldId="335"/>
        </pc:sldMkLst>
        <pc:spChg chg="mod">
          <ac:chgData name="Yuriy Zabolotnyuk" userId="5293f801-6ede-4669-8a17-9af1adeb069e" providerId="ADAL" clId="{9C72D551-62FB-5E3D-901C-9F32929520A9}" dt="2026-07-05T10:01:37.460" v="252" actId="1076"/>
          <ac:spMkLst>
            <pc:docMk/>
            <pc:sldMk cId="0" sldId="335"/>
            <ac:spMk id="2" creationId="{00000000-0000-0000-0000-000000000000}"/>
          </ac:spMkLst>
        </pc:spChg>
      </pc:sldChg>
      <pc:sldChg chg="add del">
        <pc:chgData name="Yuriy Zabolotnyuk" userId="5293f801-6ede-4669-8a17-9af1adeb069e" providerId="ADAL" clId="{9C72D551-62FB-5E3D-901C-9F32929520A9}" dt="2026-07-05T12:00:00.125" v="844" actId="2696"/>
        <pc:sldMkLst>
          <pc:docMk/>
          <pc:sldMk cId="0" sldId="336"/>
        </pc:sldMkLst>
      </pc:sldChg>
      <pc:sldChg chg="add del">
        <pc:chgData name="Yuriy Zabolotnyuk" userId="5293f801-6ede-4669-8a17-9af1adeb069e" providerId="ADAL" clId="{9C72D551-62FB-5E3D-901C-9F32929520A9}" dt="2026-07-05T12:05:47.880" v="1001" actId="2696"/>
        <pc:sldMkLst>
          <pc:docMk/>
          <pc:sldMk cId="0" sldId="337"/>
        </pc:sldMkLst>
      </pc:sldChg>
      <pc:sldChg chg="modSp add mod">
        <pc:chgData name="Yuriy Zabolotnyuk" userId="5293f801-6ede-4669-8a17-9af1adeb069e" providerId="ADAL" clId="{9C72D551-62FB-5E3D-901C-9F32929520A9}" dt="2026-07-05T17:05:15.245" v="1270" actId="404"/>
        <pc:sldMkLst>
          <pc:docMk/>
          <pc:sldMk cId="3020979887" sldId="338"/>
        </pc:sldMkLst>
        <pc:spChg chg="mod">
          <ac:chgData name="Yuriy Zabolotnyuk" userId="5293f801-6ede-4669-8a17-9af1adeb069e" providerId="ADAL" clId="{9C72D551-62FB-5E3D-901C-9F32929520A9}" dt="2026-07-05T09:59:30.834" v="234" actId="207"/>
          <ac:spMkLst>
            <pc:docMk/>
            <pc:sldMk cId="3020979887" sldId="338"/>
            <ac:spMk id="2" creationId="{AB525A86-0D43-532C-9254-1B7D4D34A741}"/>
          </ac:spMkLst>
        </pc:spChg>
        <pc:spChg chg="mod">
          <ac:chgData name="Yuriy Zabolotnyuk" userId="5293f801-6ede-4669-8a17-9af1adeb069e" providerId="ADAL" clId="{9C72D551-62FB-5E3D-901C-9F32929520A9}" dt="2026-07-05T17:05:15.245" v="1270" actId="404"/>
          <ac:spMkLst>
            <pc:docMk/>
            <pc:sldMk cId="3020979887" sldId="338"/>
            <ac:spMk id="4" creationId="{FECDF4B8-835E-47D2-99DF-4FC289F19401}"/>
          </ac:spMkLst>
        </pc:spChg>
      </pc:sldChg>
      <pc:sldChg chg="modSp add mod">
        <pc:chgData name="Yuriy Zabolotnyuk" userId="5293f801-6ede-4669-8a17-9af1adeb069e" providerId="ADAL" clId="{9C72D551-62FB-5E3D-901C-9F32929520A9}" dt="2026-07-05T17:35:29.708" v="1666" actId="404"/>
        <pc:sldMkLst>
          <pc:docMk/>
          <pc:sldMk cId="859803229" sldId="339"/>
        </pc:sldMkLst>
        <pc:spChg chg="mod">
          <ac:chgData name="Yuriy Zabolotnyuk" userId="5293f801-6ede-4669-8a17-9af1adeb069e" providerId="ADAL" clId="{9C72D551-62FB-5E3D-901C-9F32929520A9}" dt="2026-07-05T11:57:02.672" v="795" actId="20577"/>
          <ac:spMkLst>
            <pc:docMk/>
            <pc:sldMk cId="859803229" sldId="339"/>
            <ac:spMk id="2" creationId="{B7BC30E4-90D9-C0F1-09AC-BFA5986BAD7D}"/>
          </ac:spMkLst>
        </pc:spChg>
        <pc:spChg chg="mod">
          <ac:chgData name="Yuriy Zabolotnyuk" userId="5293f801-6ede-4669-8a17-9af1adeb069e" providerId="ADAL" clId="{9C72D551-62FB-5E3D-901C-9F32929520A9}" dt="2026-07-05T17:35:29.708" v="1666" actId="404"/>
          <ac:spMkLst>
            <pc:docMk/>
            <pc:sldMk cId="859803229" sldId="339"/>
            <ac:spMk id="4" creationId="{F61EC1B8-5D19-5661-4158-D8CE937CB0DB}"/>
          </ac:spMkLst>
        </pc:spChg>
      </pc:sldChg>
      <pc:sldChg chg="modSp add mod modNotesTx">
        <pc:chgData name="Yuriy Zabolotnyuk" userId="5293f801-6ede-4669-8a17-9af1adeb069e" providerId="ADAL" clId="{9C72D551-62FB-5E3D-901C-9F32929520A9}" dt="2026-07-05T17:34:26.516" v="1664" actId="20577"/>
        <pc:sldMkLst>
          <pc:docMk/>
          <pc:sldMk cId="3347736136" sldId="340"/>
        </pc:sldMkLst>
        <pc:spChg chg="mod">
          <ac:chgData name="Yuriy Zabolotnyuk" userId="5293f801-6ede-4669-8a17-9af1adeb069e" providerId="ADAL" clId="{9C72D551-62FB-5E3D-901C-9F32929520A9}" dt="2026-07-05T10:27:14.885" v="560" actId="20577"/>
          <ac:spMkLst>
            <pc:docMk/>
            <pc:sldMk cId="3347736136" sldId="340"/>
            <ac:spMk id="2" creationId="{0810103E-C19E-426C-1A1A-B203D59C6E8C}"/>
          </ac:spMkLst>
        </pc:spChg>
        <pc:spChg chg="mod">
          <ac:chgData name="Yuriy Zabolotnyuk" userId="5293f801-6ede-4669-8a17-9af1adeb069e" providerId="ADAL" clId="{9C72D551-62FB-5E3D-901C-9F32929520A9}" dt="2026-07-05T10:26:47.135" v="553" actId="20577"/>
          <ac:spMkLst>
            <pc:docMk/>
            <pc:sldMk cId="3347736136" sldId="340"/>
            <ac:spMk id="3" creationId="{6C16E63D-F5F4-F8B7-30A0-306EE1C7F756}"/>
          </ac:spMkLst>
        </pc:spChg>
        <pc:graphicFrameChg chg="modGraphic">
          <ac:chgData name="Yuriy Zabolotnyuk" userId="5293f801-6ede-4669-8a17-9af1adeb069e" providerId="ADAL" clId="{9C72D551-62FB-5E3D-901C-9F32929520A9}" dt="2026-07-05T17:34:26.516" v="1664" actId="20577"/>
          <ac:graphicFrameMkLst>
            <pc:docMk/>
            <pc:sldMk cId="3347736136" sldId="340"/>
            <ac:graphicFrameMk id="6" creationId="{46D4E47C-0EC8-D9DE-0CDB-74AE65D37099}"/>
          </ac:graphicFrameMkLst>
        </pc:graphicFrameChg>
      </pc:sldChg>
      <pc:sldChg chg="addSp delSp modSp add mod">
        <pc:chgData name="Yuriy Zabolotnyuk" userId="5293f801-6ede-4669-8a17-9af1adeb069e" providerId="ADAL" clId="{9C72D551-62FB-5E3D-901C-9F32929520A9}" dt="2026-07-05T10:35:17.732" v="674" actId="1076"/>
        <pc:sldMkLst>
          <pc:docMk/>
          <pc:sldMk cId="1362102091" sldId="341"/>
        </pc:sldMkLst>
        <pc:spChg chg="mod">
          <ac:chgData name="Yuriy Zabolotnyuk" userId="5293f801-6ede-4669-8a17-9af1adeb069e" providerId="ADAL" clId="{9C72D551-62FB-5E3D-901C-9F32929520A9}" dt="2026-07-05T10:35:04.339" v="669" actId="20577"/>
          <ac:spMkLst>
            <pc:docMk/>
            <pc:sldMk cId="1362102091" sldId="341"/>
            <ac:spMk id="2" creationId="{F1FF3074-ED7D-77DC-A453-0085D6B11CCB}"/>
          </ac:spMkLst>
        </pc:spChg>
        <pc:spChg chg="del">
          <ac:chgData name="Yuriy Zabolotnyuk" userId="5293f801-6ede-4669-8a17-9af1adeb069e" providerId="ADAL" clId="{9C72D551-62FB-5E3D-901C-9F32929520A9}" dt="2026-07-05T10:35:10.589" v="671" actId="478"/>
          <ac:spMkLst>
            <pc:docMk/>
            <pc:sldMk cId="1362102091" sldId="341"/>
            <ac:spMk id="3" creationId="{017E0E1B-C7E8-4FFB-1E56-B4C54CD9164E}"/>
          </ac:spMkLst>
        </pc:spChg>
        <pc:spChg chg="add del mod">
          <ac:chgData name="Yuriy Zabolotnyuk" userId="5293f801-6ede-4669-8a17-9af1adeb069e" providerId="ADAL" clId="{9C72D551-62FB-5E3D-901C-9F32929520A9}" dt="2026-07-05T10:35:13.691" v="673" actId="478"/>
          <ac:spMkLst>
            <pc:docMk/>
            <pc:sldMk cId="1362102091" sldId="341"/>
            <ac:spMk id="6" creationId="{9D167F95-2303-AFCE-483B-C3698D80267B}"/>
          </ac:spMkLst>
        </pc:spChg>
        <pc:graphicFrameChg chg="del">
          <ac:chgData name="Yuriy Zabolotnyuk" userId="5293f801-6ede-4669-8a17-9af1adeb069e" providerId="ADAL" clId="{9C72D551-62FB-5E3D-901C-9F32929520A9}" dt="2026-07-05T10:34:35.617" v="650" actId="478"/>
          <ac:graphicFrameMkLst>
            <pc:docMk/>
            <pc:sldMk cId="1362102091" sldId="341"/>
            <ac:graphicFrameMk id="8" creationId="{B836CC0C-F36B-DE8B-FC19-5FE9C69BA9C4}"/>
          </ac:graphicFrameMkLst>
        </pc:graphicFrameChg>
        <pc:picChg chg="add mod">
          <ac:chgData name="Yuriy Zabolotnyuk" userId="5293f801-6ede-4669-8a17-9af1adeb069e" providerId="ADAL" clId="{9C72D551-62FB-5E3D-901C-9F32929520A9}" dt="2026-07-05T10:35:17.732" v="674" actId="1076"/>
          <ac:picMkLst>
            <pc:docMk/>
            <pc:sldMk cId="1362102091" sldId="341"/>
            <ac:picMk id="4" creationId="{13C63966-8217-F54C-72D5-F347DB53E84C}"/>
          </ac:picMkLst>
        </pc:picChg>
        <pc:picChg chg="del">
          <ac:chgData name="Yuriy Zabolotnyuk" userId="5293f801-6ede-4669-8a17-9af1adeb069e" providerId="ADAL" clId="{9C72D551-62FB-5E3D-901C-9F32929520A9}" dt="2026-07-05T10:34:37.213" v="651" actId="478"/>
          <ac:picMkLst>
            <pc:docMk/>
            <pc:sldMk cId="1362102091" sldId="341"/>
            <ac:picMk id="9" creationId="{11F42986-B9A6-649A-0024-5FB58AC69AD8}"/>
          </ac:picMkLst>
        </pc:picChg>
      </pc:sldChg>
      <pc:sldChg chg="addSp delSp modSp add mod">
        <pc:chgData name="Yuriy Zabolotnyuk" userId="5293f801-6ede-4669-8a17-9af1adeb069e" providerId="ADAL" clId="{9C72D551-62FB-5E3D-901C-9F32929520A9}" dt="2026-07-05T10:41:32.193" v="729" actId="1076"/>
        <pc:sldMkLst>
          <pc:docMk/>
          <pc:sldMk cId="4237949240" sldId="342"/>
        </pc:sldMkLst>
        <pc:spChg chg="mod">
          <ac:chgData name="Yuriy Zabolotnyuk" userId="5293f801-6ede-4669-8a17-9af1adeb069e" providerId="ADAL" clId="{9C72D551-62FB-5E3D-901C-9F32929520A9}" dt="2026-07-05T10:39:47.849" v="719" actId="20577"/>
          <ac:spMkLst>
            <pc:docMk/>
            <pc:sldMk cId="4237949240" sldId="342"/>
            <ac:spMk id="2" creationId="{00291638-E443-A2F9-45D1-088F190F341E}"/>
          </ac:spMkLst>
        </pc:spChg>
        <pc:picChg chg="add del mod">
          <ac:chgData name="Yuriy Zabolotnyuk" userId="5293f801-6ede-4669-8a17-9af1adeb069e" providerId="ADAL" clId="{9C72D551-62FB-5E3D-901C-9F32929520A9}" dt="2026-07-05T10:41:18.783" v="725" actId="478"/>
          <ac:picMkLst>
            <pc:docMk/>
            <pc:sldMk cId="4237949240" sldId="342"/>
            <ac:picMk id="3" creationId="{AA8B4C60-268F-9003-E752-0553E640F324}"/>
          </ac:picMkLst>
        </pc:picChg>
        <pc:picChg chg="del">
          <ac:chgData name="Yuriy Zabolotnyuk" userId="5293f801-6ede-4669-8a17-9af1adeb069e" providerId="ADAL" clId="{9C72D551-62FB-5E3D-901C-9F32929520A9}" dt="2026-07-05T10:39:48.861" v="720" actId="478"/>
          <ac:picMkLst>
            <pc:docMk/>
            <pc:sldMk cId="4237949240" sldId="342"/>
            <ac:picMk id="4" creationId="{217E8489-C81C-2469-5C74-B60F70F41962}"/>
          </ac:picMkLst>
        </pc:picChg>
        <pc:picChg chg="add mod">
          <ac:chgData name="Yuriy Zabolotnyuk" userId="5293f801-6ede-4669-8a17-9af1adeb069e" providerId="ADAL" clId="{9C72D551-62FB-5E3D-901C-9F32929520A9}" dt="2026-07-05T10:41:32.193" v="729" actId="1076"/>
          <ac:picMkLst>
            <pc:docMk/>
            <pc:sldMk cId="4237949240" sldId="342"/>
            <ac:picMk id="5" creationId="{71A94FB8-4A13-4E09-0DFD-58E820737BA0}"/>
          </ac:picMkLst>
        </pc:picChg>
      </pc:sldChg>
      <pc:sldChg chg="addSp delSp modSp add mod">
        <pc:chgData name="Yuriy Zabolotnyuk" userId="5293f801-6ede-4669-8a17-9af1adeb069e" providerId="ADAL" clId="{9C72D551-62FB-5E3D-901C-9F32929520A9}" dt="2026-07-05T17:04:50.866" v="1266" actId="1076"/>
        <pc:sldMkLst>
          <pc:docMk/>
          <pc:sldMk cId="1187073650" sldId="343"/>
        </pc:sldMkLst>
        <pc:spChg chg="mod">
          <ac:chgData name="Yuriy Zabolotnyuk" userId="5293f801-6ede-4669-8a17-9af1adeb069e" providerId="ADAL" clId="{9C72D551-62FB-5E3D-901C-9F32929520A9}" dt="2026-07-05T11:50:57.007" v="743" actId="20577"/>
          <ac:spMkLst>
            <pc:docMk/>
            <pc:sldMk cId="1187073650" sldId="343"/>
            <ac:spMk id="2" creationId="{CBB81700-94A5-DEE9-1215-A4D926C5DA2C}"/>
          </ac:spMkLst>
        </pc:spChg>
        <pc:picChg chg="add mod">
          <ac:chgData name="Yuriy Zabolotnyuk" userId="5293f801-6ede-4669-8a17-9af1adeb069e" providerId="ADAL" clId="{9C72D551-62FB-5E3D-901C-9F32929520A9}" dt="2026-07-05T17:04:50.866" v="1266" actId="1076"/>
          <ac:picMkLst>
            <pc:docMk/>
            <pc:sldMk cId="1187073650" sldId="343"/>
            <ac:picMk id="3" creationId="{8EF003E0-2CAF-BAD1-6FD1-0899AD864109}"/>
          </ac:picMkLst>
        </pc:picChg>
        <pc:picChg chg="del">
          <ac:chgData name="Yuriy Zabolotnyuk" userId="5293f801-6ede-4669-8a17-9af1adeb069e" providerId="ADAL" clId="{9C72D551-62FB-5E3D-901C-9F32929520A9}" dt="2026-07-05T11:50:42.791" v="732" actId="478"/>
          <ac:picMkLst>
            <pc:docMk/>
            <pc:sldMk cId="1187073650" sldId="343"/>
            <ac:picMk id="5" creationId="{FB0FFFC8-69AF-5D86-D584-77C81F83119F}"/>
          </ac:picMkLst>
        </pc:picChg>
      </pc:sldChg>
      <pc:sldChg chg="add del">
        <pc:chgData name="Yuriy Zabolotnyuk" userId="5293f801-6ede-4669-8a17-9af1adeb069e" providerId="ADAL" clId="{9C72D551-62FB-5E3D-901C-9F32929520A9}" dt="2026-07-05T10:39:52.144" v="722"/>
        <pc:sldMkLst>
          <pc:docMk/>
          <pc:sldMk cId="3395093857" sldId="343"/>
        </pc:sldMkLst>
      </pc:sldChg>
      <pc:sldChg chg="modSp add mod">
        <pc:chgData name="Yuriy Zabolotnyuk" userId="5293f801-6ede-4669-8a17-9af1adeb069e" providerId="ADAL" clId="{9C72D551-62FB-5E3D-901C-9F32929520A9}" dt="2026-07-05T17:35:33.549" v="1667" actId="404"/>
        <pc:sldMkLst>
          <pc:docMk/>
          <pc:sldMk cId="3745868609" sldId="344"/>
        </pc:sldMkLst>
        <pc:spChg chg="mod">
          <ac:chgData name="Yuriy Zabolotnyuk" userId="5293f801-6ede-4669-8a17-9af1adeb069e" providerId="ADAL" clId="{9C72D551-62FB-5E3D-901C-9F32929520A9}" dt="2026-07-05T11:58:49.525" v="835" actId="207"/>
          <ac:spMkLst>
            <pc:docMk/>
            <pc:sldMk cId="3745868609" sldId="344"/>
            <ac:spMk id="2" creationId="{947117D9-2FD1-BC2E-AC0B-D61314AC7538}"/>
          </ac:spMkLst>
        </pc:spChg>
        <pc:spChg chg="mod">
          <ac:chgData name="Yuriy Zabolotnyuk" userId="5293f801-6ede-4669-8a17-9af1adeb069e" providerId="ADAL" clId="{9C72D551-62FB-5E3D-901C-9F32929520A9}" dt="2026-07-05T17:35:33.549" v="1667" actId="404"/>
          <ac:spMkLst>
            <pc:docMk/>
            <pc:sldMk cId="3745868609" sldId="344"/>
            <ac:spMk id="4" creationId="{8599C4C6-272E-BBC9-2EE1-80AD5E7DF199}"/>
          </ac:spMkLst>
        </pc:spChg>
      </pc:sldChg>
      <pc:sldChg chg="modSp add mod modNotesTx">
        <pc:chgData name="Yuriy Zabolotnyuk" userId="5293f801-6ede-4669-8a17-9af1adeb069e" providerId="ADAL" clId="{9C72D551-62FB-5E3D-901C-9F32929520A9}" dt="2026-07-05T17:35:37.240" v="1668" actId="404"/>
        <pc:sldMkLst>
          <pc:docMk/>
          <pc:sldMk cId="3665610338" sldId="345"/>
        </pc:sldMkLst>
        <pc:spChg chg="mod">
          <ac:chgData name="Yuriy Zabolotnyuk" userId="5293f801-6ede-4669-8a17-9af1adeb069e" providerId="ADAL" clId="{9C72D551-62FB-5E3D-901C-9F32929520A9}" dt="2026-07-05T12:02:22.142" v="885" actId="20577"/>
          <ac:spMkLst>
            <pc:docMk/>
            <pc:sldMk cId="3665610338" sldId="345"/>
            <ac:spMk id="2" creationId="{11CC7EC2-5CC4-5CF0-AAD2-2B048801CC4E}"/>
          </ac:spMkLst>
        </pc:spChg>
        <pc:spChg chg="mod">
          <ac:chgData name="Yuriy Zabolotnyuk" userId="5293f801-6ede-4669-8a17-9af1adeb069e" providerId="ADAL" clId="{9C72D551-62FB-5E3D-901C-9F32929520A9}" dt="2026-07-05T17:35:37.240" v="1668" actId="404"/>
          <ac:spMkLst>
            <pc:docMk/>
            <pc:sldMk cId="3665610338" sldId="345"/>
            <ac:spMk id="4" creationId="{CA638B67-4452-3741-D1DF-7B2CCC83399E}"/>
          </ac:spMkLst>
        </pc:spChg>
      </pc:sldChg>
      <pc:sldChg chg="delSp modSp add mod">
        <pc:chgData name="Yuriy Zabolotnyuk" userId="5293f801-6ede-4669-8a17-9af1adeb069e" providerId="ADAL" clId="{9C72D551-62FB-5E3D-901C-9F32929520A9}" dt="2026-07-05T12:14:17.176" v="1063" actId="20577"/>
        <pc:sldMkLst>
          <pc:docMk/>
          <pc:sldMk cId="0" sldId="346"/>
        </pc:sldMkLst>
        <pc:spChg chg="mod">
          <ac:chgData name="Yuriy Zabolotnyuk" userId="5293f801-6ede-4669-8a17-9af1adeb069e" providerId="ADAL" clId="{9C72D551-62FB-5E3D-901C-9F32929520A9}" dt="2026-07-05T12:12:17.839" v="1046" actId="403"/>
          <ac:spMkLst>
            <pc:docMk/>
            <pc:sldMk cId="0" sldId="346"/>
            <ac:spMk id="2" creationId="{00000000-0000-0000-0000-000000000000}"/>
          </ac:spMkLst>
        </pc:spChg>
        <pc:spChg chg="del mod">
          <ac:chgData name="Yuriy Zabolotnyuk" userId="5293f801-6ede-4669-8a17-9af1adeb069e" providerId="ADAL" clId="{9C72D551-62FB-5E3D-901C-9F32929520A9}" dt="2026-07-05T12:13:52.372" v="1058"/>
          <ac:spMkLst>
            <pc:docMk/>
            <pc:sldMk cId="0" sldId="346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2:14:17.176" v="1063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add mod ord">
        <pc:chgData name="Yuriy Zabolotnyuk" userId="5293f801-6ede-4669-8a17-9af1adeb069e" providerId="ADAL" clId="{9C72D551-62FB-5E3D-901C-9F32929520A9}" dt="2026-07-05T17:28:34.080" v="1516" actId="20577"/>
        <pc:sldMkLst>
          <pc:docMk/>
          <pc:sldMk cId="2531285622" sldId="347"/>
        </pc:sldMkLst>
        <pc:spChg chg="mod">
          <ac:chgData name="Yuriy Zabolotnyuk" userId="5293f801-6ede-4669-8a17-9af1adeb069e" providerId="ADAL" clId="{9C72D551-62FB-5E3D-901C-9F32929520A9}" dt="2026-07-05T17:28:34.080" v="1516" actId="20577"/>
          <ac:spMkLst>
            <pc:docMk/>
            <pc:sldMk cId="2531285622" sldId="347"/>
            <ac:spMk id="2" creationId="{B44AE732-DC09-C58E-B90E-B84AF169B310}"/>
          </ac:spMkLst>
        </pc:spChg>
        <pc:spChg chg="mod">
          <ac:chgData name="Yuriy Zabolotnyuk" userId="5293f801-6ede-4669-8a17-9af1adeb069e" providerId="ADAL" clId="{9C72D551-62FB-5E3D-901C-9F32929520A9}" dt="2026-07-05T12:18:29.769" v="1113" actId="20577"/>
          <ac:spMkLst>
            <pc:docMk/>
            <pc:sldMk cId="2531285622" sldId="347"/>
            <ac:spMk id="3" creationId="{1778E694-C1E5-28D5-4F41-52F8A7B61ECA}"/>
          </ac:spMkLst>
        </pc:spChg>
      </pc:sldChg>
      <pc:sldChg chg="modSp add mod">
        <pc:chgData name="Yuriy Zabolotnyuk" userId="5293f801-6ede-4669-8a17-9af1adeb069e" providerId="ADAL" clId="{9C72D551-62FB-5E3D-901C-9F32929520A9}" dt="2026-07-05T17:28:27.235" v="1515" actId="20577"/>
        <pc:sldMkLst>
          <pc:docMk/>
          <pc:sldMk cId="3843969315" sldId="348"/>
        </pc:sldMkLst>
        <pc:spChg chg="mod">
          <ac:chgData name="Yuriy Zabolotnyuk" userId="5293f801-6ede-4669-8a17-9af1adeb069e" providerId="ADAL" clId="{9C72D551-62FB-5E3D-901C-9F32929520A9}" dt="2026-07-05T17:28:27.235" v="1515" actId="20577"/>
          <ac:spMkLst>
            <pc:docMk/>
            <pc:sldMk cId="3843969315" sldId="348"/>
            <ac:spMk id="2" creationId="{83EEEFF6-1FBB-F4B1-0CA6-D9149D6DA7F9}"/>
          </ac:spMkLst>
        </pc:spChg>
        <pc:spChg chg="mod">
          <ac:chgData name="Yuriy Zabolotnyuk" userId="5293f801-6ede-4669-8a17-9af1adeb069e" providerId="ADAL" clId="{9C72D551-62FB-5E3D-901C-9F32929520A9}" dt="2026-07-05T12:18:48.032" v="1121" actId="113"/>
          <ac:spMkLst>
            <pc:docMk/>
            <pc:sldMk cId="3843969315" sldId="348"/>
            <ac:spMk id="3" creationId="{43F9C226-6964-37FD-87B8-1A9736D57EE3}"/>
          </ac:spMkLst>
        </pc:spChg>
      </pc:sldChg>
      <pc:sldChg chg="delSp modSp add mod modNotesTx">
        <pc:chgData name="Yuriy Zabolotnyuk" userId="5293f801-6ede-4669-8a17-9af1adeb069e" providerId="ADAL" clId="{9C72D551-62FB-5E3D-901C-9F32929520A9}" dt="2026-07-05T17:24:25.359" v="1475" actId="20577"/>
        <pc:sldMkLst>
          <pc:docMk/>
          <pc:sldMk cId="0" sldId="349"/>
        </pc:sldMkLst>
        <pc:spChg chg="mod">
          <ac:chgData name="Yuriy Zabolotnyuk" userId="5293f801-6ede-4669-8a17-9af1adeb069e" providerId="ADAL" clId="{9C72D551-62FB-5E3D-901C-9F32929520A9}" dt="2026-07-05T17:09:00.400" v="1318" actId="403"/>
          <ac:spMkLst>
            <pc:docMk/>
            <pc:sldMk cId="0" sldId="349"/>
            <ac:spMk id="2" creationId="{00000000-0000-0000-0000-000000000000}"/>
          </ac:spMkLst>
        </pc:spChg>
        <pc:spChg chg="del">
          <ac:chgData name="Yuriy Zabolotnyuk" userId="5293f801-6ede-4669-8a17-9af1adeb069e" providerId="ADAL" clId="{9C72D551-62FB-5E3D-901C-9F32929520A9}" dt="2026-07-05T17:24:13.776" v="1474" actId="478"/>
          <ac:spMkLst>
            <pc:docMk/>
            <pc:sldMk cId="0" sldId="349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23:30.524" v="1470" actId="20577"/>
          <ac:spMkLst>
            <pc:docMk/>
            <pc:sldMk cId="0" sldId="349"/>
            <ac:spMk id="4" creationId="{00000000-0000-0000-0000-000000000000}"/>
          </ac:spMkLst>
        </pc:spChg>
      </pc:sldChg>
      <pc:sldChg chg="addSp delSp modSp add mod modNotesTx">
        <pc:chgData name="Yuriy Zabolotnyuk" userId="5293f801-6ede-4669-8a17-9af1adeb069e" providerId="ADAL" clId="{9C72D551-62FB-5E3D-901C-9F32929520A9}" dt="2026-07-05T17:25:55.848" v="1498" actId="20577"/>
        <pc:sldMkLst>
          <pc:docMk/>
          <pc:sldMk cId="0" sldId="350"/>
        </pc:sldMkLst>
        <pc:spChg chg="mod">
          <ac:chgData name="Yuriy Zabolotnyuk" userId="5293f801-6ede-4669-8a17-9af1adeb069e" providerId="ADAL" clId="{9C72D551-62FB-5E3D-901C-9F32929520A9}" dt="2026-07-05T17:10:14.746" v="1334" actId="20577"/>
          <ac:spMkLst>
            <pc:docMk/>
            <pc:sldMk cId="0" sldId="350"/>
            <ac:spMk id="2" creationId="{00000000-0000-0000-0000-000000000000}"/>
          </ac:spMkLst>
        </pc:spChg>
        <pc:spChg chg="del mod">
          <ac:chgData name="Yuriy Zabolotnyuk" userId="5293f801-6ede-4669-8a17-9af1adeb069e" providerId="ADAL" clId="{9C72D551-62FB-5E3D-901C-9F32929520A9}" dt="2026-07-05T17:12:06.806" v="1349" actId="478"/>
          <ac:spMkLst>
            <pc:docMk/>
            <pc:sldMk cId="0" sldId="350"/>
            <ac:spMk id="3" creationId="{00000000-0000-0000-0000-000000000000}"/>
          </ac:spMkLst>
        </pc:spChg>
        <pc:spChg chg="mod">
          <ac:chgData name="Yuriy Zabolotnyuk" userId="5293f801-6ede-4669-8a17-9af1adeb069e" providerId="ADAL" clId="{9C72D551-62FB-5E3D-901C-9F32929520A9}" dt="2026-07-05T17:25:55.848" v="1498" actId="20577"/>
          <ac:spMkLst>
            <pc:docMk/>
            <pc:sldMk cId="0" sldId="350"/>
            <ac:spMk id="4" creationId="{00000000-0000-0000-0000-000000000000}"/>
          </ac:spMkLst>
        </pc:spChg>
        <pc:spChg chg="add del">
          <ac:chgData name="Yuriy Zabolotnyuk" userId="5293f801-6ede-4669-8a17-9af1adeb069e" providerId="ADAL" clId="{9C72D551-62FB-5E3D-901C-9F32929520A9}" dt="2026-07-05T17:20:44.681" v="1444" actId="22"/>
          <ac:spMkLst>
            <pc:docMk/>
            <pc:sldMk cId="0" sldId="350"/>
            <ac:spMk id="6" creationId="{F4F399AA-E7F5-6ED2-FB3F-C2C52E772D7E}"/>
          </ac:spMkLst>
        </pc:spChg>
      </pc:sldChg>
      <pc:sldChg chg="modSp add mod modNotesTx">
        <pc:chgData name="Yuriy Zabolotnyuk" userId="5293f801-6ede-4669-8a17-9af1adeb069e" providerId="ADAL" clId="{9C72D551-62FB-5E3D-901C-9F32929520A9}" dt="2026-07-05T17:27:12.256" v="1504" actId="20577"/>
        <pc:sldMkLst>
          <pc:docMk/>
          <pc:sldMk cId="0" sldId="351"/>
        </pc:sldMkLst>
        <pc:spChg chg="mod">
          <ac:chgData name="Yuriy Zabolotnyuk" userId="5293f801-6ede-4669-8a17-9af1adeb069e" providerId="ADAL" clId="{9C72D551-62FB-5E3D-901C-9F32929520A9}" dt="2026-07-05T17:27:12.256" v="1504" actId="20577"/>
          <ac:spMkLst>
            <pc:docMk/>
            <pc:sldMk cId="0" sldId="351"/>
            <ac:spMk id="5" creationId="{00000000-0000-0000-0000-000000000000}"/>
          </ac:spMkLst>
        </pc:spChg>
      </pc:sldChg>
      <pc:sldChg chg="modSp add mod modNotesTx">
        <pc:chgData name="Yuriy Zabolotnyuk" userId="5293f801-6ede-4669-8a17-9af1adeb069e" providerId="ADAL" clId="{9C72D551-62FB-5E3D-901C-9F32929520A9}" dt="2026-07-05T17:11:00.790" v="1343" actId="20577"/>
        <pc:sldMkLst>
          <pc:docMk/>
          <pc:sldMk cId="0" sldId="352"/>
        </pc:sldMkLst>
        <pc:spChg chg="mod">
          <ac:chgData name="Yuriy Zabolotnyuk" userId="5293f801-6ede-4669-8a17-9af1adeb069e" providerId="ADAL" clId="{9C72D551-62FB-5E3D-901C-9F32929520A9}" dt="2026-07-05T17:10:53.873" v="1342" actId="403"/>
          <ac:spMkLst>
            <pc:docMk/>
            <pc:sldMk cId="0" sldId="352"/>
            <ac:spMk id="2" creationId="{00000000-0000-0000-0000-000000000000}"/>
          </ac:spMkLst>
        </pc:spChg>
      </pc:sldChg>
      <pc:sldChg chg="modSp add mod modNotesTx">
        <pc:chgData name="Yuriy Zabolotnyuk" userId="5293f801-6ede-4669-8a17-9af1adeb069e" providerId="ADAL" clId="{9C72D551-62FB-5E3D-901C-9F32929520A9}" dt="2026-07-05T17:26:13.296" v="1499" actId="20577"/>
        <pc:sldMkLst>
          <pc:docMk/>
          <pc:sldMk cId="0" sldId="353"/>
        </pc:sldMkLst>
        <pc:spChg chg="mod">
          <ac:chgData name="Yuriy Zabolotnyuk" userId="5293f801-6ede-4669-8a17-9af1adeb069e" providerId="ADAL" clId="{9C72D551-62FB-5E3D-901C-9F32929520A9}" dt="2026-07-05T17:10:38.445" v="1338" actId="207"/>
          <ac:spMkLst>
            <pc:docMk/>
            <pc:sldMk cId="0" sldId="353"/>
            <ac:spMk id="2" creationId="{00000000-0000-0000-0000-000000000000}"/>
          </ac:spMkLst>
        </pc:spChg>
      </pc:sldChg>
      <pc:sldChg chg="modSp del mod">
        <pc:chgData name="Yuriy Zabolotnyuk" userId="5293f801-6ede-4669-8a17-9af1adeb069e" providerId="ADAL" clId="{9C72D551-62FB-5E3D-901C-9F32929520A9}" dt="2026-07-06T06:17:04.032" v="1691" actId="2696"/>
        <pc:sldMkLst>
          <pc:docMk/>
          <pc:sldMk cId="0" sldId="354"/>
        </pc:sldMkLst>
        <pc:spChg chg="mod">
          <ac:chgData name="Yuriy Zabolotnyuk" userId="5293f801-6ede-4669-8a17-9af1adeb069e" providerId="ADAL" clId="{9C72D551-62FB-5E3D-901C-9F32929520A9}" dt="2026-07-06T06:16:33.327" v="1683" actId="14100"/>
          <ac:spMkLst>
            <pc:docMk/>
            <pc:sldMk cId="0" sldId="354"/>
            <ac:spMk id="9002" creationId="{00000000-0000-0000-0000-000000000000}"/>
          </ac:spMkLst>
        </pc:spChg>
      </pc:sldChg>
      <pc:sldChg chg="add">
        <pc:chgData name="Yuriy Zabolotnyuk" userId="5293f801-6ede-4669-8a17-9af1adeb069e" providerId="ADAL" clId="{9C72D551-62FB-5E3D-901C-9F32929520A9}" dt="2026-07-06T06:17:10.243" v="1692"/>
        <pc:sldMkLst>
          <pc:docMk/>
          <pc:sldMk cId="4174302832" sldId="354"/>
        </pc:sldMkLst>
      </pc:sldChg>
      <pc:sldChg chg="modSp del mod">
        <pc:chgData name="Yuriy Zabolotnyuk" userId="5293f801-6ede-4669-8a17-9af1adeb069e" providerId="ADAL" clId="{9C72D551-62FB-5E3D-901C-9F32929520A9}" dt="2026-07-06T06:17:04.032" v="1691" actId="2696"/>
        <pc:sldMkLst>
          <pc:docMk/>
          <pc:sldMk cId="0" sldId="355"/>
        </pc:sldMkLst>
        <pc:spChg chg="mod">
          <ac:chgData name="Yuriy Zabolotnyuk" userId="5293f801-6ede-4669-8a17-9af1adeb069e" providerId="ADAL" clId="{9C72D551-62FB-5E3D-901C-9F32929520A9}" dt="2026-07-06T06:16:54.002" v="1690" actId="404"/>
          <ac:spMkLst>
            <pc:docMk/>
            <pc:sldMk cId="0" sldId="355"/>
            <ac:spMk id="9004" creationId="{00000000-0000-0000-0000-000000000000}"/>
          </ac:spMkLst>
        </pc:spChg>
      </pc:sldChg>
      <pc:sldChg chg="add">
        <pc:chgData name="Yuriy Zabolotnyuk" userId="5293f801-6ede-4669-8a17-9af1adeb069e" providerId="ADAL" clId="{9C72D551-62FB-5E3D-901C-9F32929520A9}" dt="2026-07-06T06:17:10.243" v="1692"/>
        <pc:sldMkLst>
          <pc:docMk/>
          <pc:sldMk cId="301721393" sldId="355"/>
        </pc:sldMkLst>
      </pc:sldChg>
      <pc:sldMasterChg chg="modSldLayout">
        <pc:chgData name="Yuriy Zabolotnyuk" userId="5293f801-6ede-4669-8a17-9af1adeb069e" providerId="ADAL" clId="{9C72D551-62FB-5E3D-901C-9F32929520A9}" dt="2026-07-05T10:17:42.616" v="334"/>
        <pc:sldMasterMkLst>
          <pc:docMk/>
          <pc:sldMasterMk cId="1944399730" sldId="2147484018"/>
        </pc:sldMasterMkLst>
        <pc:sldLayoutChg chg="delSp">
          <pc:chgData name="Yuriy Zabolotnyuk" userId="5293f801-6ede-4669-8a17-9af1adeb069e" providerId="ADAL" clId="{9C72D551-62FB-5E3D-901C-9F32929520A9}" dt="2026-07-05T10:17:42.616" v="334"/>
          <pc:sldLayoutMkLst>
            <pc:docMk/>
            <pc:sldMasterMk cId="1944399730" sldId="2147484018"/>
            <pc:sldLayoutMk cId="2291165796" sldId="2147484030"/>
          </pc:sldLayoutMkLst>
          <pc:picChg chg="del">
            <ac:chgData name="Yuriy Zabolotnyuk" userId="5293f801-6ede-4669-8a17-9af1adeb069e" providerId="ADAL" clId="{9C72D551-62FB-5E3D-901C-9F32929520A9}" dt="2026-07-05T10:17:42.616" v="334"/>
            <ac:picMkLst>
              <pc:docMk/>
              <pc:sldMasterMk cId="1944399730" sldId="2147484018"/>
              <pc:sldLayoutMk cId="2291165796" sldId="2147484030"/>
              <ac:picMk id="7" creationId="{2685B504-B300-7A47-B547-DBEC9FF7B107}"/>
            </ac:picMkLst>
          </pc:picChg>
        </pc:sldLayoutChg>
      </pc:sldMasterChg>
      <pc:sldMasterChg chg="modSldLayout">
        <pc:chgData name="Yuriy Zabolotnyuk" userId="5293f801-6ede-4669-8a17-9af1adeb069e" providerId="ADAL" clId="{9C72D551-62FB-5E3D-901C-9F32929520A9}" dt="2026-07-05T10:17:52.772" v="343"/>
        <pc:sldMasterMkLst>
          <pc:docMk/>
          <pc:sldMasterMk cId="2892688730" sldId="2147484103"/>
        </pc:sldMasterMkLst>
        <pc:sldLayoutChg chg="delSp">
          <pc:chgData name="Yuriy Zabolotnyuk" userId="5293f801-6ede-4669-8a17-9af1adeb069e" providerId="ADAL" clId="{9C72D551-62FB-5E3D-901C-9F32929520A9}" dt="2026-07-05T10:17:52.772" v="343"/>
          <pc:sldLayoutMkLst>
            <pc:docMk/>
            <pc:sldMasterMk cId="2892688730" sldId="2147484103"/>
            <pc:sldLayoutMk cId="712220764" sldId="2147484115"/>
          </pc:sldLayoutMkLst>
          <pc:picChg chg="del">
            <ac:chgData name="Yuriy Zabolotnyuk" userId="5293f801-6ede-4669-8a17-9af1adeb069e" providerId="ADAL" clId="{9C72D551-62FB-5E3D-901C-9F32929520A9}" dt="2026-07-05T10:17:52.772" v="343"/>
            <ac:picMkLst>
              <pc:docMk/>
              <pc:sldMasterMk cId="2892688730" sldId="2147484103"/>
              <pc:sldLayoutMk cId="712220764" sldId="2147484115"/>
              <ac:picMk id="7" creationId="{2685B504-B300-7A47-B547-DBEC9FF7B107}"/>
            </ac:picMkLst>
          </pc:picChg>
        </pc:sldLayoutChg>
        <pc:sldLayoutChg chg="delSp">
          <pc:chgData name="Yuriy Zabolotnyuk" userId="5293f801-6ede-4669-8a17-9af1adeb069e" providerId="ADAL" clId="{9C72D551-62FB-5E3D-901C-9F32929520A9}" dt="2026-07-05T10:17:52.772" v="343"/>
          <pc:sldLayoutMkLst>
            <pc:docMk/>
            <pc:sldMasterMk cId="2892688730" sldId="2147484103"/>
            <pc:sldLayoutMk cId="3820251920" sldId="2147484116"/>
          </pc:sldLayoutMkLst>
          <pc:picChg chg="del">
            <ac:chgData name="Yuriy Zabolotnyuk" userId="5293f801-6ede-4669-8a17-9af1adeb069e" providerId="ADAL" clId="{9C72D551-62FB-5E3D-901C-9F32929520A9}" dt="2026-07-05T10:17:52.772" v="343"/>
            <ac:picMkLst>
              <pc:docMk/>
              <pc:sldMasterMk cId="2892688730" sldId="2147484103"/>
              <pc:sldLayoutMk cId="3820251920" sldId="2147484116"/>
              <ac:picMk id="8" creationId="{423224AA-A183-CA4A-BDDA-A7ED236E648B}"/>
            </ac:picMkLst>
          </pc:picChg>
          <pc:picChg chg="del">
            <ac:chgData name="Yuriy Zabolotnyuk" userId="5293f801-6ede-4669-8a17-9af1adeb069e" providerId="ADAL" clId="{9C72D551-62FB-5E3D-901C-9F32929520A9}" dt="2026-07-05T10:17:52.772" v="343"/>
            <ac:picMkLst>
              <pc:docMk/>
              <pc:sldMasterMk cId="2892688730" sldId="2147484103"/>
              <pc:sldLayoutMk cId="3820251920" sldId="2147484116"/>
              <ac:picMk id="13" creationId="{1CCE42D8-5361-9940-B797-FFC03759880E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0D3E168-E06C-4270-93A1-BA6F395C0456}" type="datetimeFigureOut">
              <a:rPr lang="en-US"/>
              <a:pPr>
                <a:defRPr/>
              </a:pPr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0D07607-43F6-4AEA-9890-00BBE9F451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439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Stress the risk-return trade-off (Hull Ch.1). Risk is priced; the job is not to eliminate it but to take the right risks knowingly and be paid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 1 (ending values 120 / 105 / 100; probabilities 0.40/0.40/0.20)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Returns: +20%, +5%, 0%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E[R₁] = 0.40(20) + 0.40(5) + 0.20(0) = 8 + 2 + 0 = 10.0%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Var₁ = 0.40(20−10)² + 0.40(5−10)² + 0.20(0−10)² = 0.40(100) + 0.40(25) + 0.20(100) = 40 + 10 + 20 = 70</a:t>
            </a:r>
          </a:p>
          <a:p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₁ = √70 = 8.37%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 2 (ending values 125 / 112 / 95; probabilities 0.40/0.40/0.20)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Returns: +25%, +12%, −5%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E[R₂] = 0.40(25) + 0.40(12) + 0.20(−5) = 10 + 4.8 − 1 = 13.8%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Var₂ = 0.40(25−13.8)² + 0.40(12−13.8)² + 0.20(−5−13.8)² = 0.40(125.44) + 0.40(3.24) + 0.20(353.44) = 50.18 + 1.30 + 70.69 = 122.16</a:t>
            </a:r>
          </a:p>
          <a:p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₂ = √122.16 = 11.05%</a:t>
            </a:r>
          </a:p>
          <a:p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Sharpe ratio = (E[R] − </a:t>
            </a:r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R_f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</a:t>
            </a:r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R_f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2%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 1: (10.0% − 2%) / 8.37% = 8.0 / 8.37 = 0.956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 2: (13.8% − 2%) / 11.05% = 11.8 / 11.05 = 1.068</a:t>
            </a:r>
          </a:p>
          <a:p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7607-43F6-4AEA-9890-00BBE9F451C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0046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7607-43F6-4AEA-9890-00BBE9F451C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673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A097B-1349-3A09-9053-CEC23388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C431B-71F1-9DAD-3E23-4B9BFA348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E9BAB-91B7-7C95-19CE-443AC7AD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1229F-47C3-1F99-C103-57FABAFA3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7607-43F6-4AEA-9890-00BBE9F451C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547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27566-C058-A532-8646-3706B2E7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2E04C-B346-807C-6B58-8FBF60030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FC586-DEA3-F260-D39D-8ADBEDD6F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31134-C3E8-64DA-011E-7264F9024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7607-43F6-4AEA-9890-00BBE9F451C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999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85AE-1599-B177-2409-62619F00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5D832-690B-ADC3-B36C-98B90BD33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1E67E-86D7-16BA-65CE-E1C3BC1B9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Minimum Variance Portfolio (MVP)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w₁ (Asset 1) = 0.69, w₂ (Asset 2) = 0.31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E[R] = 11.18%, </a:t>
            </a:r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7.55%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Sharpe ratio = (11.18 − 2) / 7.55 = 1.22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Tangency Portfolio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w₁ (Asset 1) = 0.52, w₂ (Asset 2) = 0.48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E[R] = 11.82%, </a:t>
            </a:r>
            <a:r>
              <a:rPr lang="en-CA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7.81%</a:t>
            </a: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Sharpe ratio = (11.82 − 2) / 7.81 = 1.26 (highest attainable Sharpe ratio on the two-asset frontier)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8B214-2E6A-3451-25FF-D6D777F2F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07607-43F6-4AEA-9890-00BBE9F451C8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077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identify-measure-monitor-control cycle is the spine of the whole course: measure = Sessions 2-8, control/optimise = Sessions 9-11, monitor/backtest threads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B2FF-4509-8568-87BA-F806C753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A7A53-8041-7925-B9EE-2AEC40BFE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EE30A-40CE-11D2-328E-B1D0E26A0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Stress the risk-return trade-off (Hull Ch.1). Risk is priced; the job is not to eliminate it but to take the right risks knowingly and be paid for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3438F-2911-BC20-9B4D-3646641E7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4277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0108-0807-0275-9F07-774FAEDE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8D420-7E36-7D5C-7F7C-A17B858204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D6F2D-9873-DFA5-1AB3-62A0692E1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risk-return trade-off (Hull Ch.1). Risk is priced; the job is not to eliminate it but to take the right risks knowingly and be paid for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F6A4-802B-8E09-63CD-5A1DEF36E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46496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E4E36-9363-7493-F5CB-88CE3173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A7C47-5373-E1B9-C1E4-107E3FB3E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F125F-804A-85E0-5CE3-B4C1BC44D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risk-return trade-off (Hull Ch.1). Risk is priced; the job is not to eliminate it but to take the right risks knowingly and be paid for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3D634-7F4E-195B-3AED-6AAC27EAC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4605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AABB7-EE78-0354-F1FD-80131030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8C94A-1404-CBA1-AC16-04BFCBA78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7543A-D5CE-DA65-A764-D5A03504F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95D8B-002D-266E-DC97-6ACBDCA6C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4210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Connects to Assignment 3's ESG tilt, where students deliberately use two rating providers to show how ESG-score disagreement (Berg et al. 2022) changes their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Punchline: quantifiability decreases left to right, but importance does not. The newest categories are the least modellable</a:t>
            </a:r>
            <a:r>
              <a:rPr lang="en-US" dirty="0"/>
              <a:t>, </a:t>
            </a:r>
            <a:r>
              <a:rPr dirty="0"/>
              <a:t>and that gap is itself model risk.</a:t>
            </a:r>
            <a:endParaRPr lang="en-US" dirty="0"/>
          </a:p>
          <a:p>
            <a:endParaRPr lang="en-CA" dirty="0"/>
          </a:p>
          <a:p>
            <a:r>
              <a:rPr dirty="0"/>
              <a:t>'In 2008, mortgage-backed securities lost value simultaneously</a:t>
            </a:r>
            <a:r>
              <a:rPr lang="en-US" dirty="0"/>
              <a:t>:</a:t>
            </a:r>
            <a:r>
              <a:rPr dirty="0"/>
              <a:t> primarily market, credit, or systemic risk?' Listening for: it started as credit, was amplified by liquidity, and became systemic </a:t>
            </a:r>
            <a:r>
              <a:rPr lang="en-US" dirty="0"/>
              <a:t>-</a:t>
            </a:r>
            <a:r>
              <a:rPr dirty="0"/>
              <a:t> real events rarely fit one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LTCM is the classic risk-management failure to open with. The set-up is the irony: the best minds in finance, Nobel laureates and a former Fed official, still blew up. The strategy was sound in isolation - convergence arbitrage - but only paid pennies, so they levered ~25x on the balance sheet and far more through derivatives. Emphasise that leverage is the amplifier: it turns a small, survivable loss into insolvency. The trigger was the Russian default, a tail event the models treated as effectively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49853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failure was structural, not a lack of intelligence: leverage + liquidity + correlation. The three killers, in order: (1) diversification evaporated because correlations went to 1; (2) they could not exit because they WERE the market - pure liquidity risk that VaR ignores; (3) 25x leverage converted a bad month into insolvency. The Fed-coordinated private rescue is the systemic-risk / too-interconnected-to-fail angle, a direct precursor to 2008. Close by mapping LTCM onto the six risk types from earlier in the session. Reading: Lowenstein, When Genius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5935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the colour grouping of the exam map next: S2-4 = Assignment 1, S5-8 = Assignment 2, S9-12 = Assignment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AI is allowed but it cannot see their data and invents numbers; the marks are in interpretation and limitations (50% of the rubric combined). Tight writing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Walk one worked example, e.g. a student 'Maria Nielsen' -&gt; a 'M' stock, an 'N' stock, a third in a different sector, all European, benchmarked to ^STOXX. Stress the snapshot for reproducibility </a:t>
            </a:r>
            <a:r>
              <a:rPr lang="en-US" dirty="0"/>
              <a:t>-</a:t>
            </a:r>
            <a:r>
              <a:rPr dirty="0"/>
              <a:t> their narrative numbers must match the saved data.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single biggest beginner bug is out-of-order execution </a:t>
            </a:r>
            <a:r>
              <a:rPr lang="en-US" dirty="0"/>
              <a:t>-</a:t>
            </a:r>
            <a:r>
              <a:rPr dirty="0"/>
              <a:t> teach Restart &amp; Run All as the reflex before trusting any result (and before submitting the exam). Remind them AI can write code but cannot see their data, so it invents numbers </a:t>
            </a:r>
            <a:r>
              <a:rPr lang="en-US" dirty="0"/>
              <a:t>-</a:t>
            </a:r>
            <a:r>
              <a:rPr dirty="0"/>
              <a:t> the snapshot + Restart &amp; Run All is how they catch that. Everything else (full error table, keyboard shortcuts, editor setup) is in the primer they already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0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6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5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6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8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2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8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0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73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5"/>
            <a:ext cx="11345799" cy="1325563"/>
          </a:xfr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101" y="1681163"/>
            <a:ext cx="6438105" cy="823912"/>
          </a:xfrm>
        </p:spPr>
        <p:txBody>
          <a:bodyPr lIns="0" tIns="0" rIns="0" bIns="0"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101" y="2671763"/>
            <a:ext cx="6438105" cy="368458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133"/>
            </a:lvl1pPr>
            <a:lvl2pPr marL="457189" indent="0">
              <a:buFontTx/>
              <a:buNone/>
              <a:defRPr sz="2400"/>
            </a:lvl2pPr>
            <a:lvl3pPr marL="914377" indent="0">
              <a:buFontTx/>
              <a:buNone/>
              <a:defRPr sz="2400"/>
            </a:lvl3pPr>
            <a:lvl4pPr marL="1371566" indent="0">
              <a:buFontTx/>
              <a:buNone/>
              <a:defRPr sz="2400"/>
            </a:lvl4pPr>
            <a:lvl5pPr marL="1828754" indent="0">
              <a:buFontTx/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9767" y="1723424"/>
            <a:ext cx="4453672" cy="3168811"/>
          </a:xfrm>
          <a:solidFill>
            <a:schemeClr val="tx1"/>
          </a:solidFill>
        </p:spPr>
        <p:txBody>
          <a:bodyPr lIns="360000" tIns="360000" rIns="360000" bIns="360000" anchor="ctr"/>
          <a:lstStyle>
            <a:lvl1pPr marL="0" indent="0" algn="l">
              <a:buFontTx/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50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New Title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6"/>
            <a:ext cx="11345799" cy="1076813"/>
          </a:xfrm>
        </p:spPr>
        <p:txBody>
          <a:bodyPr lIns="0" tIns="0" rIns="0" bIns="0"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100" y="1535723"/>
            <a:ext cx="11345797" cy="4501661"/>
          </a:xfrm>
        </p:spPr>
        <p:txBody>
          <a:bodyPr lIns="0" tIns="0" rIns="0" bIns="0">
            <a:normAutofit/>
          </a:bodyPr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1pPr>
            <a:lvl2pPr marL="685783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2pPr>
            <a:lvl3pPr marL="1142971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3pPr>
            <a:lvl4pPr marL="1600160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4pPr>
            <a:lvl5pPr marL="2057349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82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New Title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CE42D8-5361-9940-B797-FFC0375988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6"/>
            <a:ext cx="11345799" cy="924413"/>
          </a:xfrm>
        </p:spPr>
        <p:txBody>
          <a:bodyPr lIns="0" tIns="0" rIns="0" bIns="0"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100" y="1383323"/>
            <a:ext cx="11345797" cy="4380169"/>
          </a:xfrm>
        </p:spPr>
        <p:txBody>
          <a:bodyPr lIns="0" tIns="0" rIns="0" bIns="0">
            <a:normAutofit/>
          </a:bodyPr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1pPr>
            <a:lvl2pPr marL="685783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2pPr>
            <a:lvl3pPr marL="1142971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3pPr>
            <a:lvl4pPr marL="1600160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4pPr>
            <a:lvl5pPr marL="2057349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3224AA-A183-CA4A-BDDA-A7ED236E6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75618" y="5748384"/>
            <a:ext cx="3316380" cy="110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6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314D-F56C-2D2F-97D9-F1714A98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998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Aarhus University Summer School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77878-5A46-4A4D-987F-065558C47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8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8" r:id="rId1"/>
    <p:sldLayoutId id="2147484119" r:id="rId2"/>
    <p:sldLayoutId id="2147484120" r:id="rId3"/>
    <p:sldLayoutId id="2147484121" r:id="rId4"/>
    <p:sldLayoutId id="2147484122" r:id="rId5"/>
    <p:sldLayoutId id="2147484123" r:id="rId6"/>
    <p:sldLayoutId id="2147484124" r:id="rId7"/>
    <p:sldLayoutId id="2147484125" r:id="rId8"/>
    <p:sldLayoutId id="2147484126" r:id="rId9"/>
    <p:sldLayoutId id="2147484127" r:id="rId10"/>
    <p:sldLayoutId id="2147484128" r:id="rId11"/>
    <p:sldLayoutId id="2147484129" r:id="rId12"/>
    <p:sldLayoutId id="2147484130" r:id="rId13"/>
    <p:sldLayoutId id="2147484059" r:id="rId14"/>
    <p:sldLayoutId id="214748401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2112962"/>
            <a:ext cx="7273101" cy="2306638"/>
          </a:xfrm>
        </p:spPr>
        <p:txBody>
          <a:bodyPr anchor="t">
            <a:normAutofit/>
          </a:bodyPr>
          <a:lstStyle/>
          <a:p>
            <a:r>
              <a:rPr lang="en-US" dirty="0"/>
              <a:t>FINANCIAL RISK MANAGEMENT AND ENGINEERING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Session 1: Course Overview and Types of Financial Risks</a:t>
            </a:r>
          </a:p>
        </p:txBody>
      </p:sp>
      <p:pic>
        <p:nvPicPr>
          <p:cNvPr id="4" name="Picture 3" descr="New guidelines for the logo structure and university seal">
            <a:extLst>
              <a:ext uri="{FF2B5EF4-FFF2-40B4-BE49-F238E27FC236}">
                <a16:creationId xmlns:a16="http://schemas.microsoft.com/office/drawing/2014/main" id="{D6F9100D-02AF-EE22-EDE3-68F783F22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767" r="4" b="4"/>
          <a:stretch>
            <a:fillRect/>
          </a:stretch>
        </p:blipFill>
        <p:spPr>
          <a:xfrm>
            <a:off x="423101" y="2671763"/>
            <a:ext cx="6438105" cy="3684588"/>
          </a:xfrm>
          <a:prstGeom prst="rect">
            <a:avLst/>
          </a:prstGeom>
          <a:noFill/>
        </p:spPr>
      </p:pic>
      <p:pic>
        <p:nvPicPr>
          <p:cNvPr id="6" name="Picture 5" descr="AU's segl">
            <a:extLst>
              <a:ext uri="{FF2B5EF4-FFF2-40B4-BE49-F238E27FC236}">
                <a16:creationId xmlns:a16="http://schemas.microsoft.com/office/drawing/2014/main" id="{49BE1E43-6F81-3C41-C30C-E25204F4E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905000"/>
            <a:ext cx="3048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447800"/>
            <a:ext cx="1121054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By the end of this session, you will be able to: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1.  Describe the goals, process, and governance of financial risk management</a:t>
            </a:r>
          </a:p>
          <a:p>
            <a:pPr>
              <a:spcBef>
                <a:spcPts val="8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2.  Identify and distinguish the six risk categories: market, credit, liquidity, operational, systemic, ESG/climate</a:t>
            </a:r>
          </a:p>
          <a:p>
            <a:pPr>
              <a:spcBef>
                <a:spcPts val="8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4.  Understand the three-assignment portfolio exam and how each session feeds it</a:t>
            </a:r>
          </a:p>
          <a:p>
            <a:pPr>
              <a:spcBef>
                <a:spcPts val="8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5.  Acquire and inspect real market data for your own exam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Arial" panose="020B0604020202020204" pitchFamily="34" charset="0"/>
                <a:cs typeface="Arial" panose="020B0604020202020204" pitchFamily="34" charset="0"/>
              </a:rPr>
              <a:t>What Is Financial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461889"/>
            <a:ext cx="11256264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Financial risk arises whenever the future value of an asset, liability, or cash flow is uncertain.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Risk = uncertainty about future outcomes that affect financial value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Two dimensions: probability of loss  ×  magnitude of loss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Risk is not inherently bad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There is a trade-off between risk and expected return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higher the risk, the higher the expected return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No risk -&gt; risk-free return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5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Risk management: identify, measure, monitor, and control risk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• Key question: which risks are worth taking, and at what price?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5B0C-B114-F299-0F64-423A8466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103E-C19E-426C-1A1A-B203D59C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99" y="365127"/>
            <a:ext cx="11345799" cy="62547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Risk and Return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6E63D-F5F4-F8B7-30A0-306EE1C7F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100" y="1219201"/>
            <a:ext cx="11345797" cy="4818184"/>
          </a:xfrm>
        </p:spPr>
        <p:txBody>
          <a:bodyPr wrap="square"/>
          <a:lstStyle/>
          <a:p>
            <a:pPr marL="0" indent="0">
              <a:buNone/>
            </a:pPr>
            <a:r>
              <a:rPr dirty="0"/>
              <a:t>Suppose </a:t>
            </a:r>
            <a:r>
              <a:rPr lang="en-US" dirty="0"/>
              <a:t>government bond</a:t>
            </a:r>
            <a:r>
              <a:rPr dirty="0"/>
              <a:t> yield</a:t>
            </a:r>
            <a:r>
              <a:rPr lang="en-US" dirty="0"/>
              <a:t> (risk-free rate)</a:t>
            </a:r>
            <a:r>
              <a:rPr dirty="0"/>
              <a:t> </a:t>
            </a:r>
            <a:r>
              <a:rPr lang="en-US" dirty="0"/>
              <a:t>is 2</a:t>
            </a:r>
            <a:r>
              <a:rPr dirty="0"/>
              <a:t>% and the </a:t>
            </a:r>
            <a:r>
              <a:rPr lang="en-US" dirty="0"/>
              <a:t>values</a:t>
            </a:r>
            <a:r>
              <a:rPr dirty="0"/>
              <a:t> </a:t>
            </a:r>
            <a:r>
              <a:rPr lang="en-US" dirty="0"/>
              <a:t>of</a:t>
            </a:r>
            <a:r>
              <a:rPr dirty="0"/>
              <a:t> </a:t>
            </a:r>
            <a:r>
              <a:rPr lang="en-US" dirty="0"/>
              <a:t>two</a:t>
            </a:r>
            <a:r>
              <a:rPr dirty="0"/>
              <a:t> equity investment</a:t>
            </a:r>
            <a:r>
              <a:rPr lang="en-US" dirty="0"/>
              <a:t>s</a:t>
            </a:r>
            <a:r>
              <a:rPr dirty="0"/>
              <a:t> are</a:t>
            </a:r>
            <a:r>
              <a:rPr lang="en-US" dirty="0"/>
              <a:t> as following. Both cost DKK100 today.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Which asset has higher risk/return?</a:t>
            </a:r>
          </a:p>
          <a:p>
            <a:r>
              <a:rPr lang="en-CA" dirty="0"/>
              <a:t>Which is a better investment?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D4E47C-0EC8-D9DE-0CDB-74AE65D37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73564"/>
              </p:ext>
            </p:extLst>
          </p:nvPr>
        </p:nvGraphicFramePr>
        <p:xfrm>
          <a:off x="1143000" y="2362200"/>
          <a:ext cx="8128000" cy="186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356071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450695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007490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252333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Scenario</a:t>
                      </a:r>
                      <a:endParaRPr lang="en-CA" sz="2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Probability</a:t>
                      </a:r>
                      <a:endParaRPr lang="en-CA" sz="2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Asset 1 </a:t>
                      </a:r>
                    </a:p>
                    <a:p>
                      <a:pPr algn="l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Ending Value</a:t>
                      </a:r>
                      <a:endParaRPr lang="en-CA" sz="2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Asset 2 </a:t>
                      </a:r>
                    </a:p>
                    <a:p>
                      <a:pPr algn="l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Ending Value</a:t>
                      </a:r>
                      <a:endParaRPr lang="en-CA" sz="2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977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Excellent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0.4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120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125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3398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OK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0.4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105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112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5191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Bad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>
                          <a:effectLst/>
                        </a:rPr>
                        <a:t>0.2</a:t>
                      </a:r>
                      <a:endParaRPr lang="en-CA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100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400" u="none" strike="noStrike" dirty="0">
                          <a:effectLst/>
                        </a:rPr>
                        <a:t>95</a:t>
                      </a:r>
                      <a:endParaRPr lang="en-CA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580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736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099" y="365127"/>
            <a:ext cx="11345799" cy="625474"/>
          </a:xfrm>
        </p:spPr>
        <p:txBody>
          <a:bodyPr/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Portfolio Risk and Return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66800" y="1219201"/>
            <a:ext cx="10702097" cy="4818184"/>
          </a:xfrm>
        </p:spPr>
        <p:txBody>
          <a:bodyPr wrap="square"/>
          <a:lstStyle/>
          <a:p>
            <a:pPr marL="0" indent="0">
              <a:buNone/>
            </a:pPr>
            <a:r>
              <a:rPr lang="en-CA" dirty="0"/>
              <a:t>Now, let’s combine the assets in a portfolio: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42DD1E-58C2-77B0-7B88-E3F6C02BE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060833"/>
              </p:ext>
            </p:extLst>
          </p:nvPr>
        </p:nvGraphicFramePr>
        <p:xfrm>
          <a:off x="1676400" y="1768043"/>
          <a:ext cx="829881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676352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8892896"/>
                    </a:ext>
                  </a:extLst>
                </a:gridCol>
                <a:gridCol w="2202815">
                  <a:extLst>
                    <a:ext uri="{9D8B030D-6E8A-4147-A177-3AD203B41FA5}">
                      <a16:colId xmlns:a16="http://schemas.microsoft.com/office/drawing/2014/main" val="42373532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174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w1 (Asset 1)</a:t>
                      </a:r>
                      <a:endParaRPr lang="en-CA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w2 (Asset 2)</a:t>
                      </a:r>
                      <a:endParaRPr lang="en-CA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Expected Return (%)</a:t>
                      </a:r>
                      <a:endParaRPr lang="en-CA" sz="20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Risk / Std Dev (%)</a:t>
                      </a:r>
                      <a:endParaRPr lang="en-CA" sz="20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04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13.8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11.05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509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0.2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0.8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13.04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9.48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4247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0.4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0.6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12.28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8.28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831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0.6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0.4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11.52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7.62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814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0.8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0.2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10.76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7.65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901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0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>
                          <a:effectLst/>
                        </a:rPr>
                        <a:t>10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000" u="none" strike="noStrike" dirty="0">
                          <a:effectLst/>
                        </a:rPr>
                        <a:t>8.37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748418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6436BBA-74E9-23E4-00DE-D859D28CD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162" y="4726508"/>
            <a:ext cx="4724400" cy="201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5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C090-CDB3-1DFF-5FA2-39B6B472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3074-ED7D-77DC-A453-0085D6B11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99" y="365127"/>
            <a:ext cx="11345799" cy="62547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Portfolio Efficient Frontier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63966-8217-F54C-72D5-F347DB53E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8" y="1016727"/>
            <a:ext cx="7772400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8D3A-922C-D6A1-D8FE-27FA9A7E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1638-E443-A2F9-45D1-088F190F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99" y="365127"/>
            <a:ext cx="11345799" cy="62547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Efficient Frontier for Many Assets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94FB8-4A13-4E09-0DFD-58E82073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57" y="990601"/>
            <a:ext cx="10094481" cy="567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4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D75EB-451F-1157-04DC-9F7883FD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1700-94A5-DEE9-1215-A4D926C5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99" y="365127"/>
            <a:ext cx="11345799" cy="62547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Efficient Frontier for Two Assets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003E0-2CAF-BAD1-6FD1-0899AD864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9" y="916015"/>
            <a:ext cx="10591800" cy="595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73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11347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latin typeface="Arial" panose="020B0604020202020204" pitchFamily="34" charset="0"/>
                <a:cs typeface="Arial" panose="020B0604020202020204" pitchFamily="34" charset="0"/>
              </a:rPr>
              <a:t>The Risk Management Process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237214-B855-5D4B-5442-DFC04B40DCC0}"/>
              </a:ext>
            </a:extLst>
          </p:cNvPr>
          <p:cNvGrpSpPr/>
          <p:nvPr/>
        </p:nvGrpSpPr>
        <p:grpSpPr>
          <a:xfrm>
            <a:off x="420624" y="1371600"/>
            <a:ext cx="11085576" cy="4191000"/>
            <a:chOff x="420624" y="1371600"/>
            <a:chExt cx="11347704" cy="5212080"/>
          </a:xfrm>
        </p:grpSpPr>
        <p:sp>
          <p:nvSpPr>
            <p:cNvPr id="9" name="Rectangle 8"/>
            <p:cNvSpPr/>
            <p:nvPr/>
          </p:nvSpPr>
          <p:spPr>
            <a:xfrm>
              <a:off x="420624" y="4032504"/>
              <a:ext cx="5605272" cy="2551176"/>
            </a:xfrm>
            <a:prstGeom prst="rect">
              <a:avLst/>
            </a:prstGeom>
            <a:solidFill>
              <a:srgbClr val="038044"/>
            </a:solidFill>
            <a:ln>
              <a:solidFill>
                <a:srgbClr val="0380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163056" y="4032504"/>
              <a:ext cx="5605272" cy="2551176"/>
            </a:xfrm>
            <a:prstGeom prst="rect">
              <a:avLst/>
            </a:prstGeom>
            <a:solidFill>
              <a:srgbClr val="E91C00"/>
            </a:solidFill>
            <a:ln>
              <a:solidFill>
                <a:srgbClr val="E91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420624" y="1371600"/>
              <a:ext cx="5605272" cy="2551176"/>
            </a:xfrm>
            <a:prstGeom prst="rect">
              <a:avLst/>
            </a:prstGeom>
            <a:solidFill>
              <a:srgbClr val="44546A"/>
            </a:solidFill>
            <a:ln>
              <a:solidFill>
                <a:srgbClr val="4454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8640" y="1463040"/>
              <a:ext cx="5349240" cy="574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1  Identify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48640" y="1801368"/>
              <a:ext cx="5349240" cy="19520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Map all risk exposures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Risk register &amp; heat map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Qualitative + quantitative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Include tail &amp; scenario risks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163056" y="1371600"/>
              <a:ext cx="5605272" cy="2551176"/>
            </a:xfrm>
            <a:prstGeom prst="rect">
              <a:avLst/>
            </a:prstGeom>
            <a:solidFill>
              <a:srgbClr val="1166AA"/>
            </a:solidFill>
            <a:ln>
              <a:solidFill>
                <a:srgbClr val="1166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91072" y="1463040"/>
              <a:ext cx="5349240" cy="574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2  Measure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91072" y="1801368"/>
              <a:ext cx="5349240" cy="19520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Quantify via models &amp; data</a:t>
              </a:r>
            </a:p>
            <a:p>
              <a:pPr algn="l"/>
              <a:r>
                <a:rPr sz="2400" dirty="0" err="1">
                  <a:solidFill>
                    <a:srgbClr val="FFFFFF"/>
                  </a:solidFill>
                  <a:latin typeface="Calibri"/>
                </a:rPr>
                <a:t>VaR</a:t>
              </a:r>
              <a:r>
                <a:rPr sz="2400" dirty="0">
                  <a:solidFill>
                    <a:srgbClr val="FFFFFF"/>
                  </a:solidFill>
                  <a:latin typeface="Calibri"/>
                </a:rPr>
                <a:t>, ES, credit metrics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Sensitivity analysis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Stress tests &amp; Monte Carlo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" y="4123944"/>
              <a:ext cx="5349240" cy="574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3  Monitor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4462271"/>
              <a:ext cx="5349240" cy="19520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Track exposures over time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Dashboards &amp; limit checks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Early-warning indicators</a:t>
              </a:r>
            </a:p>
            <a:p>
              <a:pPr algn="l"/>
              <a:r>
                <a:rPr sz="2400" dirty="0" err="1">
                  <a:solidFill>
                    <a:srgbClr val="FFFFFF"/>
                  </a:solidFill>
                  <a:latin typeface="Calibri"/>
                </a:rPr>
                <a:t>Backtest</a:t>
              </a:r>
              <a:r>
                <a:rPr sz="2400" dirty="0">
                  <a:solidFill>
                    <a:srgbClr val="FFFFFF"/>
                  </a:solidFill>
                  <a:latin typeface="Calibri"/>
                </a:rPr>
                <a:t> model accuracy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91072" y="4123944"/>
              <a:ext cx="5349240" cy="574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b="1" i="0" dirty="0">
                  <a:solidFill>
                    <a:srgbClr val="FFFFFF"/>
                  </a:solidFill>
                  <a:latin typeface="Calibri"/>
                </a:rPr>
                <a:t>4  Control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91072" y="4462271"/>
              <a:ext cx="5349240" cy="19520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Hedging &amp; derivatives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Position limits &amp; stop-losses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Capital allocation (RAROC)</a:t>
              </a:r>
            </a:p>
            <a:p>
              <a:pPr algn="l"/>
              <a:r>
                <a:rPr sz="2400" dirty="0">
                  <a:solidFill>
                    <a:srgbClr val="FFFFFF"/>
                  </a:solidFill>
                  <a:latin typeface="Calibri"/>
                </a:rPr>
                <a:t>Governance &amp; regulation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D561-6CD4-3421-49EC-D332293C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525A86-0D43-532C-9254-1B7D4D34A741}"/>
              </a:ext>
            </a:extLst>
          </p:cNvPr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b="1" dirty="0"/>
              <a:t>Why Risk Management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DF4B8-835E-47D2-99DF-4FC289F19401}"/>
              </a:ext>
            </a:extLst>
          </p:cNvPr>
          <p:cNvSpPr txBox="1"/>
          <p:nvPr/>
        </p:nvSpPr>
        <p:spPr>
          <a:xfrm>
            <a:off x="512064" y="1461889"/>
            <a:ext cx="1125626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Historical Failures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GFC 2008: tail risk &amp; contagion underestimated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LTCM 1998: leverage + model risk; ~$4.6B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Barings 1995: rogue trader (Leeson); ~$1.3B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Enron 2001: accounting &amp; off-balance-sheet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JPMorgan 'London Whale' 2012: ~$6.2B</a:t>
            </a:r>
          </a:p>
          <a:p>
            <a:endParaRPr lang="en-C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Key Lessons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Models have limits - validate and stress-test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Tail risks become correlated in crises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Culture and governance matter as much as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Leverage amplifies every type of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latin typeface="Arial" panose="020B0604020202020204" pitchFamily="34" charset="0"/>
                <a:cs typeface="Arial" panose="020B0604020202020204" pitchFamily="34" charset="0"/>
              </a:rPr>
              <a:t>Disclosure reduces systemic fragility</a:t>
            </a:r>
          </a:p>
        </p:txBody>
      </p:sp>
    </p:spTree>
    <p:extLst>
      <p:ext uri="{BB962C8B-B14F-4D97-AF65-F5344CB8AC3E}">
        <p14:creationId xmlns:p14="http://schemas.microsoft.com/office/powerpoint/2010/main" val="302097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2448-D119-5FDB-03B3-EA9D7B9A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C30E4-90D9-C0F1-09AC-BFA5986BAD7D}"/>
              </a:ext>
            </a:extLst>
          </p:cNvPr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b="1" dirty="0"/>
              <a:t>Market Risk &amp; Credit Risk (Two Major Risks)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EC1B8-5D19-5661-4158-D8CE937CB0DB}"/>
              </a:ext>
            </a:extLst>
          </p:cNvPr>
          <p:cNvSpPr txBox="1"/>
          <p:nvPr/>
        </p:nvSpPr>
        <p:spPr>
          <a:xfrm>
            <a:off x="512064" y="1066800"/>
            <a:ext cx="112562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Market risk: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Loss from market-price movements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Equity, FX, interest-rate, commodity risk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Measured by </a:t>
            </a:r>
            <a:r>
              <a:rPr lang="en-CA" sz="2400" dirty="0" err="1"/>
              <a:t>VaR</a:t>
            </a:r>
            <a:r>
              <a:rPr lang="en-CA" sz="2400" dirty="0"/>
              <a:t>, ES, Greeks, DV01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Basel III FRTB: 97.5% ES replaces </a:t>
            </a:r>
            <a:r>
              <a:rPr lang="en-CA" sz="2400" dirty="0" err="1"/>
              <a:t>VaR</a:t>
            </a:r>
            <a:endParaRPr lang="en-CA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Models: GARCH, historical sim, Monte Carlo</a:t>
            </a:r>
          </a:p>
          <a:p>
            <a:endParaRPr lang="en-US" sz="2400" dirty="0"/>
          </a:p>
          <a:p>
            <a:r>
              <a:rPr lang="en-US" sz="2400" b="1" dirty="0">
                <a:latin typeface="Calibri"/>
              </a:rPr>
              <a:t>Credit risk: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Counterparty fails to meet obligations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Expected loss = PD × LGD × EAD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Unexpected loss drives regulatory capital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Structural (Merton) &amp; intensity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Ratings: S&amp;P, Moody's, Fitch</a:t>
            </a:r>
          </a:p>
          <a:p>
            <a:endParaRPr sz="2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980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CAE9-9C8B-35EB-E88B-A48949BA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7117D9-2FD1-BC2E-AC0B-D61314AC7538}"/>
              </a:ext>
            </a:extLst>
          </p:cNvPr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b="1" dirty="0"/>
              <a:t>Liquidity Risk &amp; Operational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9C4C6-272E-BBC9-2EE1-80AD5E7DF199}"/>
              </a:ext>
            </a:extLst>
          </p:cNvPr>
          <p:cNvSpPr txBox="1"/>
          <p:nvPr/>
        </p:nvSpPr>
        <p:spPr>
          <a:xfrm>
            <a:off x="512064" y="1066800"/>
            <a:ext cx="112562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Liquidity</a:t>
            </a:r>
            <a:r>
              <a:rPr lang="en-US" sz="2400" b="1" dirty="0"/>
              <a:t> risk: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Market liquidity: cannot exit without price impact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Funding liquidity: cannot meet obligations when due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 err="1"/>
              <a:t>Amihud</a:t>
            </a:r>
            <a:r>
              <a:rPr lang="en-CA" sz="2400" dirty="0"/>
              <a:t> illiquidity ratio; bid-ask spread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Liquidity Coverage Ratio (LCR) ≥ 100%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Net Stable Funding Ratio (NSFR) ≥ 100%</a:t>
            </a:r>
          </a:p>
          <a:p>
            <a:endParaRPr lang="en-US" sz="2400" dirty="0"/>
          </a:p>
          <a:p>
            <a:r>
              <a:rPr lang="en-CA" sz="2400" b="1" dirty="0"/>
              <a:t>Operational</a:t>
            </a:r>
            <a:r>
              <a:rPr lang="en-US" sz="2400" b="1" dirty="0">
                <a:latin typeface="Calibri"/>
              </a:rPr>
              <a:t> risk: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Failed processes, people, systems, external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Fraud, cyber, legal &amp; compliance failures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Basel II: BIA / TSA / AMA approaches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Basel III final: single Standardised Approach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Modelled with Poisson frequency × lognormal severity</a:t>
            </a:r>
          </a:p>
          <a:p>
            <a:endParaRPr sz="24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5868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E8CD-B1CD-6F5A-15CA-39CF724A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C7EC2-5CC4-5CF0-AAD2-2B048801CC4E}"/>
              </a:ext>
            </a:extLst>
          </p:cNvPr>
          <p:cNvSpPr txBox="1"/>
          <p:nvPr/>
        </p:nvSpPr>
        <p:spPr>
          <a:xfrm>
            <a:off x="420624" y="347472"/>
            <a:ext cx="113477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b="1" dirty="0"/>
              <a:t>Systemic Risk &amp; ESG/Climate Risk</a:t>
            </a:r>
          </a:p>
          <a:p>
            <a:pPr algn="ctr"/>
            <a:endParaRPr lang="en-CA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38B67-4452-3741-D1DF-7B2CCC83399E}"/>
              </a:ext>
            </a:extLst>
          </p:cNvPr>
          <p:cNvSpPr txBox="1"/>
          <p:nvPr/>
        </p:nvSpPr>
        <p:spPr>
          <a:xfrm>
            <a:off x="512064" y="1066800"/>
            <a:ext cx="112562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Systemic</a:t>
            </a:r>
            <a:r>
              <a:rPr lang="en-US" sz="2400" b="1" dirty="0"/>
              <a:t> risk: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CoVaR: </a:t>
            </a:r>
            <a:r>
              <a:rPr lang="en-CA" sz="2400" dirty="0" err="1"/>
              <a:t>VaR</a:t>
            </a:r>
            <a:r>
              <a:rPr lang="en-CA" sz="2400" dirty="0"/>
              <a:t> of the system given firm i is in distress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400" dirty="0"/>
              <a:t>Δ</a:t>
            </a:r>
            <a:r>
              <a:rPr lang="en-CA" sz="2400" dirty="0"/>
              <a:t>CoVaR: firm i's incremental contribution to system risk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SRISK (Brownlees &amp; Engle 2017): expected capital shortfall in a crash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MES: a firm's average loss on the market's worst days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Individually rational behaviour can be collectively destructive</a:t>
            </a:r>
          </a:p>
          <a:p>
            <a:endParaRPr lang="en-CA" sz="2400" b="1" dirty="0"/>
          </a:p>
          <a:p>
            <a:r>
              <a:rPr lang="en-CA" sz="2400" b="1" dirty="0"/>
              <a:t>ESG/Climate</a:t>
            </a:r>
            <a:r>
              <a:rPr lang="en-US" sz="2400" b="1" dirty="0">
                <a:latin typeface="Calibri"/>
              </a:rPr>
              <a:t> risk: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Loss from environmental, social &amp; governance factors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Physical risk: floods, droughts, wildfires, sea-level rise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Transition risk: policy, carbon pricing, stranded assets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400" dirty="0"/>
              <a:t>Long-horizon, correlated, hard to model - diversification limited</a:t>
            </a:r>
          </a:p>
        </p:txBody>
      </p:sp>
    </p:spTree>
    <p:extLst>
      <p:ext uri="{BB962C8B-B14F-4D97-AF65-F5344CB8AC3E}">
        <p14:creationId xmlns:p14="http://schemas.microsoft.com/office/powerpoint/2010/main" val="3665610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ESG &amp; Climate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828800"/>
            <a:ext cx="11256264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ESG and climate risk are now treated as mainstream by the FSB, ECB, and Bank of England.</a:t>
            </a:r>
          </a:p>
          <a:p>
            <a:pPr>
              <a:spcBef>
                <a:spcPts val="500"/>
              </a:spcBef>
            </a:pPr>
            <a:r>
              <a:rPr sz="2800" dirty="0">
                <a:latin typeface="Calibri"/>
              </a:rPr>
              <a:t>• Physical risk: floods, droughts, wildfires, sea-level rise</a:t>
            </a:r>
          </a:p>
          <a:p>
            <a:pPr>
              <a:spcBef>
                <a:spcPts val="500"/>
              </a:spcBef>
            </a:pPr>
            <a:r>
              <a:rPr sz="2800" dirty="0">
                <a:latin typeface="Calibri"/>
              </a:rPr>
              <a:t>• Transition risk: policy, carbon pricing, stranded assets</a:t>
            </a:r>
          </a:p>
          <a:p>
            <a:pPr>
              <a:spcBef>
                <a:spcPts val="500"/>
              </a:spcBef>
            </a:pPr>
            <a:r>
              <a:rPr sz="2800" dirty="0">
                <a:latin typeface="Calibri"/>
              </a:rPr>
              <a:t>• Liability risk: claims against high-emitters and their financiers</a:t>
            </a:r>
          </a:p>
          <a:p>
            <a:pPr>
              <a:spcBef>
                <a:spcPts val="500"/>
              </a:spcBef>
            </a:pPr>
            <a:r>
              <a:rPr sz="2800" dirty="0">
                <a:latin typeface="Calibri"/>
              </a:rPr>
              <a:t>• Disclosure: TCFD, EU taxonomy, IFRS S1/S2 (ISSB), SEC climate rule</a:t>
            </a:r>
          </a:p>
          <a:p>
            <a:pPr>
              <a:spcBef>
                <a:spcPts val="500"/>
              </a:spcBef>
            </a:pPr>
            <a:r>
              <a:rPr sz="2800" dirty="0">
                <a:latin typeface="Calibri"/>
              </a:rPr>
              <a:t>• 'Green Swan' (BIS 2020): unprecedented, hard-to-model climate tail risk</a:t>
            </a:r>
          </a:p>
          <a:p>
            <a:pPr>
              <a:spcBef>
                <a:spcPts val="500"/>
              </a:spcBef>
            </a:pPr>
            <a:r>
              <a:rPr sz="2800" dirty="0">
                <a:latin typeface="Calibri"/>
              </a:rPr>
              <a:t>• ESG ratings disagree across providers </a:t>
            </a:r>
            <a:r>
              <a:rPr lang="en-US" sz="2800" dirty="0">
                <a:latin typeface="Calibri"/>
              </a:rPr>
              <a:t>-</a:t>
            </a:r>
            <a:r>
              <a:rPr sz="2800" dirty="0">
                <a:latin typeface="Calibri"/>
              </a:rPr>
              <a:t> measurement is itself a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Arial" panose="020B0604020202020204" pitchFamily="34" charset="0"/>
                <a:cs typeface="Arial" panose="020B0604020202020204" pitchFamily="34" charset="0"/>
              </a:rPr>
              <a:t>Comparing the Six Risk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1371600"/>
            <a:ext cx="5605272" cy="2551176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4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Market &amp; Credit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Most quantified; longest history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Basel capital charges well established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VaR, ES, PD/LGD/EAD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3056" y="1371600"/>
            <a:ext cx="5605272" cy="2551176"/>
          </a:xfrm>
          <a:prstGeom prst="rect">
            <a:avLst/>
          </a:prstGeom>
          <a:solidFill>
            <a:srgbClr val="038044"/>
          </a:solidFill>
          <a:ln>
            <a:solidFill>
              <a:srgbClr val="03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6291072" y="1463040"/>
            <a:ext cx="534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Liquidity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801368"/>
            <a:ext cx="534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Hard to model; highly non-linear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Crises amplify all other risks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LCR / NSFR are post-GFC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4032504"/>
            <a:ext cx="5605272" cy="2551176"/>
          </a:xfrm>
          <a:prstGeom prst="rect">
            <a:avLst/>
          </a:prstGeom>
          <a:solidFill>
            <a:srgbClr val="E91C00"/>
          </a:solidFill>
          <a:ln>
            <a:solidFill>
              <a:srgbClr val="E91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548640" y="4123944"/>
            <a:ext cx="534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534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Non-financial origin; data scarce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Fat-tailed loss distribution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Culture &amp; governance paramount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4032504"/>
            <a:ext cx="5605272" cy="255117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TextBox 12"/>
          <p:cNvSpPr txBox="1"/>
          <p:nvPr/>
        </p:nvSpPr>
        <p:spPr>
          <a:xfrm>
            <a:off x="6291072" y="4123944"/>
            <a:ext cx="534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Systemic &amp; ESG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4462272"/>
            <a:ext cx="534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Macro-level; network externalities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Contagion &amp; fire-sale spirals</a:t>
            </a:r>
          </a:p>
          <a:p>
            <a:pPr algn="l"/>
            <a:r>
              <a:rPr sz="2400">
                <a:solidFill>
                  <a:srgbClr val="FFFFFF"/>
                </a:solidFill>
                <a:latin typeface="Calibri"/>
              </a:rPr>
              <a:t>ESG newest; data still evolving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Nature of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r>
              <a:rPr dirty="0"/>
              <a:t>Commercial banking</a:t>
            </a:r>
          </a:p>
          <a:p>
            <a:pPr lvl="1"/>
            <a:r>
              <a:rPr dirty="0"/>
              <a:t>Taking deposits, making loans (wholesale or retail)</a:t>
            </a:r>
          </a:p>
          <a:p>
            <a:pPr lvl="1"/>
            <a:r>
              <a:rPr dirty="0"/>
              <a:t>Money center banks operate in the wholesale market and often fund loans by borrowing</a:t>
            </a:r>
          </a:p>
          <a:p>
            <a:r>
              <a:rPr dirty="0"/>
              <a:t>Investment banking</a:t>
            </a:r>
          </a:p>
          <a:p>
            <a:pPr lvl="1"/>
            <a:r>
              <a:rPr dirty="0"/>
              <a:t>Raising debt and equity for companies; advice on mergers and acquisitions, restructurings, trading, </a:t>
            </a:r>
            <a:r>
              <a:rPr dirty="0" err="1"/>
              <a:t>etc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Example of Simple Bank Balance Sheet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(2025)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1ED6F-FFA5-18BB-6B8A-4FF58521A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082975"/>
              </p:ext>
            </p:extLst>
          </p:nvPr>
        </p:nvGraphicFramePr>
        <p:xfrm>
          <a:off x="1054102" y="1634064"/>
          <a:ext cx="10223498" cy="3166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1047">
                  <a:extLst>
                    <a:ext uri="{9D8B030D-6E8A-4147-A177-3AD203B41FA5}">
                      <a16:colId xmlns:a16="http://schemas.microsoft.com/office/drawing/2014/main" val="2460051135"/>
                    </a:ext>
                  </a:extLst>
                </a:gridCol>
                <a:gridCol w="1587846">
                  <a:extLst>
                    <a:ext uri="{9D8B030D-6E8A-4147-A177-3AD203B41FA5}">
                      <a16:colId xmlns:a16="http://schemas.microsoft.com/office/drawing/2014/main" val="1959410423"/>
                    </a:ext>
                  </a:extLst>
                </a:gridCol>
                <a:gridCol w="2924979">
                  <a:extLst>
                    <a:ext uri="{9D8B030D-6E8A-4147-A177-3AD203B41FA5}">
                      <a16:colId xmlns:a16="http://schemas.microsoft.com/office/drawing/2014/main" val="3323402516"/>
                    </a:ext>
                  </a:extLst>
                </a:gridCol>
                <a:gridCol w="2019626">
                  <a:extLst>
                    <a:ext uri="{9D8B030D-6E8A-4147-A177-3AD203B41FA5}">
                      <a16:colId xmlns:a16="http://schemas.microsoft.com/office/drawing/2014/main" val="2141055151"/>
                    </a:ext>
                  </a:extLst>
                </a:gridCol>
              </a:tblGrid>
              <a:tr h="5277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CA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mln</a:t>
                      </a: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$)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Liabilities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(</a:t>
                      </a:r>
                      <a:r>
                        <a:rPr lang="en-CA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mln</a:t>
                      </a: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$)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3270550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Deposits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240982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Marketable Securities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Long-Term Debt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8507741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0735370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 Assets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0056869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0013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Income Statement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(2025)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23100" y="4960571"/>
            <a:ext cx="11345797" cy="1076813"/>
          </a:xfrm>
        </p:spPr>
        <p:txBody>
          <a:bodyPr wrap="square">
            <a:normAutofit fontScale="92500" lnSpcReduction="10000"/>
          </a:bodyPr>
          <a:lstStyle/>
          <a:p>
            <a:endParaRPr lang="en-CA" dirty="0"/>
          </a:p>
          <a:p>
            <a:r>
              <a:rPr lang="en-CA" dirty="0"/>
              <a:t>What happens in year 2026 if it is the same as year 2025 except that provision for loan losses is 4.0 instead of 0.8?</a:t>
            </a:r>
          </a:p>
          <a:p>
            <a:endParaRPr lang="en-US" dirty="0"/>
          </a:p>
          <a:p>
            <a:endParaRPr lang="en-CA" dirty="0"/>
          </a:p>
          <a:p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E20E51-5387-FE08-685A-C671132AD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411075"/>
              </p:ext>
            </p:extLst>
          </p:nvPr>
        </p:nvGraphicFramePr>
        <p:xfrm>
          <a:off x="2032000" y="1584960"/>
          <a:ext cx="6731000" cy="29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4076">
                  <a:extLst>
                    <a:ext uri="{9D8B030D-6E8A-4147-A177-3AD203B41FA5}">
                      <a16:colId xmlns:a16="http://schemas.microsoft.com/office/drawing/2014/main" val="1810456673"/>
                    </a:ext>
                  </a:extLst>
                </a:gridCol>
                <a:gridCol w="1626924">
                  <a:extLst>
                    <a:ext uri="{9D8B030D-6E8A-4147-A177-3AD203B41FA5}">
                      <a16:colId xmlns:a16="http://schemas.microsoft.com/office/drawing/2014/main" val="366100903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Income Statement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(</a:t>
                      </a:r>
                      <a:r>
                        <a:rPr lang="en-CA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mln</a:t>
                      </a: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$)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30565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Interest Income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66263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Provision for Loan Losses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8806681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Non-Interest Income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90700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Non-Interest Expense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3264308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Pre-tax Income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60624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8BAE-120A-770D-8105-2DBC21F06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E732-DC09-C58E-B90E-B84AF169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 How the 6 Risks affect the Bank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E694-C1E5-28D5-4F41-52F8A7B61E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Market risk</a:t>
            </a:r>
          </a:p>
          <a:p>
            <a:r>
              <a:rPr lang="en-CA" dirty="0"/>
              <a:t>Hits: securities (10) marked down; rate rises compress net interest income (3.00)</a:t>
            </a:r>
          </a:p>
          <a:p>
            <a:r>
              <a:rPr lang="en-CA" dirty="0"/>
              <a:t>Manage: duration-gap / ALM, interest-rate swaps, </a:t>
            </a:r>
            <a:r>
              <a:rPr lang="en-CA" dirty="0" err="1"/>
              <a:t>VaR</a:t>
            </a:r>
            <a:r>
              <a:rPr lang="en-CA" dirty="0"/>
              <a:t> &amp; ES limits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Credit risk</a:t>
            </a:r>
          </a:p>
          <a:p>
            <a:r>
              <a:rPr lang="en-CA" dirty="0"/>
              <a:t>Hits: loan (80) defaults raise loan-loss provisions — 0.80 → 4.00 turns +0.60 into −2.60</a:t>
            </a:r>
          </a:p>
          <a:p>
            <a:r>
              <a:rPr lang="en-CA" dirty="0"/>
              <a:t>Manage: underwriting limits, diversification, collateral, provisioning, capital buffer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Liquidity risk</a:t>
            </a:r>
          </a:p>
          <a:p>
            <a:r>
              <a:rPr lang="en-CA" dirty="0"/>
              <a:t>Hits: only 15 liquid assets vs 90 deposits; runs force fire-sale losses</a:t>
            </a:r>
          </a:p>
          <a:p>
            <a:r>
              <a:rPr lang="en-CA" dirty="0"/>
              <a:t>Manage: HQLA buffers (LCR/NSFR), diversified funding, contingency funding plan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1285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FA80-7A42-264B-0D53-68C3DDAD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EFF6-1FBB-F4B1-0CA6-D9149D6D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 How the 6 Risks affect the Bank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C226-6964-37FD-87B8-1A9736D57E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Operational risk</a:t>
            </a:r>
          </a:p>
          <a:p>
            <a:r>
              <a:rPr lang="en-CA" dirty="0"/>
              <a:t>Hits: fraud, cyber, fines land in non-interest expense (2.50)</a:t>
            </a:r>
          </a:p>
          <a:p>
            <a:r>
              <a:rPr lang="en-CA" dirty="0"/>
              <a:t>Manage: internal controls, cyber resilience, insurance, op-risk capital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Systemic risk</a:t>
            </a:r>
          </a:p>
          <a:p>
            <a:r>
              <a:rPr lang="en-CA" dirty="0"/>
              <a:t>Hits: funding, asset values, defaults strike at once — 5 equity too small</a:t>
            </a:r>
          </a:p>
          <a:p>
            <a:r>
              <a:rPr lang="en-CA" dirty="0"/>
              <a:t>Manage: extra capital/liquidity buffers, less concentration, stress tests, resolution plans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b="1" dirty="0"/>
              <a:t>ESG / climate risk</a:t>
            </a:r>
          </a:p>
          <a:p>
            <a:r>
              <a:rPr lang="en-CA" dirty="0"/>
              <a:t>Hits: stranded loans → future provisions; physical damage to collateral; liability costs</a:t>
            </a:r>
          </a:p>
          <a:p>
            <a:r>
              <a:rPr lang="en-CA" dirty="0"/>
              <a:t>Manage: climate stress tests, sector exposure limits, decarbonize, price into spreads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3969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What if  Balance Sheet Had Been More Aggressive?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6F9E90-AF87-E58A-585D-A9DF9AF54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730468"/>
              </p:ext>
            </p:extLst>
          </p:nvPr>
        </p:nvGraphicFramePr>
        <p:xfrm>
          <a:off x="977902" y="1786464"/>
          <a:ext cx="9994898" cy="3166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514">
                  <a:extLst>
                    <a:ext uri="{9D8B030D-6E8A-4147-A177-3AD203B41FA5}">
                      <a16:colId xmlns:a16="http://schemas.microsoft.com/office/drawing/2014/main" val="2460051135"/>
                    </a:ext>
                  </a:extLst>
                </a:gridCol>
                <a:gridCol w="1552341">
                  <a:extLst>
                    <a:ext uri="{9D8B030D-6E8A-4147-A177-3AD203B41FA5}">
                      <a16:colId xmlns:a16="http://schemas.microsoft.com/office/drawing/2014/main" val="1959410423"/>
                    </a:ext>
                  </a:extLst>
                </a:gridCol>
                <a:gridCol w="2859576">
                  <a:extLst>
                    <a:ext uri="{9D8B030D-6E8A-4147-A177-3AD203B41FA5}">
                      <a16:colId xmlns:a16="http://schemas.microsoft.com/office/drawing/2014/main" val="3323402516"/>
                    </a:ext>
                  </a:extLst>
                </a:gridCol>
                <a:gridCol w="1974467">
                  <a:extLst>
                    <a:ext uri="{9D8B030D-6E8A-4147-A177-3AD203B41FA5}">
                      <a16:colId xmlns:a16="http://schemas.microsoft.com/office/drawing/2014/main" val="2141055151"/>
                    </a:ext>
                  </a:extLst>
                </a:gridCol>
              </a:tblGrid>
              <a:tr h="5277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CA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mln</a:t>
                      </a: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$)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Liabilities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CA" sz="2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mln</a:t>
                      </a:r>
                      <a:r>
                        <a:rPr lang="en-CA" sz="2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$) 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3270550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Deposits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9240982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Marketable Securities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Long-Term Debt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8507741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0735370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 Assets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0056869"/>
                  </a:ext>
                </a:extLst>
              </a:tr>
              <a:tr h="527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0013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r>
              <a:rPr dirty="0"/>
              <a:t>Regulators set minimum levels for the capital a bank is required to keep</a:t>
            </a:r>
          </a:p>
          <a:p>
            <a:r>
              <a:rPr dirty="0"/>
              <a:t>Equity is an example of Tier 1 capital</a:t>
            </a:r>
          </a:p>
          <a:p>
            <a:r>
              <a:rPr dirty="0"/>
              <a:t>Subordinated long term debt is an example of Tier 2 capital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Deposit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r>
              <a:rPr dirty="0"/>
              <a:t>Most countries have deposit insurance programs that insure depositors against losses up to a certain level</a:t>
            </a:r>
          </a:p>
          <a:p>
            <a:r>
              <a:rPr dirty="0"/>
              <a:t>In the US the FDIC has provided protection for depositors since 1933</a:t>
            </a:r>
          </a:p>
          <a:p>
            <a:r>
              <a:rPr dirty="0"/>
              <a:t>The amount insured was $2,500 in 1933</a:t>
            </a:r>
          </a:p>
          <a:p>
            <a:r>
              <a:rPr dirty="0"/>
              <a:t>It has been increased several times</a:t>
            </a:r>
          </a:p>
          <a:p>
            <a:r>
              <a:rPr dirty="0"/>
              <a:t>Following the credit crisis it was increased from $100,000 to $250,000 in October 2008.</a:t>
            </a:r>
          </a:p>
          <a:p>
            <a:r>
              <a:rPr dirty="0"/>
              <a:t>Why might deposit insurance encourage a bank to take risks?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Long-Term Capital Management (LTCM): What Happened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2" name="Content Placeholder"/>
          <p:cNvSpPr>
            <a:spLocks noGrp="1"/>
          </p:cNvSpPr>
          <p:nvPr>
            <p:ph sz="half" idx="2"/>
          </p:nvPr>
        </p:nvSpPr>
        <p:spPr>
          <a:xfrm>
            <a:off x="423100" y="1142999"/>
            <a:ext cx="11345797" cy="4894385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lang="en-CA" b="1" dirty="0"/>
              <a:t>The firm</a:t>
            </a:r>
          </a:p>
          <a:p>
            <a:r>
              <a:rPr lang="en-CA" dirty="0"/>
              <a:t>Long-Term Capital Management: hedge fund founded 1994 by John Meriwether (ex-Salomon bond arbitrage)</a:t>
            </a:r>
          </a:p>
          <a:p>
            <a:r>
              <a:rPr lang="en-CA" dirty="0"/>
              <a:t>Star partners: Nobel laureates Robert Merton and Myron Scholes, plus former Fed Vice Chairman David Mullins</a:t>
            </a:r>
          </a:p>
          <a:p>
            <a:pPr marL="0" indent="0">
              <a:buNone/>
            </a:pPr>
            <a:r>
              <a:rPr lang="en-CA" b="1" dirty="0"/>
              <a:t>The strategy</a:t>
            </a:r>
          </a:p>
          <a:p>
            <a:r>
              <a:rPr lang="en-CA" dirty="0"/>
              <a:t>Relative-value / convergence arbitrage: buy the cheap bond, short the rich one, profit when prices converge</a:t>
            </a:r>
          </a:p>
          <a:p>
            <a:r>
              <a:rPr lang="en-CA" dirty="0"/>
              <a:t>Mispricings were tiny (a few basis points), so returns had to be manufactured with enormous leverage</a:t>
            </a:r>
          </a:p>
          <a:p>
            <a:pPr marL="0" indent="0">
              <a:buNone/>
            </a:pPr>
            <a:r>
              <a:rPr lang="en-CA" b="1" dirty="0"/>
              <a:t>The leverage</a:t>
            </a:r>
          </a:p>
          <a:p>
            <a:r>
              <a:rPr lang="en-CA" dirty="0"/>
              <a:t>Early 1998: about 4.7bn USD equity supporting about 125bn USD of assets, roughly 25 to 1</a:t>
            </a:r>
          </a:p>
          <a:p>
            <a:r>
              <a:rPr lang="en-CA" dirty="0"/>
              <a:t>Derivatives pushed notional exposure past 1 trillion USD, so true economic leverage was far higher</a:t>
            </a:r>
          </a:p>
          <a:p>
            <a:r>
              <a:rPr lang="en-CA" dirty="0"/>
              <a:t>Early returns dazzled: about 40% in 1995 and 1996, feeding confidence in the firm and its lenders</a:t>
            </a:r>
          </a:p>
          <a:p>
            <a:pPr marL="0" indent="0">
              <a:buNone/>
            </a:pPr>
            <a:r>
              <a:rPr lang="en-CA" b="1" dirty="0"/>
              <a:t>The trigger</a:t>
            </a:r>
          </a:p>
          <a:p>
            <a:r>
              <a:rPr lang="en-CA" dirty="0"/>
              <a:t>Aug 17, 1998: Russia devalued the ruble and defaulted on its domestic debt, an event models rated near-impossible</a:t>
            </a:r>
          </a:p>
          <a:p>
            <a:r>
              <a:rPr lang="en-CA" dirty="0"/>
              <a:t>Flight to quality: spreads LTCM bet would narrow instead widened sharply</a:t>
            </a:r>
          </a:p>
        </p:txBody>
      </p:sp>
    </p:spTree>
    <p:extLst>
      <p:ext uri="{BB962C8B-B14F-4D97-AF65-F5344CB8AC3E}">
        <p14:creationId xmlns:p14="http://schemas.microsoft.com/office/powerpoint/2010/main" val="4174302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LTCM: Why It Failed and What It Teaches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04" name="Content Placeholder"/>
          <p:cNvSpPr>
            <a:spLocks noGrp="1"/>
          </p:cNvSpPr>
          <p:nvPr>
            <p:ph sz="half" idx="2"/>
          </p:nvPr>
        </p:nvSpPr>
        <p:spPr>
          <a:xfrm>
            <a:off x="423100" y="914401"/>
            <a:ext cx="11345797" cy="512298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CA" sz="2000" b="1" dirty="0"/>
              <a:t>The collapse</a:t>
            </a:r>
          </a:p>
          <a:p>
            <a:r>
              <a:rPr lang="en-CA" sz="2000" dirty="0"/>
              <a:t>Bets assumed to be independent all moved together: correlations went to 1 exactly when it mattered</a:t>
            </a:r>
          </a:p>
          <a:p>
            <a:r>
              <a:rPr lang="en-CA" sz="2000" dirty="0"/>
              <a:t>Positions were too large to exit - LTCM was the market - so unwinding meant fire-sale prices (liquidity risk)</a:t>
            </a:r>
          </a:p>
          <a:p>
            <a:r>
              <a:rPr lang="en-CA" sz="2000" dirty="0"/>
              <a:t>About 1.9bn USD lost in Aug 1998 alone, roughly half its capital; equity fell from 4.7bn to under 1bn in weeks</a:t>
            </a:r>
          </a:p>
          <a:p>
            <a:pPr marL="0" indent="0">
              <a:buNone/>
            </a:pPr>
            <a:r>
              <a:rPr lang="en-CA" sz="2000" b="1" dirty="0"/>
              <a:t>The rescue</a:t>
            </a:r>
          </a:p>
          <a:p>
            <a:r>
              <a:rPr lang="en-CA" sz="2000" dirty="0"/>
              <a:t>Sep 1998: the New York Fed convened 14 banks to inject about 3.6bn USD for 90% of the fund</a:t>
            </a:r>
          </a:p>
          <a:p>
            <a:r>
              <a:rPr lang="en-CA" sz="2000" dirty="0"/>
              <a:t>Private-sector money, not a taxpayer bailout; a disorderly unwind of &gt;1tn USD threatened to freeze markets</a:t>
            </a:r>
          </a:p>
          <a:p>
            <a:r>
              <a:rPr lang="en-CA" sz="2000" dirty="0"/>
              <a:t>An early lesson in systemic risk: one fund was too interconnected to fail through its counterparties</a:t>
            </a:r>
          </a:p>
          <a:p>
            <a:pPr marL="0" indent="0">
              <a:buNone/>
            </a:pPr>
            <a:r>
              <a:rPr lang="en-CA" sz="2000" b="1" dirty="0"/>
              <a:t>Risk-management lessons</a:t>
            </a:r>
          </a:p>
          <a:p>
            <a:r>
              <a:rPr lang="en-CA" sz="2000" dirty="0"/>
              <a:t>Leverage is the amplifier: a sound strategy at 2 to 1 becomes lethal at 25 to 1</a:t>
            </a:r>
          </a:p>
          <a:p>
            <a:r>
              <a:rPr lang="en-CA" sz="2000" dirty="0"/>
              <a:t>Correlations rise toward 1 in a crisis; diversification measured in calm markets overstates protection</a:t>
            </a:r>
          </a:p>
          <a:p>
            <a:r>
              <a:rPr lang="en-CA" sz="2000" dirty="0"/>
              <a:t>Liquidity risk is distinct from market risk; VaR calibrated on quiet data underprices fat tails</a:t>
            </a:r>
          </a:p>
          <a:p>
            <a:r>
              <a:rPr lang="en-CA" sz="2000" dirty="0"/>
              <a:t>Ties to market, liquidity, systemic and model risk - brilliance is not a hedge</a:t>
            </a:r>
          </a:p>
        </p:txBody>
      </p:sp>
    </p:spTree>
    <p:extLst>
      <p:ext uri="{BB962C8B-B14F-4D97-AF65-F5344CB8AC3E}">
        <p14:creationId xmlns:p14="http://schemas.microsoft.com/office/powerpoint/2010/main" val="301721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Course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219200"/>
            <a:ext cx="11256264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latin typeface="Calibri"/>
              </a:rPr>
              <a:t>• S1 Course overview &amp; the six types of financial risk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S2 Market-risk basics</a:t>
            </a:r>
            <a:r>
              <a:rPr lang="en-US" sz="2400" dirty="0">
                <a:latin typeface="Calibri"/>
              </a:rPr>
              <a:t>:</a:t>
            </a:r>
            <a:r>
              <a:rPr sz="2400" dirty="0">
                <a:latin typeface="Calibri"/>
              </a:rPr>
              <a:t> returns, volatility, correlation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S3 Value-at-Risk</a:t>
            </a:r>
            <a:r>
              <a:rPr lang="en-US" sz="2400" dirty="0">
                <a:latin typeface="Calibri"/>
              </a:rPr>
              <a:t>: </a:t>
            </a:r>
            <a:r>
              <a:rPr sz="2400" dirty="0">
                <a:latin typeface="Calibri"/>
              </a:rPr>
              <a:t>parametric, historical, Monte Carlo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S4 Expected Shortfall &amp; back</a:t>
            </a:r>
            <a:r>
              <a:rPr lang="en-US" sz="2400" dirty="0">
                <a:latin typeface="Calibri"/>
              </a:rPr>
              <a:t> </a:t>
            </a:r>
            <a:r>
              <a:rPr sz="2400" dirty="0">
                <a:latin typeface="Calibri"/>
              </a:rPr>
              <a:t>testing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S5</a:t>
            </a:r>
            <a:r>
              <a:rPr lang="en-US" sz="2400" dirty="0">
                <a:latin typeface="Calibri"/>
              </a:rPr>
              <a:t>-</a:t>
            </a:r>
            <a:r>
              <a:rPr sz="2400" dirty="0">
                <a:latin typeface="Calibri"/>
              </a:rPr>
              <a:t>6 Credit risk</a:t>
            </a:r>
            <a:r>
              <a:rPr lang="en-US" sz="2400" dirty="0">
                <a:latin typeface="Calibri"/>
              </a:rPr>
              <a:t>: </a:t>
            </a:r>
            <a:r>
              <a:rPr sz="2400" dirty="0">
                <a:latin typeface="Calibri"/>
              </a:rPr>
              <a:t>Merton &amp; spreads; intensity &amp; portfolio copula models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S7</a:t>
            </a:r>
            <a:r>
              <a:rPr lang="en-US" sz="2400" dirty="0">
                <a:latin typeface="Calibri"/>
              </a:rPr>
              <a:t> </a:t>
            </a:r>
            <a:r>
              <a:rPr sz="2400" dirty="0">
                <a:latin typeface="Calibri"/>
              </a:rPr>
              <a:t>Liquidity &amp; operational risk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S8</a:t>
            </a:r>
            <a:r>
              <a:rPr lang="en-US" sz="2400" dirty="0">
                <a:latin typeface="Calibri"/>
              </a:rPr>
              <a:t> </a:t>
            </a:r>
            <a:r>
              <a:rPr sz="2400" dirty="0">
                <a:latin typeface="Calibri"/>
              </a:rPr>
              <a:t>Derivatives in risk management</a:t>
            </a:r>
            <a:r>
              <a:rPr lang="en-US" sz="2400" dirty="0">
                <a:latin typeface="Calibri"/>
              </a:rPr>
              <a:t>: </a:t>
            </a:r>
            <a:r>
              <a:rPr sz="2400" dirty="0">
                <a:latin typeface="Calibri"/>
              </a:rPr>
              <a:t>binomial &amp; Black–Scholes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S9</a:t>
            </a:r>
            <a:r>
              <a:rPr lang="en-US" sz="2400" dirty="0">
                <a:latin typeface="Calibri"/>
              </a:rPr>
              <a:t>-</a:t>
            </a:r>
            <a:r>
              <a:rPr sz="2400" dirty="0">
                <a:latin typeface="Calibri"/>
              </a:rPr>
              <a:t>10</a:t>
            </a:r>
            <a:r>
              <a:rPr lang="en-US" sz="2400" dirty="0">
                <a:latin typeface="Calibri"/>
              </a:rPr>
              <a:t> </a:t>
            </a:r>
            <a:r>
              <a:rPr sz="2400" dirty="0">
                <a:latin typeface="Calibri"/>
              </a:rPr>
              <a:t>Portfolio risk &amp; optimi</a:t>
            </a:r>
            <a:r>
              <a:rPr lang="en-US" sz="2400" dirty="0">
                <a:latin typeface="Calibri"/>
              </a:rPr>
              <a:t>z</a:t>
            </a:r>
            <a:r>
              <a:rPr sz="2400" dirty="0">
                <a:latin typeface="Calibri"/>
              </a:rPr>
              <a:t>ation</a:t>
            </a:r>
            <a:r>
              <a:rPr lang="en-US" sz="2400" dirty="0">
                <a:latin typeface="Calibri"/>
              </a:rPr>
              <a:t>: </a:t>
            </a:r>
            <a:r>
              <a:rPr sz="2400" dirty="0">
                <a:latin typeface="Calibri"/>
              </a:rPr>
              <a:t>mean-variance; risk parity, robust, ESG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S11</a:t>
            </a:r>
            <a:r>
              <a:rPr lang="en-US" sz="2400" dirty="0">
                <a:latin typeface="Calibri"/>
              </a:rPr>
              <a:t> </a:t>
            </a:r>
            <a:r>
              <a:rPr sz="2400" dirty="0">
                <a:latin typeface="Calibri"/>
              </a:rPr>
              <a:t>Regulatory risk &amp; stress testing (Basel III)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 S12</a:t>
            </a:r>
            <a:r>
              <a:rPr lang="en-US" sz="2400" dirty="0">
                <a:latin typeface="Calibri"/>
              </a:rPr>
              <a:t> </a:t>
            </a:r>
            <a:r>
              <a:rPr sz="2400" dirty="0">
                <a:latin typeface="Calibri"/>
              </a:rPr>
              <a:t>Systemic risk &amp; model risk</a:t>
            </a:r>
          </a:p>
          <a:p>
            <a:pPr>
              <a:spcBef>
                <a:spcPts val="500"/>
              </a:spcBef>
            </a:pPr>
            <a:r>
              <a:rPr sz="2400" dirty="0">
                <a:latin typeface="Calibri"/>
              </a:rPr>
              <a:t>•</a:t>
            </a:r>
            <a:r>
              <a:rPr lang="en-US" sz="2400" dirty="0">
                <a:latin typeface="Calibri"/>
              </a:rPr>
              <a:t> S13</a:t>
            </a:r>
            <a:r>
              <a:rPr sz="2400" dirty="0">
                <a:latin typeface="Calibri"/>
              </a:rPr>
              <a:t> Review — key topics &amp; exam Q&amp;A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The Portfolio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71600"/>
            <a:ext cx="11256264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Assessment is one portfolio exam — three assignments you build across the course and finalise after collective feedback on your drafts.</a:t>
            </a:r>
          </a:p>
          <a:p>
            <a:endParaRPr lang="en-CA" sz="2000" dirty="0">
              <a:latin typeface="Calibri"/>
            </a:endParaRPr>
          </a:p>
          <a:p>
            <a:r>
              <a:rPr sz="2000" dirty="0">
                <a:latin typeface="Calibri"/>
              </a:rPr>
              <a:t>• Three individual assignments, equally weighted; everyone's portfolio differs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Deliverable: one executable Jupyter notebook (.</a:t>
            </a:r>
            <a:r>
              <a:rPr sz="2000" dirty="0" err="1">
                <a:latin typeface="Calibri"/>
              </a:rPr>
              <a:t>ipynb</a:t>
            </a:r>
            <a:r>
              <a:rPr sz="2000" dirty="0">
                <a:latin typeface="Calibri"/>
              </a:rPr>
              <a:t>) + PDF export + your data snapshot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Submit via </a:t>
            </a:r>
            <a:r>
              <a:rPr sz="2000" dirty="0" err="1">
                <a:latin typeface="Calibri"/>
              </a:rPr>
              <a:t>WISEflow</a:t>
            </a:r>
            <a:r>
              <a:rPr sz="2000" dirty="0">
                <a:latin typeface="Calibri"/>
              </a:rPr>
              <a:t>; graded on the Danish 7-point scale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Length: ≤10,000 narrative characters per assignment (code &amp; figures excluded); ≤30,000 total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Attendance: 11 days required to be eligible to sit the exam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AI/LLM tools (ChatGPT, Claude) are permitted and encouraged — verify every number against your own output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Marked on correct method and interpretation of YOUR results, not code volume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How the Course Builds Your Exam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1371600"/>
            <a:ext cx="5605272" cy="2551176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Assignment 1 · Market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20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Sessions 2–4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Volatility, correlation, beta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VaR: parametric / historical / MC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Expected Shortfall; GARCH(1,1)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Basel traffic-light backtest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3056" y="1371600"/>
            <a:ext cx="5605272" cy="2551176"/>
          </a:xfrm>
          <a:prstGeom prst="rect">
            <a:avLst/>
          </a:prstGeom>
          <a:solidFill>
            <a:srgbClr val="1166AA"/>
          </a:solidFill>
          <a:ln>
            <a:solidFill>
              <a:srgbClr val="11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91072" y="14630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Assignment 2 · Credit, Deriv., Liq., 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801368"/>
            <a:ext cx="5349240" cy="20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Sessions 5–8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Merton distance-to-default &amp; PD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Gaussian-copula Credit VaR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Black–Scholes / binomial Greeks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Liquidity-adj. VaR; op-loss sim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4032504"/>
            <a:ext cx="5605272" cy="2551176"/>
          </a:xfrm>
          <a:prstGeom prst="rect">
            <a:avLst/>
          </a:prstGeom>
          <a:solidFill>
            <a:srgbClr val="038044"/>
          </a:solidFill>
          <a:ln>
            <a:solidFill>
              <a:srgbClr val="03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1239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Assignment 3 · Optimisation &amp; Systemic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5349240" cy="20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FFFFFF"/>
                </a:solidFill>
                <a:latin typeface="Calibri"/>
              </a:rPr>
              <a:t>Sessions 9–12</a:t>
            </a:r>
          </a:p>
          <a:p>
            <a:pPr algn="l"/>
            <a:r>
              <a:rPr sz="1300" dirty="0">
                <a:solidFill>
                  <a:srgbClr val="FFFFFF"/>
                </a:solidFill>
                <a:latin typeface="Calibri"/>
              </a:rPr>
              <a:t>Mean-variance frontier; risk parity</a:t>
            </a:r>
          </a:p>
          <a:p>
            <a:pPr algn="l"/>
            <a:r>
              <a:rPr sz="1300" dirty="0">
                <a:solidFill>
                  <a:srgbClr val="FFFFFF"/>
                </a:solidFill>
                <a:latin typeface="Calibri"/>
              </a:rPr>
              <a:t>Black–Litterman; robust/shrinkage</a:t>
            </a:r>
          </a:p>
          <a:p>
            <a:pPr algn="l"/>
            <a:r>
              <a:rPr sz="1300" dirty="0">
                <a:solidFill>
                  <a:srgbClr val="FFFFFF"/>
                </a:solidFill>
                <a:latin typeface="Calibri"/>
              </a:rPr>
              <a:t>ESG tilt; stress tests (Basel III)</a:t>
            </a:r>
          </a:p>
          <a:p>
            <a:pPr algn="l"/>
            <a:r>
              <a:rPr sz="1300" dirty="0">
                <a:solidFill>
                  <a:srgbClr val="FFFFFF"/>
                </a:solidFill>
                <a:latin typeface="Calibri"/>
              </a:rPr>
              <a:t>CoVaR; 1/N out-of-sample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4032504"/>
            <a:ext cx="5605272" cy="255117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41239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dirty="0">
                <a:solidFill>
                  <a:srgbClr val="FFFFFF"/>
                </a:solidFill>
                <a:latin typeface="Calibri"/>
              </a:rPr>
              <a:t>Across board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91072" y="4462272"/>
            <a:ext cx="5349240" cy="20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Real-data acquisition (yfinance)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Reproducible snapshot, clean data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Interpretation anchored to YOUR numbers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Critical limits &amp; regulatory framing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Acquiring Your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828800"/>
            <a:ext cx="11256264" cy="3654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latin typeface="Calibri"/>
              </a:rPr>
              <a:t>• Stock 1</a:t>
            </a:r>
            <a:r>
              <a:rPr lang="en-US" sz="1800" dirty="0">
                <a:latin typeface="Calibri"/>
              </a:rPr>
              <a:t>:</a:t>
            </a:r>
            <a:r>
              <a:rPr sz="1800" dirty="0">
                <a:latin typeface="Calibri"/>
              </a:rPr>
              <a:t> a listed company starting with your FIRST-name initial</a:t>
            </a:r>
          </a:p>
          <a:p>
            <a:pPr>
              <a:spcBef>
                <a:spcPts val="500"/>
              </a:spcBef>
            </a:pPr>
            <a:r>
              <a:rPr sz="1800" dirty="0">
                <a:latin typeface="Calibri"/>
              </a:rPr>
              <a:t>• Stock 2</a:t>
            </a:r>
            <a:r>
              <a:rPr lang="en-US" sz="1800" dirty="0">
                <a:latin typeface="Calibri"/>
              </a:rPr>
              <a:t>: </a:t>
            </a:r>
            <a:r>
              <a:rPr sz="1800" dirty="0">
                <a:latin typeface="Calibri"/>
              </a:rPr>
              <a:t>a listed company starting with your LAST-name initial</a:t>
            </a:r>
          </a:p>
          <a:p>
            <a:pPr>
              <a:spcBef>
                <a:spcPts val="500"/>
              </a:spcBef>
            </a:pPr>
            <a:r>
              <a:rPr sz="1800" dirty="0">
                <a:latin typeface="Calibri"/>
              </a:rPr>
              <a:t>• Stock 3</a:t>
            </a:r>
            <a:r>
              <a:rPr lang="en-US" sz="1800" dirty="0">
                <a:latin typeface="Calibri"/>
              </a:rPr>
              <a:t>: </a:t>
            </a:r>
            <a:r>
              <a:rPr sz="1800" dirty="0">
                <a:latin typeface="Calibri"/>
              </a:rPr>
              <a:t>a different sector, so the portfolio is diversified</a:t>
            </a:r>
          </a:p>
          <a:p>
            <a:pPr>
              <a:spcBef>
                <a:spcPts val="500"/>
              </a:spcBef>
            </a:pPr>
            <a:r>
              <a:rPr sz="1800" dirty="0">
                <a:latin typeface="Calibri"/>
              </a:rPr>
              <a:t>• Single-bloc rule: all three trade in one bloc, benchmarked to that bloc's index</a:t>
            </a:r>
          </a:p>
          <a:p>
            <a:pPr>
              <a:spcBef>
                <a:spcPts val="500"/>
              </a:spcBef>
            </a:pPr>
            <a:r>
              <a:rPr sz="1600" dirty="0">
                <a:latin typeface="Calibri"/>
              </a:rPr>
              <a:t>    ◦ North America → S&amp;P 500 (^GSPC); all-Canadian → S&amp;P/TSX (^GSPTSE)</a:t>
            </a:r>
          </a:p>
          <a:p>
            <a:pPr>
              <a:spcBef>
                <a:spcPts val="500"/>
              </a:spcBef>
            </a:pPr>
            <a:r>
              <a:rPr sz="1600" dirty="0">
                <a:latin typeface="Calibri"/>
              </a:rPr>
              <a:t>    ◦ Europe incl. UK → STOXX Europe 600 (^STOXX); all-London → FTSE 100 (^FTSE)</a:t>
            </a:r>
          </a:p>
          <a:p>
            <a:pPr>
              <a:spcBef>
                <a:spcPts val="500"/>
              </a:spcBef>
            </a:pPr>
            <a:r>
              <a:rPr sz="1800" dirty="0">
                <a:latin typeface="Calibri"/>
              </a:rPr>
              <a:t>• Why one bloc: beta is only meaningful within one trading calendar &amp; currency area</a:t>
            </a:r>
          </a:p>
          <a:p>
            <a:pPr>
              <a:spcBef>
                <a:spcPts val="500"/>
              </a:spcBef>
            </a:pPr>
            <a:r>
              <a:rPr sz="1800" dirty="0">
                <a:latin typeface="Calibri"/>
              </a:rPr>
              <a:t>• Verify in Python: ≥3 years daily history, plus market cap &amp; total debt (Assignment 2)</a:t>
            </a:r>
          </a:p>
          <a:p>
            <a:pPr>
              <a:spcBef>
                <a:spcPts val="500"/>
              </a:spcBef>
            </a:pPr>
            <a:r>
              <a:rPr sz="1800" dirty="0">
                <a:latin typeface="Calibri"/>
              </a:rPr>
              <a:t>• Reproducibility: pin an end-date, download once, save a CSV snapshot</a:t>
            </a:r>
          </a:p>
          <a:p>
            <a:pPr>
              <a:spcBef>
                <a:spcPts val="500"/>
              </a:spcBef>
            </a:pPr>
            <a:r>
              <a:rPr lang="en-CA" sz="1800" dirty="0">
                <a:latin typeface="Calibri"/>
              </a:rPr>
              <a:t>• ★ DO IT NOW: write down YOUR three tickers + bloc index - they are your lab universe today and your exam portfolio all term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Working in Jupyter</a:t>
            </a:r>
            <a:r>
              <a:rPr lang="en-US" sz="3200" b="1" i="0" dirty="0">
                <a:latin typeface="Calibri"/>
              </a:rPr>
              <a:t>:</a:t>
            </a:r>
            <a:r>
              <a:rPr sz="3200" b="1" i="0" dirty="0">
                <a:latin typeface="Calibri"/>
              </a:rPr>
              <a:t> Habits &amp; Quick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71600"/>
            <a:ext cx="11256264" cy="3926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Calibri"/>
            </a:endParaRPr>
          </a:p>
          <a:p>
            <a:r>
              <a:rPr lang="en-CA" sz="2000" dirty="0"/>
              <a:t>The four habits and four fixes that save the most hours. The full table lives in the Getting-Started primer.</a:t>
            </a:r>
          </a:p>
          <a:p>
            <a:endParaRPr lang="en-CA" sz="2000" dirty="0">
              <a:latin typeface="Calibri"/>
            </a:endParaRPr>
          </a:p>
          <a:p>
            <a:r>
              <a:rPr sz="2000" dirty="0">
                <a:latin typeface="Calibri"/>
              </a:rPr>
              <a:t>• Run cells top to bottom </a:t>
            </a:r>
            <a:r>
              <a:rPr lang="en-US" sz="2000" dirty="0">
                <a:latin typeface="Calibri"/>
              </a:rPr>
              <a:t>- </a:t>
            </a:r>
            <a:r>
              <a:rPr sz="2000" dirty="0">
                <a:latin typeface="Calibri"/>
              </a:rPr>
              <a:t>order matters; when in doubt, Kernel ▸ Restart &amp; Run All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Tab = autocomplete; </a:t>
            </a:r>
            <a:r>
              <a:rPr sz="2000" dirty="0" err="1">
                <a:latin typeface="Calibri"/>
              </a:rPr>
              <a:t>Shift+Tab</a:t>
            </a:r>
            <a:r>
              <a:rPr sz="2000" dirty="0">
                <a:latin typeface="Calibri"/>
              </a:rPr>
              <a:t> inside () shows a function's arguments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A variable alone on the last line prints it; display(</a:t>
            </a:r>
            <a:r>
              <a:rPr sz="2000" dirty="0" err="1">
                <a:latin typeface="Calibri"/>
              </a:rPr>
              <a:t>df</a:t>
            </a:r>
            <a:r>
              <a:rPr sz="2000" dirty="0">
                <a:latin typeface="Calibri"/>
              </a:rPr>
              <a:t>) for pretty tables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Markdown cells for notes &amp; math — the exam is graded on explanation, not code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</a:t>
            </a:r>
            <a:r>
              <a:rPr sz="2000" dirty="0" err="1">
                <a:latin typeface="Calibri"/>
              </a:rPr>
              <a:t>ModuleNotFoundError</a:t>
            </a:r>
            <a:r>
              <a:rPr sz="2000" dirty="0">
                <a:latin typeface="Calibri"/>
              </a:rPr>
              <a:t> → pip install &lt;name&gt;, then restart the kernel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</a:t>
            </a:r>
            <a:r>
              <a:rPr sz="2000" dirty="0" err="1">
                <a:latin typeface="Calibri"/>
              </a:rPr>
              <a:t>NameError</a:t>
            </a:r>
            <a:r>
              <a:rPr sz="2000" dirty="0">
                <a:latin typeface="Calibri"/>
              </a:rPr>
              <a:t> → you skipped the cell that defines it; run from the top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</a:t>
            </a:r>
            <a:r>
              <a:rPr sz="2000" dirty="0" err="1">
                <a:latin typeface="Calibri"/>
              </a:rPr>
              <a:t>yfinance</a:t>
            </a:r>
            <a:r>
              <a:rPr sz="2000" dirty="0">
                <a:latin typeface="Calibri"/>
              </a:rPr>
              <a:t> returns nothing → rate limit; the cached CSV snapshot makes you immune</a:t>
            </a:r>
          </a:p>
          <a:p>
            <a:pPr>
              <a:spcBef>
                <a:spcPts val="500"/>
              </a:spcBef>
            </a:pPr>
            <a:r>
              <a:rPr sz="2000" dirty="0">
                <a:latin typeface="Calibri"/>
              </a:rPr>
              <a:t>• Stuck? Read the LAST line of the traceback first — then paste it into the 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4546A"/>
                </a:solidFill>
                <a:latin typeface="Calibri"/>
              </a:rPr>
              <a:t>Python Lab</a:t>
            </a:r>
          </a:p>
          <a:p>
            <a:pPr algn="l">
              <a:spcBef>
                <a:spcPts val="300"/>
              </a:spcBef>
            </a:pPr>
            <a:r>
              <a:rPr sz="1600" b="0" i="1">
                <a:solidFill>
                  <a:srgbClr val="6B7280"/>
                </a:solidFill>
                <a:latin typeface="Calibri"/>
              </a:rPr>
              <a:t>Notebook: Session_01_Risk_Landscape_Notebook.ipynb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1371600"/>
            <a:ext cx="6808622" cy="5212080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7784" y="1481328"/>
            <a:ext cx="653430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E6E6"/>
                </a:solidFill>
                <a:latin typeface="Calibri"/>
              </a:rPr>
              <a:t>Lab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874519"/>
            <a:ext cx="6534302" cy="214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alibri"/>
              </a:rPr>
              <a:t>1.  Run Blocks 0–1 together: load 5 years of real data; returns, volatility, Sharpe, drawdown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2.  Block 2: the fat-tails histogram — how far real returns depart from the normal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3.  Block 3: the six risk categories seen in one dataset (heatmap; market vs credit panels)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4.  Block 4: the reproducible exam workflow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-</a:t>
            </a:r>
            <a:r>
              <a:rPr sz="1300" dirty="0">
                <a:solidFill>
                  <a:srgbClr val="FFFFFF"/>
                </a:solidFill>
                <a:latin typeface="Calibri"/>
              </a:rPr>
              <a:t> pin dates, download once, snapshot to CSV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5.  'Your Turn' Part A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-</a:t>
            </a:r>
            <a:r>
              <a:rPr sz="1300" dirty="0">
                <a:solidFill>
                  <a:srgbClr val="FFFFFF"/>
                </a:solidFill>
                <a:latin typeface="Calibri"/>
              </a:rPr>
              <a:t> download YOUR three exam tickers (picked earlier) + bloc index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6.  GOAL before you leave: Part A done — your own data on your own machine, snapshotted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7.  Parts B–E (returns, risk picture, reflection) are tonight's homework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Calibri"/>
              </a:rPr>
              <a:t>8.  Optional extra practice: Session_01_Extra_Practice.ipynb (ETF cross-asset version)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12126" y="1371600"/>
            <a:ext cx="4356201" cy="5212080"/>
          </a:xfrm>
          <a:prstGeom prst="rect">
            <a:avLst/>
          </a:prstGeom>
          <a:solidFill>
            <a:srgbClr val="038044"/>
          </a:solidFill>
          <a:ln>
            <a:solidFill>
              <a:srgbClr val="03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9286" y="1481328"/>
            <a:ext cx="408188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9286" y="1874519"/>
            <a:ext cx="4081881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Which risk category explains your stocks' extreme days?
How far does your histogram depart from the normal overlay (fat tails)?
This exact workflow IS the opening of Assignment 1 of your exam.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Required Readings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1371600"/>
            <a:ext cx="5582412" cy="5212080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7784" y="1481328"/>
            <a:ext cx="53080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1874519"/>
            <a:ext cx="530809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Hull, J. C. (2023). Risk Management and Financial Institutions, 6e. Ch. 1: Introduction — Risk-Return Trade-offs.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• Jorion, P. (2010). Financial Risk Manager Handbook, 6e. Ch. 1: Risk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5916" y="1371600"/>
            <a:ext cx="5582412" cy="5212080"/>
          </a:xfrm>
          <a:prstGeom prst="rect">
            <a:avLst/>
          </a:prstGeom>
          <a:solidFill>
            <a:srgbClr val="038044"/>
          </a:solidFill>
          <a:ln>
            <a:solidFill>
              <a:srgbClr val="03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3076" y="1481328"/>
            <a:ext cx="53080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Supplementary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874519"/>
            <a:ext cx="5308092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alibri"/>
              </a:rPr>
              <a:t>• Stulz, R. M. (1996). Rethinking risk management. J. Applied Corporate Finance, 9(3), 8–25.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• Manganelli, S., &amp; Engle, R. F. (2001). Value at risk models in finance. ECB WP No. 75.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• TCFD (2017). Recommendations of the Task Force on Climate-related Financial Disclosures. FSB.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• Nocera, J. (2009). Risk mismanagement. New York Times Magazine, 4 Jan 2009.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24" y="347472"/>
            <a:ext cx="113477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latin typeface="Calibri"/>
              </a:rPr>
              <a:t>Session 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" y="1371600"/>
            <a:ext cx="7376007" cy="5212080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1481328"/>
            <a:ext cx="70468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901952"/>
            <a:ext cx="7046823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FFFFFF"/>
                </a:solidFill>
                <a:latin typeface="Calibri"/>
              </a:rPr>
              <a:t>✓  Financial risk spans six categories: market, credit, liquidity, operational, systemic, ESG/climate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Calibri"/>
              </a:rPr>
              <a:t>✓  Risk management is a cycle — identify → measure → monitor → control — inside a governance structure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Calibri"/>
              </a:rPr>
              <a:t>✓  Historical failures (GFC 2008, LTCM 1998) and regulation (Basel, TCFD) shape today's practice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Calibri"/>
              </a:rPr>
              <a:t>✓  Your assessment is a three-assignment portfolio exam built on data you fetch yourself</a:t>
            </a: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FFFFFF"/>
                </a:solidFill>
                <a:latin typeface="Calibri"/>
              </a:rPr>
              <a:t>✓  Python (pandas, NumPy, 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scipy</a:t>
            </a:r>
            <a:r>
              <a:rPr sz="1400" dirty="0">
                <a:solidFill>
                  <a:srgbClr val="FFFFFF"/>
                </a:solidFill>
                <a:latin typeface="Calibri"/>
              </a:rPr>
              <a:t>, arch, 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yfinance</a:t>
            </a:r>
            <a:r>
              <a:rPr sz="1400" dirty="0">
                <a:solidFill>
                  <a:srgbClr val="FFFFFF"/>
                </a:solidFill>
                <a:latin typeface="Calibri"/>
              </a:rPr>
              <a:t>) is our tool throughout — starting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97799" y="1371600"/>
            <a:ext cx="3770528" cy="5212080"/>
          </a:xfrm>
          <a:prstGeom prst="rect">
            <a:avLst/>
          </a:prstGeom>
          <a:solidFill>
            <a:srgbClr val="038044"/>
          </a:solidFill>
          <a:ln>
            <a:solidFill>
              <a:srgbClr val="038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4959" y="1481328"/>
            <a:ext cx="3496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Next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959" y="1901952"/>
            <a:ext cx="349620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Session 2: Market Risk Basics
- Simple vs. log returns
- Fat tails &amp; volatility clustering
- EWMA &amp; GARCH(1,1)
- Correlation &amp; copulas
Tonight: 'Your Turn' Parts B–E with your own tickers
Optional: Session_01_Extra_Practice.ipynb
Read: Hull Ch. 8 (Volatility) &amp; Ch. 9 (Correlations and Copulas)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1852</TotalTime>
  <Words>4092</Words>
  <Application>Microsoft Macintosh PowerPoint</Application>
  <PresentationFormat>Widescreen</PresentationFormat>
  <Paragraphs>459</Paragraphs>
  <Slides>33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 Narrow</vt:lpstr>
      <vt:lpstr>Arial</vt:lpstr>
      <vt:lpstr>Calibri</vt:lpstr>
      <vt:lpstr>Calibri Light</vt:lpstr>
      <vt:lpstr>Office 2013 - 2022 Theme</vt:lpstr>
      <vt:lpstr>FINANCIAL RISK MANAGEMENT AND ENGINEERING  Session 1: Course Overview and Types of Financial Risks</vt:lpstr>
      <vt:lpstr>PowerPoint Presentation</vt:lpstr>
      <vt:lpstr>PowerPoint Presentation</vt:lpstr>
      <vt:lpstr>Risk and Return</vt:lpstr>
      <vt:lpstr>Portfolio Risk and Return</vt:lpstr>
      <vt:lpstr>Portfolio Efficient Frontier</vt:lpstr>
      <vt:lpstr>Efficient Frontier for Many Assets</vt:lpstr>
      <vt:lpstr>Efficient Frontier for Two Assets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Nature of Banking</vt:lpstr>
      <vt:lpstr>Example of Simple Bank Balance Sheet (2025)</vt:lpstr>
      <vt:lpstr>Income Statement (2025)</vt:lpstr>
      <vt:lpstr> How the 6 Risks affect the Bank</vt:lpstr>
      <vt:lpstr> How the 6 Risks affect the Bank</vt:lpstr>
      <vt:lpstr>What if  Balance Sheet Had Been More Aggressive?</vt:lpstr>
      <vt:lpstr>Regulation</vt:lpstr>
      <vt:lpstr>Deposit Insurance</vt:lpstr>
      <vt:lpstr>Long-Term Capital Management (LTCM): What Happened</vt:lpstr>
      <vt:lpstr>LTCM: Why It Failed and What It Teaches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Hull RMFI 6e - Chapters 1-4</dc:title>
  <dc:subject>Options, Futures, and Other Derivatives, 11e</dc:subject>
  <dc:creator/>
  <cp:keywords>Chapter1</cp:keywords>
  <dc:description>Copyright 2021 by John C. Hull. All Rights Reserved. Published 2021</dc:description>
  <cp:lastModifiedBy>Yuriy Zabolotnyuk</cp:lastModifiedBy>
  <cp:revision>115</cp:revision>
  <dcterms:created xsi:type="dcterms:W3CDTF">2008-05-28T22:27:59Z</dcterms:created>
  <dcterms:modified xsi:type="dcterms:W3CDTF">2026-07-06T06:17:11Z</dcterms:modified>
</cp:coreProperties>
</file>