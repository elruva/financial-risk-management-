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7" r:id="rId1"/>
  </p:sldMasterIdLst>
  <p:notesMasterIdLst>
    <p:notesMasterId r:id="rId54"/>
  </p:notesMasterIdLst>
  <p:sldIdLst>
    <p:sldId id="256" r:id="rId2"/>
    <p:sldId id="257" r:id="rId3"/>
    <p:sldId id="287" r:id="rId4"/>
    <p:sldId id="288" r:id="rId5"/>
    <p:sldId id="289" r:id="rId6"/>
    <p:sldId id="290" r:id="rId7"/>
    <p:sldId id="291" r:id="rId8"/>
    <p:sldId id="292" r:id="rId9"/>
    <p:sldId id="293" r:id="rId10"/>
    <p:sldId id="294" r:id="rId11"/>
    <p:sldId id="295" r:id="rId12"/>
    <p:sldId id="296" r:id="rId13"/>
    <p:sldId id="297" r:id="rId14"/>
    <p:sldId id="298" r:id="rId15"/>
    <p:sldId id="258" r:id="rId16"/>
    <p:sldId id="299" r:id="rId17"/>
    <p:sldId id="300" r:id="rId18"/>
    <p:sldId id="301" r:id="rId19"/>
    <p:sldId id="259" r:id="rId20"/>
    <p:sldId id="260" r:id="rId21"/>
    <p:sldId id="261" r:id="rId22"/>
    <p:sldId id="262" r:id="rId23"/>
    <p:sldId id="263" r:id="rId24"/>
    <p:sldId id="264" r:id="rId25"/>
    <p:sldId id="302" r:id="rId26"/>
    <p:sldId id="303" r:id="rId27"/>
    <p:sldId id="265" r:id="rId28"/>
    <p:sldId id="266" r:id="rId29"/>
    <p:sldId id="304" r:id="rId30"/>
    <p:sldId id="305" r:id="rId31"/>
    <p:sldId id="267" r:id="rId32"/>
    <p:sldId id="268" r:id="rId33"/>
    <p:sldId id="306" r:id="rId34"/>
    <p:sldId id="269" r:id="rId35"/>
    <p:sldId id="270" r:id="rId36"/>
    <p:sldId id="271" r:id="rId37"/>
    <p:sldId id="272" r:id="rId38"/>
    <p:sldId id="273" r:id="rId39"/>
    <p:sldId id="274" r:id="rId40"/>
    <p:sldId id="310" r:id="rId41"/>
    <p:sldId id="311" r:id="rId42"/>
    <p:sldId id="312" r:id="rId43"/>
    <p:sldId id="275" r:id="rId44"/>
    <p:sldId id="276" r:id="rId45"/>
    <p:sldId id="278" r:id="rId46"/>
    <p:sldId id="279" r:id="rId47"/>
    <p:sldId id="307" r:id="rId48"/>
    <p:sldId id="309" r:id="rId49"/>
    <p:sldId id="308" r:id="rId50"/>
    <p:sldId id="282" r:id="rId51"/>
    <p:sldId id="283" r:id="rId52"/>
    <p:sldId id="286" r:id="rId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175465-A6E1-3D4C-B3C3-03726D7A4955}" v="71" dt="2026-07-06T21:06:19.200"/>
    <p1510:client id="{D051BB16-8ABB-EB4B-8F74-B892308BAEC8}" v="93" dt="2026-07-06T06:17:10.2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6484"/>
    <p:restoredTop sz="73022"/>
  </p:normalViewPr>
  <p:slideViewPr>
    <p:cSldViewPr>
      <p:cViewPr varScale="1">
        <p:scale>
          <a:sx n="58" d="100"/>
          <a:sy n="58" d="100"/>
        </p:scale>
        <p:origin x="216" y="79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riy Zabolotnyuk" userId="5293f801-6ede-4669-8a17-9af1adeb069e" providerId="ADAL" clId="{9C72D551-62FB-5E3D-901C-9F32929520A9}"/>
    <pc:docChg chg="undo redo custSel addSld delSld modSld sldOrd modMainMaster">
      <pc:chgData name="Yuriy Zabolotnyuk" userId="5293f801-6ede-4669-8a17-9af1adeb069e" providerId="ADAL" clId="{9C72D551-62FB-5E3D-901C-9F32929520A9}" dt="2026-07-06T21:06:26.895" v="2825" actId="20577"/>
      <pc:docMkLst>
        <pc:docMk/>
      </pc:docMkLst>
      <pc:sldChg chg="addSp delSp modSp mod">
        <pc:chgData name="Yuriy Zabolotnyuk" userId="5293f801-6ede-4669-8a17-9af1adeb069e" providerId="ADAL" clId="{9C72D551-62FB-5E3D-901C-9F32929520A9}" dt="2026-07-05T17:33:01.698" v="1631" actId="20577"/>
        <pc:sldMkLst>
          <pc:docMk/>
          <pc:sldMk cId="0" sldId="256"/>
        </pc:sldMkLst>
        <pc:spChg chg="mod">
          <ac:chgData name="Yuriy Zabolotnyuk" userId="5293f801-6ede-4669-8a17-9af1adeb069e" providerId="ADAL" clId="{9C72D551-62FB-5E3D-901C-9F32929520A9}" dt="2026-07-05T17:33:01.698" v="1631" actId="20577"/>
          <ac:spMkLst>
            <pc:docMk/>
            <pc:sldMk cId="0" sldId="256"/>
            <ac:spMk id="2" creationId="{00000000-0000-0000-0000-000000000000}"/>
          </ac:spMkLst>
        </pc:spChg>
        <pc:spChg chg="del mod">
          <ac:chgData name="Yuriy Zabolotnyuk" userId="5293f801-6ede-4669-8a17-9af1adeb069e" providerId="ADAL" clId="{9C72D551-62FB-5E3D-901C-9F32929520A9}" dt="2026-07-05T09:48:41.684" v="57" actId="478"/>
          <ac:spMkLst>
            <pc:docMk/>
            <pc:sldMk cId="0" sldId="256"/>
            <ac:spMk id="3" creationId="{00000000-0000-0000-0000-000000000000}"/>
          </ac:spMkLst>
        </pc:spChg>
        <pc:spChg chg="add del mod">
          <ac:chgData name="Yuriy Zabolotnyuk" userId="5293f801-6ede-4669-8a17-9af1adeb069e" providerId="ADAL" clId="{9C72D551-62FB-5E3D-901C-9F32929520A9}" dt="2026-07-05T09:49:39.461" v="80" actId="478"/>
          <ac:spMkLst>
            <pc:docMk/>
            <pc:sldMk cId="0" sldId="256"/>
            <ac:spMk id="7" creationId="{67226902-ED5C-C06C-3FBD-5B2491559B3E}"/>
          </ac:spMkLst>
        </pc:spChg>
      </pc:sldChg>
      <pc:sldChg chg="modSp del mod">
        <pc:chgData name="Yuriy Zabolotnyuk" userId="5293f801-6ede-4669-8a17-9af1adeb069e" providerId="ADAL" clId="{9C72D551-62FB-5E3D-901C-9F32929520A9}" dt="2026-07-06T16:50:05.035" v="2142" actId="20577"/>
        <pc:sldMkLst>
          <pc:docMk/>
          <pc:sldMk cId="0" sldId="257"/>
        </pc:sldMkLst>
        <pc:spChg chg="mod">
          <ac:chgData name="Yuriy Zabolotnyuk" userId="5293f801-6ede-4669-8a17-9af1adeb069e" providerId="ADAL" clId="{9C72D551-62FB-5E3D-901C-9F32929520A9}" dt="2026-07-06T16:50:05.035" v="2142" actId="20577"/>
          <ac:spMkLst>
            <pc:docMk/>
            <pc:sldMk cId="0" sldId="257"/>
            <ac:spMk id="4002" creationId="{00000000-0000-0000-0000-000000000000}"/>
          </ac:spMkLst>
        </pc:spChg>
      </pc:sldChg>
      <pc:sldChg chg="add del">
        <pc:chgData name="Yuriy Zabolotnyuk" userId="5293f801-6ede-4669-8a17-9af1adeb069e" providerId="ADAL" clId="{9C72D551-62FB-5E3D-901C-9F32929520A9}" dt="2026-07-05T10:07:52.460" v="285" actId="2696"/>
        <pc:sldMkLst>
          <pc:docMk/>
          <pc:sldMk cId="921699119" sldId="257"/>
        </pc:sldMkLst>
      </pc:sldChg>
      <pc:sldChg chg="modSp del mod">
        <pc:chgData name="Yuriy Zabolotnyuk" userId="5293f801-6ede-4669-8a17-9af1adeb069e" providerId="ADAL" clId="{9C72D551-62FB-5E3D-901C-9F32929520A9}" dt="2026-07-06T16:16:47" v="1936" actId="20577"/>
        <pc:sldMkLst>
          <pc:docMk/>
          <pc:sldMk cId="0" sldId="258"/>
        </pc:sldMkLst>
        <pc:spChg chg="mod">
          <ac:chgData name="Yuriy Zabolotnyuk" userId="5293f801-6ede-4669-8a17-9af1adeb069e" providerId="ADAL" clId="{9C72D551-62FB-5E3D-901C-9F32929520A9}" dt="2026-07-06T16:16:47" v="1936" actId="20577"/>
          <ac:spMkLst>
            <pc:docMk/>
            <pc:sldMk cId="0" sldId="258"/>
            <ac:spMk id="4003" creationId="{00000000-0000-0000-0000-000000000000}"/>
          </ac:spMkLst>
        </pc:spChg>
        <pc:spChg chg="mod">
          <ac:chgData name="Yuriy Zabolotnyuk" userId="5293f801-6ede-4669-8a17-9af1adeb069e" providerId="ADAL" clId="{9C72D551-62FB-5E3D-901C-9F32929520A9}" dt="2026-07-06T16:04:14.032" v="1717" actId="20577"/>
          <ac:spMkLst>
            <pc:docMk/>
            <pc:sldMk cId="0" sldId="258"/>
            <ac:spMk id="4004" creationId="{00000000-0000-0000-0000-000000000000}"/>
          </ac:spMkLst>
        </pc:spChg>
      </pc:sldChg>
      <pc:sldChg chg="addSp delSp modSp add mod ord setBg modNotes">
        <pc:chgData name="Yuriy Zabolotnyuk" userId="5293f801-6ede-4669-8a17-9af1adeb069e" providerId="ADAL" clId="{9C72D551-62FB-5E3D-901C-9F32929520A9}" dt="2026-07-05T10:38:28.298" v="683" actId="14734"/>
        <pc:sldMkLst>
          <pc:docMk/>
          <pc:sldMk cId="2875556238" sldId="258"/>
        </pc:sldMkLst>
        <pc:spChg chg="mod">
          <ac:chgData name="Yuriy Zabolotnyuk" userId="5293f801-6ede-4669-8a17-9af1adeb069e" providerId="ADAL" clId="{9C72D551-62FB-5E3D-901C-9F32929520A9}" dt="2026-07-05T10:31:31.986" v="577" actId="26606"/>
          <ac:spMkLst>
            <pc:docMk/>
            <pc:sldMk cId="2875556238" sldId="258"/>
            <ac:spMk id="2" creationId="{00000000-0000-0000-0000-000000000000}"/>
          </ac:spMkLst>
        </pc:spChg>
        <pc:spChg chg="mod">
          <ac:chgData name="Yuriy Zabolotnyuk" userId="5293f801-6ede-4669-8a17-9af1adeb069e" providerId="ADAL" clId="{9C72D551-62FB-5E3D-901C-9F32929520A9}" dt="2026-07-05T10:38:22.248" v="682" actId="14100"/>
          <ac:spMkLst>
            <pc:docMk/>
            <pc:sldMk cId="2875556238" sldId="258"/>
            <ac:spMk id="3" creationId="{00000000-0000-0000-0000-000000000000}"/>
          </ac:spMkLst>
        </pc:spChg>
        <pc:spChg chg="add del">
          <ac:chgData name="Yuriy Zabolotnyuk" userId="5293f801-6ede-4669-8a17-9af1adeb069e" providerId="ADAL" clId="{9C72D551-62FB-5E3D-901C-9F32929520A9}" dt="2026-07-05T10:31:31.986" v="577" actId="26606"/>
          <ac:spMkLst>
            <pc:docMk/>
            <pc:sldMk cId="2875556238" sldId="258"/>
            <ac:spMk id="12" creationId="{2550BE34-C2B8-49B8-8519-67A8CAD51AE9}"/>
          </ac:spMkLst>
        </pc:spChg>
        <pc:spChg chg="add del">
          <ac:chgData name="Yuriy Zabolotnyuk" userId="5293f801-6ede-4669-8a17-9af1adeb069e" providerId="ADAL" clId="{9C72D551-62FB-5E3D-901C-9F32929520A9}" dt="2026-07-05T10:31:31.986" v="577" actId="26606"/>
          <ac:spMkLst>
            <pc:docMk/>
            <pc:sldMk cId="2875556238" sldId="258"/>
            <ac:spMk id="14" creationId="{A7457DD9-5A45-400A-AB4B-4B4EDECA25F1}"/>
          </ac:spMkLst>
        </pc:spChg>
        <pc:spChg chg="add del">
          <ac:chgData name="Yuriy Zabolotnyuk" userId="5293f801-6ede-4669-8a17-9af1adeb069e" providerId="ADAL" clId="{9C72D551-62FB-5E3D-901C-9F32929520A9}" dt="2026-07-05T10:31:31.986" v="577" actId="26606"/>
          <ac:spMkLst>
            <pc:docMk/>
            <pc:sldMk cId="2875556238" sldId="258"/>
            <ac:spMk id="16" creationId="{441CF7D6-A660-431A-B0BB-140A0D5556B6}"/>
          </ac:spMkLst>
        </pc:spChg>
        <pc:spChg chg="add del">
          <ac:chgData name="Yuriy Zabolotnyuk" userId="5293f801-6ede-4669-8a17-9af1adeb069e" providerId="ADAL" clId="{9C72D551-62FB-5E3D-901C-9F32929520A9}" dt="2026-07-05T10:31:31.986" v="577" actId="26606"/>
          <ac:spMkLst>
            <pc:docMk/>
            <pc:sldMk cId="2875556238" sldId="258"/>
            <ac:spMk id="18" creationId="{0570A85B-3810-4F95-97B0-CBF4CCDB381C}"/>
          </ac:spMkLst>
        </pc:spChg>
        <pc:graphicFrameChg chg="del">
          <ac:chgData name="Yuriy Zabolotnyuk" userId="5293f801-6ede-4669-8a17-9af1adeb069e" providerId="ADAL" clId="{9C72D551-62FB-5E3D-901C-9F32929520A9}" dt="2026-07-05T10:16:48.080" v="286" actId="478"/>
          <ac:graphicFrameMkLst>
            <pc:docMk/>
            <pc:sldMk cId="2875556238" sldId="258"/>
            <ac:graphicFrameMk id="4" creationId="{00000000-0000-0000-0000-000000000000}"/>
          </ac:graphicFrameMkLst>
        </pc:graphicFrameChg>
        <pc:graphicFrameChg chg="add del mod modGraphic">
          <ac:chgData name="Yuriy Zabolotnyuk" userId="5293f801-6ede-4669-8a17-9af1adeb069e" providerId="ADAL" clId="{9C72D551-62FB-5E3D-901C-9F32929520A9}" dt="2026-07-05T10:19:40.216" v="398" actId="478"/>
          <ac:graphicFrameMkLst>
            <pc:docMk/>
            <pc:sldMk cId="2875556238" sldId="258"/>
            <ac:graphicFrameMk id="5" creationId="{4E1EC125-0CC8-B15B-D9B5-2F4067A4DF9F}"/>
          </ac:graphicFrameMkLst>
        </pc:graphicFrameChg>
        <pc:graphicFrameChg chg="add del mod modGraphic">
          <ac:chgData name="Yuriy Zabolotnyuk" userId="5293f801-6ede-4669-8a17-9af1adeb069e" providerId="ADAL" clId="{9C72D551-62FB-5E3D-901C-9F32929520A9}" dt="2026-07-05T10:31:12.438" v="573" actId="478"/>
          <ac:graphicFrameMkLst>
            <pc:docMk/>
            <pc:sldMk cId="2875556238" sldId="258"/>
            <ac:graphicFrameMk id="6" creationId="{50835E29-BB54-4E06-0D39-275E75168547}"/>
          </ac:graphicFrameMkLst>
        </pc:graphicFrameChg>
        <pc:graphicFrameChg chg="add del mod modGraphic">
          <ac:chgData name="Yuriy Zabolotnyuk" userId="5293f801-6ede-4669-8a17-9af1adeb069e" providerId="ADAL" clId="{9C72D551-62FB-5E3D-901C-9F32929520A9}" dt="2026-07-05T10:33:05.169" v="644" actId="478"/>
          <ac:graphicFrameMkLst>
            <pc:docMk/>
            <pc:sldMk cId="2875556238" sldId="258"/>
            <ac:graphicFrameMk id="7" creationId="{0D02CB92-5A53-8445-9BC4-D4D3F75CDDDE}"/>
          </ac:graphicFrameMkLst>
        </pc:graphicFrameChg>
        <pc:graphicFrameChg chg="add mod modGraphic">
          <ac:chgData name="Yuriy Zabolotnyuk" userId="5293f801-6ede-4669-8a17-9af1adeb069e" providerId="ADAL" clId="{9C72D551-62FB-5E3D-901C-9F32929520A9}" dt="2026-07-05T10:38:28.298" v="683" actId="14734"/>
          <ac:graphicFrameMkLst>
            <pc:docMk/>
            <pc:sldMk cId="2875556238" sldId="258"/>
            <ac:graphicFrameMk id="8" creationId="{8942DD1E-58C2-77B0-7B88-E3F6C02BEB83}"/>
          </ac:graphicFrameMkLst>
        </pc:graphicFrameChg>
        <pc:picChg chg="add mod">
          <ac:chgData name="Yuriy Zabolotnyuk" userId="5293f801-6ede-4669-8a17-9af1adeb069e" providerId="ADAL" clId="{9C72D551-62FB-5E3D-901C-9F32929520A9}" dt="2026-07-05T10:38:09.381" v="680" actId="1076"/>
          <ac:picMkLst>
            <pc:docMk/>
            <pc:sldMk cId="2875556238" sldId="258"/>
            <ac:picMk id="9" creationId="{56436BBA-74E9-23E4-00DE-D859D28CD5BC}"/>
          </ac:picMkLst>
        </pc:picChg>
      </pc:sldChg>
      <pc:sldChg chg="modSp del mod">
        <pc:chgData name="Yuriy Zabolotnyuk" userId="5293f801-6ede-4669-8a17-9af1adeb069e" providerId="ADAL" clId="{9C72D551-62FB-5E3D-901C-9F32929520A9}" dt="2026-07-06T16:07:33.834" v="1807" actId="14100"/>
        <pc:sldMkLst>
          <pc:docMk/>
          <pc:sldMk cId="0" sldId="259"/>
        </pc:sldMkLst>
        <pc:spChg chg="mod">
          <ac:chgData name="Yuriy Zabolotnyuk" userId="5293f801-6ede-4669-8a17-9af1adeb069e" providerId="ADAL" clId="{9C72D551-62FB-5E3D-901C-9F32929520A9}" dt="2026-07-06T16:07:21.533" v="1806" actId="20577"/>
          <ac:spMkLst>
            <pc:docMk/>
            <pc:sldMk cId="0" sldId="259"/>
            <ac:spMk id="2" creationId="{00000000-0000-0000-0000-000000000000}"/>
          </ac:spMkLst>
        </pc:spChg>
        <pc:picChg chg="mod">
          <ac:chgData name="Yuriy Zabolotnyuk" userId="5293f801-6ede-4669-8a17-9af1adeb069e" providerId="ADAL" clId="{9C72D551-62FB-5E3D-901C-9F32929520A9}" dt="2026-07-06T16:07:33.834" v="1807" actId="14100"/>
          <ac:picMkLst>
            <pc:docMk/>
            <pc:sldMk cId="0" sldId="259"/>
            <ac:picMk id="4006" creationId="{00000000-0000-0000-0000-000000000000}"/>
          </ac:picMkLst>
        </pc:picChg>
      </pc:sldChg>
      <pc:sldChg chg="modSp add del">
        <pc:chgData name="Yuriy Zabolotnyuk" userId="5293f801-6ede-4669-8a17-9af1adeb069e" providerId="ADAL" clId="{9C72D551-62FB-5E3D-901C-9F32929520A9}" dt="2026-07-05T10:20:55.885" v="516" actId="2696"/>
        <pc:sldMkLst>
          <pc:docMk/>
          <pc:sldMk cId="2189899357" sldId="259"/>
        </pc:sldMkLst>
        <pc:spChg chg="mod">
          <ac:chgData name="Yuriy Zabolotnyuk" userId="5293f801-6ede-4669-8a17-9af1adeb069e" providerId="ADAL" clId="{9C72D551-62FB-5E3D-901C-9F32929520A9}" dt="2026-07-05T10:17:52.772" v="343"/>
          <ac:spMkLst>
            <pc:docMk/>
            <pc:sldMk cId="2189899357" sldId="259"/>
            <ac:spMk id="2" creationId="{00000000-0000-0000-0000-000000000000}"/>
          </ac:spMkLst>
        </pc:spChg>
        <pc:spChg chg="mod">
          <ac:chgData name="Yuriy Zabolotnyuk" userId="5293f801-6ede-4669-8a17-9af1adeb069e" providerId="ADAL" clId="{9C72D551-62FB-5E3D-901C-9F32929520A9}" dt="2026-07-05T10:17:52.772" v="343"/>
          <ac:spMkLst>
            <pc:docMk/>
            <pc:sldMk cId="2189899357" sldId="259"/>
            <ac:spMk id="3" creationId="{00000000-0000-0000-0000-000000000000}"/>
          </ac:spMkLst>
        </pc:spChg>
      </pc:sldChg>
      <pc:sldChg chg="modSp del mod modNotesTx">
        <pc:chgData name="Yuriy Zabolotnyuk" userId="5293f801-6ede-4669-8a17-9af1adeb069e" providerId="ADAL" clId="{9C72D551-62FB-5E3D-901C-9F32929520A9}" dt="2026-07-06T16:08:57.788" v="1832" actId="20577"/>
        <pc:sldMkLst>
          <pc:docMk/>
          <pc:sldMk cId="0" sldId="260"/>
        </pc:sldMkLst>
        <pc:spChg chg="mod">
          <ac:chgData name="Yuriy Zabolotnyuk" userId="5293f801-6ede-4669-8a17-9af1adeb069e" providerId="ADAL" clId="{9C72D551-62FB-5E3D-901C-9F32929520A9}" dt="2026-07-06T16:08:57.788" v="1832" actId="20577"/>
          <ac:spMkLst>
            <pc:docMk/>
            <pc:sldMk cId="0" sldId="260"/>
            <ac:spMk id="2" creationId="{00000000-0000-0000-0000-000000000000}"/>
          </ac:spMkLst>
        </pc:spChg>
        <pc:picChg chg="mod">
          <ac:chgData name="Yuriy Zabolotnyuk" userId="5293f801-6ede-4669-8a17-9af1adeb069e" providerId="ADAL" clId="{9C72D551-62FB-5E3D-901C-9F32929520A9}" dt="2026-07-06T16:07:48.224" v="1814" actId="1035"/>
          <ac:picMkLst>
            <pc:docMk/>
            <pc:sldMk cId="0" sldId="260"/>
            <ac:picMk id="4008" creationId="{00000000-0000-0000-0000-000000000000}"/>
          </ac:picMkLst>
        </pc:picChg>
        <pc:picChg chg="mod">
          <ac:chgData name="Yuriy Zabolotnyuk" userId="5293f801-6ede-4669-8a17-9af1adeb069e" providerId="ADAL" clId="{9C72D551-62FB-5E3D-901C-9F32929520A9}" dt="2026-07-06T16:07:52.842" v="1820" actId="1035"/>
          <ac:picMkLst>
            <pc:docMk/>
            <pc:sldMk cId="0" sldId="260"/>
            <ac:picMk id="4009" creationId="{00000000-0000-0000-0000-000000000000}"/>
          </ac:picMkLst>
        </pc:picChg>
      </pc:sldChg>
      <pc:sldChg chg="modSp add del">
        <pc:chgData name="Yuriy Zabolotnyuk" userId="5293f801-6ede-4669-8a17-9af1adeb069e" providerId="ADAL" clId="{9C72D551-62FB-5E3D-901C-9F32929520A9}" dt="2026-07-05T10:35:26.491" v="675" actId="2696"/>
        <pc:sldMkLst>
          <pc:docMk/>
          <pc:sldMk cId="4222574154" sldId="260"/>
        </pc:sldMkLst>
        <pc:spChg chg="mod">
          <ac:chgData name="Yuriy Zabolotnyuk" userId="5293f801-6ede-4669-8a17-9af1adeb069e" providerId="ADAL" clId="{9C72D551-62FB-5E3D-901C-9F32929520A9}" dt="2026-07-05T10:31:50.538" v="583"/>
          <ac:spMkLst>
            <pc:docMk/>
            <pc:sldMk cId="4222574154" sldId="260"/>
            <ac:spMk id="2" creationId="{00000000-0000-0000-0000-000000000000}"/>
          </ac:spMkLst>
        </pc:spChg>
      </pc:sldChg>
      <pc:sldChg chg="modSp del mod">
        <pc:chgData name="Yuriy Zabolotnyuk" userId="5293f801-6ede-4669-8a17-9af1adeb069e" providerId="ADAL" clId="{9C72D551-62FB-5E3D-901C-9F32929520A9}" dt="2026-07-06T16:15:33.321" v="1916" actId="20577"/>
        <pc:sldMkLst>
          <pc:docMk/>
          <pc:sldMk cId="0" sldId="261"/>
        </pc:sldMkLst>
        <pc:spChg chg="mod">
          <ac:chgData name="Yuriy Zabolotnyuk" userId="5293f801-6ede-4669-8a17-9af1adeb069e" providerId="ADAL" clId="{9C72D551-62FB-5E3D-901C-9F32929520A9}" dt="2026-07-06T16:15:33.321" v="1916" actId="20577"/>
          <ac:spMkLst>
            <pc:docMk/>
            <pc:sldMk cId="0" sldId="261"/>
            <ac:spMk id="4010" creationId="{00000000-0000-0000-0000-000000000000}"/>
          </ac:spMkLst>
        </pc:spChg>
      </pc:sldChg>
      <pc:sldChg chg="modSp add del">
        <pc:chgData name="Yuriy Zabolotnyuk" userId="5293f801-6ede-4669-8a17-9af1adeb069e" providerId="ADAL" clId="{9C72D551-62FB-5E3D-901C-9F32929520A9}" dt="2026-07-05T11:50:11.314" v="730" actId="2696"/>
        <pc:sldMkLst>
          <pc:docMk/>
          <pc:sldMk cId="3050452551" sldId="261"/>
        </pc:sldMkLst>
        <pc:spChg chg="mod">
          <ac:chgData name="Yuriy Zabolotnyuk" userId="5293f801-6ede-4669-8a17-9af1adeb069e" providerId="ADAL" clId="{9C72D551-62FB-5E3D-901C-9F32929520A9}" dt="2026-07-05T10:31:50.538" v="583"/>
          <ac:spMkLst>
            <pc:docMk/>
            <pc:sldMk cId="3050452551" sldId="261"/>
            <ac:spMk id="2" creationId="{00000000-0000-0000-0000-000000000000}"/>
          </ac:spMkLst>
        </pc:spChg>
      </pc:sldChg>
      <pc:sldChg chg="modSp del mod">
        <pc:chgData name="Yuriy Zabolotnyuk" userId="5293f801-6ede-4669-8a17-9af1adeb069e" providerId="ADAL" clId="{9C72D551-62FB-5E3D-901C-9F32929520A9}" dt="2026-07-06T16:15:50.814" v="1917" actId="20577"/>
        <pc:sldMkLst>
          <pc:docMk/>
          <pc:sldMk cId="0" sldId="262"/>
        </pc:sldMkLst>
        <pc:spChg chg="mod">
          <ac:chgData name="Yuriy Zabolotnyuk" userId="5293f801-6ede-4669-8a17-9af1adeb069e" providerId="ADAL" clId="{9C72D551-62FB-5E3D-901C-9F32929520A9}" dt="2026-07-06T16:15:50.814" v="1917" actId="20577"/>
          <ac:spMkLst>
            <pc:docMk/>
            <pc:sldMk cId="0" sldId="262"/>
            <ac:spMk id="2" creationId="{00000000-0000-0000-0000-000000000000}"/>
          </ac:spMkLst>
        </pc:spChg>
        <pc:picChg chg="mod">
          <ac:chgData name="Yuriy Zabolotnyuk" userId="5293f801-6ede-4669-8a17-9af1adeb069e" providerId="ADAL" clId="{9C72D551-62FB-5E3D-901C-9F32929520A9}" dt="2026-07-06T16:12:36.766" v="1896" actId="1076"/>
          <ac:picMkLst>
            <pc:docMk/>
            <pc:sldMk cId="0" sldId="262"/>
            <ac:picMk id="4012" creationId="{00000000-0000-0000-0000-000000000000}"/>
          </ac:picMkLst>
        </pc:picChg>
      </pc:sldChg>
      <pc:sldChg chg="modSp add del">
        <pc:chgData name="Yuriy Zabolotnyuk" userId="5293f801-6ede-4669-8a17-9af1adeb069e" providerId="ADAL" clId="{9C72D551-62FB-5E3D-901C-9F32929520A9}" dt="2026-07-05T11:51:04.078" v="744" actId="2696"/>
        <pc:sldMkLst>
          <pc:docMk/>
          <pc:sldMk cId="1810432596" sldId="262"/>
        </pc:sldMkLst>
        <pc:spChg chg="mod">
          <ac:chgData name="Yuriy Zabolotnyuk" userId="5293f801-6ede-4669-8a17-9af1adeb069e" providerId="ADAL" clId="{9C72D551-62FB-5E3D-901C-9F32929520A9}" dt="2026-07-05T10:31:50.538" v="583"/>
          <ac:spMkLst>
            <pc:docMk/>
            <pc:sldMk cId="1810432596" sldId="262"/>
            <ac:spMk id="2" creationId="{00000000-0000-0000-0000-000000000000}"/>
          </ac:spMkLst>
        </pc:spChg>
      </pc:sldChg>
      <pc:sldChg chg="modSp del mod">
        <pc:chgData name="Yuriy Zabolotnyuk" userId="5293f801-6ede-4669-8a17-9af1adeb069e" providerId="ADAL" clId="{9C72D551-62FB-5E3D-901C-9F32929520A9}" dt="2026-07-06T16:13:37.184" v="1905" actId="20577"/>
        <pc:sldMkLst>
          <pc:docMk/>
          <pc:sldMk cId="0" sldId="263"/>
        </pc:sldMkLst>
        <pc:spChg chg="mod">
          <ac:chgData name="Yuriy Zabolotnyuk" userId="5293f801-6ede-4669-8a17-9af1adeb069e" providerId="ADAL" clId="{9C72D551-62FB-5E3D-901C-9F32929520A9}" dt="2026-07-06T16:13:37.184" v="1905" actId="20577"/>
          <ac:spMkLst>
            <pc:docMk/>
            <pc:sldMk cId="0" sldId="263"/>
            <ac:spMk id="4014" creationId="{00000000-0000-0000-0000-000000000000}"/>
          </ac:spMkLst>
        </pc:spChg>
      </pc:sldChg>
      <pc:sldChg chg="modSp add del mod">
        <pc:chgData name="Yuriy Zabolotnyuk" userId="5293f801-6ede-4669-8a17-9af1adeb069e" providerId="ADAL" clId="{9C72D551-62FB-5E3D-901C-9F32929520A9}" dt="2026-07-05T11:56:26.655" v="752" actId="2696"/>
        <pc:sldMkLst>
          <pc:docMk/>
          <pc:sldMk cId="2251336117" sldId="263"/>
        </pc:sldMkLst>
        <pc:spChg chg="mod">
          <ac:chgData name="Yuriy Zabolotnyuk" userId="5293f801-6ede-4669-8a17-9af1adeb069e" providerId="ADAL" clId="{9C72D551-62FB-5E3D-901C-9F32929520A9}" dt="2026-07-05T11:51:20.879" v="751" actId="20577"/>
          <ac:spMkLst>
            <pc:docMk/>
            <pc:sldMk cId="2251336117" sldId="263"/>
            <ac:spMk id="2" creationId="{00000000-0000-0000-0000-000000000000}"/>
          </ac:spMkLst>
        </pc:spChg>
        <pc:spChg chg="mod">
          <ac:chgData name="Yuriy Zabolotnyuk" userId="5293f801-6ede-4669-8a17-9af1adeb069e" providerId="ADAL" clId="{9C72D551-62FB-5E3D-901C-9F32929520A9}" dt="2026-07-05T10:31:50.538" v="583"/>
          <ac:spMkLst>
            <pc:docMk/>
            <pc:sldMk cId="2251336117" sldId="263"/>
            <ac:spMk id="3" creationId="{00000000-0000-0000-0000-000000000000}"/>
          </ac:spMkLst>
        </pc:spChg>
      </pc:sldChg>
      <pc:sldChg chg="modSp del mod">
        <pc:chgData name="Yuriy Zabolotnyuk" userId="5293f801-6ede-4669-8a17-9af1adeb069e" providerId="ADAL" clId="{9C72D551-62FB-5E3D-901C-9F32929520A9}" dt="2026-07-06T16:20:04.465" v="1977" actId="27636"/>
        <pc:sldMkLst>
          <pc:docMk/>
          <pc:sldMk cId="0" sldId="264"/>
        </pc:sldMkLst>
        <pc:spChg chg="mod">
          <ac:chgData name="Yuriy Zabolotnyuk" userId="5293f801-6ede-4669-8a17-9af1adeb069e" providerId="ADAL" clId="{9C72D551-62FB-5E3D-901C-9F32929520A9}" dt="2026-07-06T16:16:47.395" v="1937" actId="20577"/>
          <ac:spMkLst>
            <pc:docMk/>
            <pc:sldMk cId="0" sldId="264"/>
            <ac:spMk id="4015" creationId="{00000000-0000-0000-0000-000000000000}"/>
          </ac:spMkLst>
        </pc:spChg>
        <pc:spChg chg="mod">
          <ac:chgData name="Yuriy Zabolotnyuk" userId="5293f801-6ede-4669-8a17-9af1adeb069e" providerId="ADAL" clId="{9C72D551-62FB-5E3D-901C-9F32929520A9}" dt="2026-07-06T16:20:04.465" v="1977" actId="27636"/>
          <ac:spMkLst>
            <pc:docMk/>
            <pc:sldMk cId="0" sldId="264"/>
            <ac:spMk id="4016" creationId="{00000000-0000-0000-0000-000000000000}"/>
          </ac:spMkLst>
        </pc:spChg>
      </pc:sldChg>
      <pc:sldChg chg="modSp add del">
        <pc:chgData name="Yuriy Zabolotnyuk" userId="5293f801-6ede-4669-8a17-9af1adeb069e" providerId="ADAL" clId="{9C72D551-62FB-5E3D-901C-9F32929520A9}" dt="2026-07-05T11:56:28.063" v="753" actId="2696"/>
        <pc:sldMkLst>
          <pc:docMk/>
          <pc:sldMk cId="1030511496" sldId="264"/>
        </pc:sldMkLst>
        <pc:spChg chg="mod">
          <ac:chgData name="Yuriy Zabolotnyuk" userId="5293f801-6ede-4669-8a17-9af1adeb069e" providerId="ADAL" clId="{9C72D551-62FB-5E3D-901C-9F32929520A9}" dt="2026-07-05T10:31:50.538" v="583"/>
          <ac:spMkLst>
            <pc:docMk/>
            <pc:sldMk cId="1030511496" sldId="264"/>
            <ac:spMk id="2" creationId="{00000000-0000-0000-0000-000000000000}"/>
          </ac:spMkLst>
        </pc:spChg>
      </pc:sldChg>
      <pc:sldChg chg="modSp del mod">
        <pc:chgData name="Yuriy Zabolotnyuk" userId="5293f801-6ede-4669-8a17-9af1adeb069e" providerId="ADAL" clId="{9C72D551-62FB-5E3D-901C-9F32929520A9}" dt="2026-07-06T16:17:49.654" v="1941" actId="27636"/>
        <pc:sldMkLst>
          <pc:docMk/>
          <pc:sldMk cId="0" sldId="265"/>
        </pc:sldMkLst>
        <pc:spChg chg="mod">
          <ac:chgData name="Yuriy Zabolotnyuk" userId="5293f801-6ede-4669-8a17-9af1adeb069e" providerId="ADAL" clId="{9C72D551-62FB-5E3D-901C-9F32929520A9}" dt="2026-07-06T16:17:49.654" v="1941" actId="27636"/>
          <ac:spMkLst>
            <pc:docMk/>
            <pc:sldMk cId="0" sldId="265"/>
            <ac:spMk id="2" creationId="{00000000-0000-0000-0000-000000000000}"/>
          </ac:spMkLst>
        </pc:spChg>
        <pc:picChg chg="mod">
          <ac:chgData name="Yuriy Zabolotnyuk" userId="5293f801-6ede-4669-8a17-9af1adeb069e" providerId="ADAL" clId="{9C72D551-62FB-5E3D-901C-9F32929520A9}" dt="2026-07-06T16:17:12.567" v="1939" actId="1076"/>
          <ac:picMkLst>
            <pc:docMk/>
            <pc:sldMk cId="0" sldId="265"/>
            <ac:picMk id="4018" creationId="{00000000-0000-0000-0000-000000000000}"/>
          </ac:picMkLst>
        </pc:picChg>
      </pc:sldChg>
      <pc:sldChg chg="modSp add del">
        <pc:chgData name="Yuriy Zabolotnyuk" userId="5293f801-6ede-4669-8a17-9af1adeb069e" providerId="ADAL" clId="{9C72D551-62FB-5E3D-901C-9F32929520A9}" dt="2026-07-05T11:56:28.936" v="754" actId="2696"/>
        <pc:sldMkLst>
          <pc:docMk/>
          <pc:sldMk cId="2855643196" sldId="265"/>
        </pc:sldMkLst>
        <pc:spChg chg="mod">
          <ac:chgData name="Yuriy Zabolotnyuk" userId="5293f801-6ede-4669-8a17-9af1adeb069e" providerId="ADAL" clId="{9C72D551-62FB-5E3D-901C-9F32929520A9}" dt="2026-07-05T10:31:50.538" v="583"/>
          <ac:spMkLst>
            <pc:docMk/>
            <pc:sldMk cId="2855643196" sldId="265"/>
            <ac:spMk id="2" creationId="{00000000-0000-0000-0000-000000000000}"/>
          </ac:spMkLst>
        </pc:spChg>
        <pc:spChg chg="mod">
          <ac:chgData name="Yuriy Zabolotnyuk" userId="5293f801-6ede-4669-8a17-9af1adeb069e" providerId="ADAL" clId="{9C72D551-62FB-5E3D-901C-9F32929520A9}" dt="2026-07-05T10:31:50.538" v="583"/>
          <ac:spMkLst>
            <pc:docMk/>
            <pc:sldMk cId="2855643196" sldId="265"/>
            <ac:spMk id="3" creationId="{00000000-0000-0000-0000-000000000000}"/>
          </ac:spMkLst>
        </pc:spChg>
      </pc:sldChg>
      <pc:sldChg chg="modSp del mod modNotesTx">
        <pc:chgData name="Yuriy Zabolotnyuk" userId="5293f801-6ede-4669-8a17-9af1adeb069e" providerId="ADAL" clId="{9C72D551-62FB-5E3D-901C-9F32929520A9}" dt="2026-07-06T16:19:59.503" v="1959" actId="20577"/>
        <pc:sldMkLst>
          <pc:docMk/>
          <pc:sldMk cId="0" sldId="266"/>
        </pc:sldMkLst>
        <pc:spChg chg="mod">
          <ac:chgData name="Yuriy Zabolotnyuk" userId="5293f801-6ede-4669-8a17-9af1adeb069e" providerId="ADAL" clId="{9C72D551-62FB-5E3D-901C-9F32929520A9}" dt="2026-07-06T16:19:02.196" v="1945" actId="27636"/>
          <ac:spMkLst>
            <pc:docMk/>
            <pc:sldMk cId="0" sldId="266"/>
            <ac:spMk id="2" creationId="{00000000-0000-0000-0000-000000000000}"/>
          </ac:spMkLst>
        </pc:spChg>
        <pc:picChg chg="mod">
          <ac:chgData name="Yuriy Zabolotnyuk" userId="5293f801-6ede-4669-8a17-9af1adeb069e" providerId="ADAL" clId="{9C72D551-62FB-5E3D-901C-9F32929520A9}" dt="2026-07-06T16:18:32.491" v="1943" actId="1076"/>
          <ac:picMkLst>
            <pc:docMk/>
            <pc:sldMk cId="0" sldId="266"/>
            <ac:picMk id="4020" creationId="{00000000-0000-0000-0000-000000000000}"/>
          </ac:picMkLst>
        </pc:picChg>
      </pc:sldChg>
      <pc:sldChg chg="modSp add del">
        <pc:chgData name="Yuriy Zabolotnyuk" userId="5293f801-6ede-4669-8a17-9af1adeb069e" providerId="ADAL" clId="{9C72D551-62FB-5E3D-901C-9F32929520A9}" dt="2026-07-05T11:56:29.579" v="755" actId="2696"/>
        <pc:sldMkLst>
          <pc:docMk/>
          <pc:sldMk cId="774729320" sldId="266"/>
        </pc:sldMkLst>
        <pc:spChg chg="mod">
          <ac:chgData name="Yuriy Zabolotnyuk" userId="5293f801-6ede-4669-8a17-9af1adeb069e" providerId="ADAL" clId="{9C72D551-62FB-5E3D-901C-9F32929520A9}" dt="2026-07-05T10:31:50.538" v="583"/>
          <ac:spMkLst>
            <pc:docMk/>
            <pc:sldMk cId="774729320" sldId="266"/>
            <ac:spMk id="2" creationId="{00000000-0000-0000-0000-000000000000}"/>
          </ac:spMkLst>
        </pc:spChg>
        <pc:spChg chg="mod">
          <ac:chgData name="Yuriy Zabolotnyuk" userId="5293f801-6ede-4669-8a17-9af1adeb069e" providerId="ADAL" clId="{9C72D551-62FB-5E3D-901C-9F32929520A9}" dt="2026-07-05T10:31:50.538" v="583"/>
          <ac:spMkLst>
            <pc:docMk/>
            <pc:sldMk cId="774729320" sldId="266"/>
            <ac:spMk id="3" creationId="{00000000-0000-0000-0000-000000000000}"/>
          </ac:spMkLst>
        </pc:spChg>
      </pc:sldChg>
      <pc:sldChg chg="addSp delSp modSp del mod">
        <pc:chgData name="Yuriy Zabolotnyuk" userId="5293f801-6ede-4669-8a17-9af1adeb069e" providerId="ADAL" clId="{9C72D551-62FB-5E3D-901C-9F32929520A9}" dt="2026-07-06T19:51:57.346" v="2616" actId="27636"/>
        <pc:sldMkLst>
          <pc:docMk/>
          <pc:sldMk cId="0" sldId="267"/>
        </pc:sldMkLst>
        <pc:spChg chg="mod">
          <ac:chgData name="Yuriy Zabolotnyuk" userId="5293f801-6ede-4669-8a17-9af1adeb069e" providerId="ADAL" clId="{9C72D551-62FB-5E3D-901C-9F32929520A9}" dt="2026-07-06T19:51:57.346" v="2616" actId="27636"/>
          <ac:spMkLst>
            <pc:docMk/>
            <pc:sldMk cId="0" sldId="267"/>
            <ac:spMk id="2" creationId="{00000000-0000-0000-0000-000000000000}"/>
          </ac:spMkLst>
        </pc:spChg>
        <pc:graphicFrameChg chg="add mod">
          <ac:chgData name="Yuriy Zabolotnyuk" userId="5293f801-6ede-4669-8a17-9af1adeb069e" providerId="ADAL" clId="{9C72D551-62FB-5E3D-901C-9F32929520A9}" dt="2026-07-06T19:50:32.720" v="2614" actId="14100"/>
          <ac:graphicFrameMkLst>
            <pc:docMk/>
            <pc:sldMk cId="0" sldId="267"/>
            <ac:graphicFrameMk id="3" creationId="{9F2A0EA4-4933-A32D-5D54-5B5066DDA3E2}"/>
          </ac:graphicFrameMkLst>
        </pc:graphicFrameChg>
        <pc:picChg chg="del mod">
          <ac:chgData name="Yuriy Zabolotnyuk" userId="5293f801-6ede-4669-8a17-9af1adeb069e" providerId="ADAL" clId="{9C72D551-62FB-5E3D-901C-9F32929520A9}" dt="2026-07-06T19:50:19.168" v="2610" actId="478"/>
          <ac:picMkLst>
            <pc:docMk/>
            <pc:sldMk cId="0" sldId="267"/>
            <ac:picMk id="4022" creationId="{00000000-0000-0000-0000-000000000000}"/>
          </ac:picMkLst>
        </pc:picChg>
        <pc:picChg chg="del mod">
          <ac:chgData name="Yuriy Zabolotnyuk" userId="5293f801-6ede-4669-8a17-9af1adeb069e" providerId="ADAL" clId="{9C72D551-62FB-5E3D-901C-9F32929520A9}" dt="2026-07-06T19:50:12.580" v="2609" actId="478"/>
          <ac:picMkLst>
            <pc:docMk/>
            <pc:sldMk cId="0" sldId="267"/>
            <ac:picMk id="4023" creationId="{00000000-0000-0000-0000-000000000000}"/>
          </ac:picMkLst>
        </pc:picChg>
      </pc:sldChg>
      <pc:sldChg chg="modSp add del">
        <pc:chgData name="Yuriy Zabolotnyuk" userId="5293f801-6ede-4669-8a17-9af1adeb069e" providerId="ADAL" clId="{9C72D551-62FB-5E3D-901C-9F32929520A9}" dt="2026-07-05T11:56:30.146" v="756" actId="2696"/>
        <pc:sldMkLst>
          <pc:docMk/>
          <pc:sldMk cId="2879818944" sldId="267"/>
        </pc:sldMkLst>
        <pc:spChg chg="mod">
          <ac:chgData name="Yuriy Zabolotnyuk" userId="5293f801-6ede-4669-8a17-9af1adeb069e" providerId="ADAL" clId="{9C72D551-62FB-5E3D-901C-9F32929520A9}" dt="2026-07-05T10:31:50.538" v="583"/>
          <ac:spMkLst>
            <pc:docMk/>
            <pc:sldMk cId="2879818944" sldId="267"/>
            <ac:spMk id="2" creationId="{00000000-0000-0000-0000-000000000000}"/>
          </ac:spMkLst>
        </pc:spChg>
        <pc:spChg chg="mod">
          <ac:chgData name="Yuriy Zabolotnyuk" userId="5293f801-6ede-4669-8a17-9af1adeb069e" providerId="ADAL" clId="{9C72D551-62FB-5E3D-901C-9F32929520A9}" dt="2026-07-05T10:31:50.538" v="583"/>
          <ac:spMkLst>
            <pc:docMk/>
            <pc:sldMk cId="2879818944" sldId="267"/>
            <ac:spMk id="3" creationId="{00000000-0000-0000-0000-000000000000}"/>
          </ac:spMkLst>
        </pc:spChg>
      </pc:sldChg>
      <pc:sldChg chg="addSp delSp modSp del mod">
        <pc:chgData name="Yuriy Zabolotnyuk" userId="5293f801-6ede-4669-8a17-9af1adeb069e" providerId="ADAL" clId="{9C72D551-62FB-5E3D-901C-9F32929520A9}" dt="2026-07-06T19:56:05.220" v="2654" actId="1076"/>
        <pc:sldMkLst>
          <pc:docMk/>
          <pc:sldMk cId="0" sldId="268"/>
        </pc:sldMkLst>
        <pc:spChg chg="mod">
          <ac:chgData name="Yuriy Zabolotnyuk" userId="5293f801-6ede-4669-8a17-9af1adeb069e" providerId="ADAL" clId="{9C72D551-62FB-5E3D-901C-9F32929520A9}" dt="2026-07-06T19:55:51.814" v="2651"/>
          <ac:spMkLst>
            <pc:docMk/>
            <pc:sldMk cId="0" sldId="268"/>
            <ac:spMk id="2" creationId="{00000000-0000-0000-0000-000000000000}"/>
          </ac:spMkLst>
        </pc:spChg>
        <pc:spChg chg="mod">
          <ac:chgData name="Yuriy Zabolotnyuk" userId="5293f801-6ede-4669-8a17-9af1adeb069e" providerId="ADAL" clId="{9C72D551-62FB-5E3D-901C-9F32929520A9}" dt="2026-07-05T10:31:50.538" v="583"/>
          <ac:spMkLst>
            <pc:docMk/>
            <pc:sldMk cId="0" sldId="268"/>
            <ac:spMk id="3" creationId="{00000000-0000-0000-0000-000000000000}"/>
          </ac:spMkLst>
        </pc:spChg>
        <pc:graphicFrameChg chg="add mod">
          <ac:chgData name="Yuriy Zabolotnyuk" userId="5293f801-6ede-4669-8a17-9af1adeb069e" providerId="ADAL" clId="{9C72D551-62FB-5E3D-901C-9F32929520A9}" dt="2026-07-06T19:54:27.468" v="2640" actId="1036"/>
          <ac:graphicFrameMkLst>
            <pc:docMk/>
            <pc:sldMk cId="0" sldId="268"/>
            <ac:graphicFrameMk id="3" creationId="{66B03351-25C0-DEB7-CFE8-D76687F04BC7}"/>
          </ac:graphicFrameMkLst>
        </pc:graphicFrameChg>
        <pc:graphicFrameChg chg="add mod">
          <ac:chgData name="Yuriy Zabolotnyuk" userId="5293f801-6ede-4669-8a17-9af1adeb069e" providerId="ADAL" clId="{9C72D551-62FB-5E3D-901C-9F32929520A9}" dt="2026-07-06T19:56:05.220" v="2654" actId="1076"/>
          <ac:graphicFrameMkLst>
            <pc:docMk/>
            <pc:sldMk cId="0" sldId="268"/>
            <ac:graphicFrameMk id="4" creationId="{961D5354-CEAD-EB51-85DC-C70CF142978C}"/>
          </ac:graphicFrameMkLst>
        </pc:graphicFrameChg>
        <pc:picChg chg="del mod">
          <ac:chgData name="Yuriy Zabolotnyuk" userId="5293f801-6ede-4669-8a17-9af1adeb069e" providerId="ADAL" clId="{9C72D551-62FB-5E3D-901C-9F32929520A9}" dt="2026-07-06T19:53:17.509" v="2617" actId="478"/>
          <ac:picMkLst>
            <pc:docMk/>
            <pc:sldMk cId="0" sldId="268"/>
            <ac:picMk id="4024" creationId="{00000000-0000-0000-0000-000000000000}"/>
          </ac:picMkLst>
        </pc:picChg>
        <pc:picChg chg="del mod">
          <ac:chgData name="Yuriy Zabolotnyuk" userId="5293f801-6ede-4669-8a17-9af1adeb069e" providerId="ADAL" clId="{9C72D551-62FB-5E3D-901C-9F32929520A9}" dt="2026-07-06T19:53:32.675" v="2621" actId="478"/>
          <ac:picMkLst>
            <pc:docMk/>
            <pc:sldMk cId="0" sldId="268"/>
            <ac:picMk id="4025" creationId="{00000000-0000-0000-0000-000000000000}"/>
          </ac:picMkLst>
        </pc:picChg>
      </pc:sldChg>
      <pc:sldChg chg="modSp add del mod modNotesTx">
        <pc:chgData name="Yuriy Zabolotnyuk" userId="5293f801-6ede-4669-8a17-9af1adeb069e" providerId="ADAL" clId="{9C72D551-62FB-5E3D-901C-9F32929520A9}" dt="2026-07-06T16:24:35.804" v="2052" actId="57"/>
        <pc:sldMkLst>
          <pc:docMk/>
          <pc:sldMk cId="0" sldId="269"/>
        </pc:sldMkLst>
        <pc:spChg chg="mod">
          <ac:chgData name="Yuriy Zabolotnyuk" userId="5293f801-6ede-4669-8a17-9af1adeb069e" providerId="ADAL" clId="{9C72D551-62FB-5E3D-901C-9F32929520A9}" dt="2026-07-05T17:30:58.205" v="1569" actId="404"/>
          <ac:spMkLst>
            <pc:docMk/>
            <pc:sldMk cId="0" sldId="269"/>
            <ac:spMk id="2" creationId="{00000000-0000-0000-0000-000000000000}"/>
          </ac:spMkLst>
        </pc:spChg>
        <pc:spChg chg="mod">
          <ac:chgData name="Yuriy Zabolotnyuk" userId="5293f801-6ede-4669-8a17-9af1adeb069e" providerId="ADAL" clId="{9C72D551-62FB-5E3D-901C-9F32929520A9}" dt="2026-07-05T17:30:49.785" v="1558" actId="403"/>
          <ac:spMkLst>
            <pc:docMk/>
            <pc:sldMk cId="0" sldId="269"/>
            <ac:spMk id="3" creationId="{00000000-0000-0000-0000-000000000000}"/>
          </ac:spMkLst>
        </pc:spChg>
        <pc:spChg chg="mod">
          <ac:chgData name="Yuriy Zabolotnyuk" userId="5293f801-6ede-4669-8a17-9af1adeb069e" providerId="ADAL" clId="{9C72D551-62FB-5E3D-901C-9F32929520A9}" dt="2026-07-05T17:30:49.785" v="1558" actId="403"/>
          <ac:spMkLst>
            <pc:docMk/>
            <pc:sldMk cId="0" sldId="269"/>
            <ac:spMk id="7" creationId="{00000000-0000-0000-0000-000000000000}"/>
          </ac:spMkLst>
        </pc:spChg>
        <pc:spChg chg="mod">
          <ac:chgData name="Yuriy Zabolotnyuk" userId="5293f801-6ede-4669-8a17-9af1adeb069e" providerId="ADAL" clId="{9C72D551-62FB-5E3D-901C-9F32929520A9}" dt="2026-07-05T17:30:49.785" v="1558" actId="403"/>
          <ac:spMkLst>
            <pc:docMk/>
            <pc:sldMk cId="0" sldId="269"/>
            <ac:spMk id="8" creationId="{00000000-0000-0000-0000-000000000000}"/>
          </ac:spMkLst>
        </pc:spChg>
        <pc:spChg chg="mod">
          <ac:chgData name="Yuriy Zabolotnyuk" userId="5293f801-6ede-4669-8a17-9af1adeb069e" providerId="ADAL" clId="{9C72D551-62FB-5E3D-901C-9F32929520A9}" dt="2026-07-05T17:30:49.785" v="1558" actId="403"/>
          <ac:spMkLst>
            <pc:docMk/>
            <pc:sldMk cId="0" sldId="269"/>
            <ac:spMk id="9" creationId="{00000000-0000-0000-0000-000000000000}"/>
          </ac:spMkLst>
        </pc:spChg>
        <pc:spChg chg="mod">
          <ac:chgData name="Yuriy Zabolotnyuk" userId="5293f801-6ede-4669-8a17-9af1adeb069e" providerId="ADAL" clId="{9C72D551-62FB-5E3D-901C-9F32929520A9}" dt="2026-07-05T17:30:49.785" v="1558" actId="403"/>
          <ac:spMkLst>
            <pc:docMk/>
            <pc:sldMk cId="0" sldId="269"/>
            <ac:spMk id="10" creationId="{00000000-0000-0000-0000-000000000000}"/>
          </ac:spMkLst>
        </pc:spChg>
        <pc:spChg chg="mod">
          <ac:chgData name="Yuriy Zabolotnyuk" userId="5293f801-6ede-4669-8a17-9af1adeb069e" providerId="ADAL" clId="{9C72D551-62FB-5E3D-901C-9F32929520A9}" dt="2026-07-05T17:30:49.785" v="1558" actId="403"/>
          <ac:spMkLst>
            <pc:docMk/>
            <pc:sldMk cId="0" sldId="269"/>
            <ac:spMk id="11" creationId="{00000000-0000-0000-0000-000000000000}"/>
          </ac:spMkLst>
        </pc:spChg>
        <pc:spChg chg="mod">
          <ac:chgData name="Yuriy Zabolotnyuk" userId="5293f801-6ede-4669-8a17-9af1adeb069e" providerId="ADAL" clId="{9C72D551-62FB-5E3D-901C-9F32929520A9}" dt="2026-07-05T17:30:49.785" v="1558" actId="403"/>
          <ac:spMkLst>
            <pc:docMk/>
            <pc:sldMk cId="0" sldId="269"/>
            <ac:spMk id="12" creationId="{00000000-0000-0000-0000-000000000000}"/>
          </ac:spMkLst>
        </pc:spChg>
        <pc:spChg chg="mod">
          <ac:chgData name="Yuriy Zabolotnyuk" userId="5293f801-6ede-4669-8a17-9af1adeb069e" providerId="ADAL" clId="{9C72D551-62FB-5E3D-901C-9F32929520A9}" dt="2026-07-05T17:30:49.785" v="1558" actId="403"/>
          <ac:spMkLst>
            <pc:docMk/>
            <pc:sldMk cId="0" sldId="269"/>
            <ac:spMk id="13" creationId="{00000000-0000-0000-0000-000000000000}"/>
          </ac:spMkLst>
        </pc:spChg>
        <pc:spChg chg="mod">
          <ac:chgData name="Yuriy Zabolotnyuk" userId="5293f801-6ede-4669-8a17-9af1adeb069e" providerId="ADAL" clId="{9C72D551-62FB-5E3D-901C-9F32929520A9}" dt="2026-07-05T17:30:49.785" v="1558" actId="403"/>
          <ac:spMkLst>
            <pc:docMk/>
            <pc:sldMk cId="0" sldId="269"/>
            <ac:spMk id="14" creationId="{00000000-0000-0000-0000-000000000000}"/>
          </ac:spMkLst>
        </pc:spChg>
        <pc:spChg chg="mod">
          <ac:chgData name="Yuriy Zabolotnyuk" userId="5293f801-6ede-4669-8a17-9af1adeb069e" providerId="ADAL" clId="{9C72D551-62FB-5E3D-901C-9F32929520A9}" dt="2026-07-06T16:24:35.804" v="2052" actId="57"/>
          <ac:spMkLst>
            <pc:docMk/>
            <pc:sldMk cId="0" sldId="269"/>
            <ac:spMk id="4026" creationId="{00000000-0000-0000-0000-000000000000}"/>
          </ac:spMkLst>
        </pc:spChg>
      </pc:sldChg>
      <pc:sldChg chg="modSp add del mod">
        <pc:chgData name="Yuriy Zabolotnyuk" userId="5293f801-6ede-4669-8a17-9af1adeb069e" providerId="ADAL" clId="{9C72D551-62FB-5E3D-901C-9F32929520A9}" dt="2026-07-06T16:25:20.160" v="2069" actId="20577"/>
        <pc:sldMkLst>
          <pc:docMk/>
          <pc:sldMk cId="0" sldId="270"/>
        </pc:sldMkLst>
        <pc:spChg chg="mod">
          <ac:chgData name="Yuriy Zabolotnyuk" userId="5293f801-6ede-4669-8a17-9af1adeb069e" providerId="ADAL" clId="{9C72D551-62FB-5E3D-901C-9F32929520A9}" dt="2026-07-05T10:31:50.538" v="583"/>
          <ac:spMkLst>
            <pc:docMk/>
            <pc:sldMk cId="0" sldId="270"/>
            <ac:spMk id="2" creationId="{00000000-0000-0000-0000-000000000000}"/>
          </ac:spMkLst>
        </pc:spChg>
        <pc:spChg chg="mod">
          <ac:chgData name="Yuriy Zabolotnyuk" userId="5293f801-6ede-4669-8a17-9af1adeb069e" providerId="ADAL" clId="{9C72D551-62FB-5E3D-901C-9F32929520A9}" dt="2026-07-05T10:31:50.538" v="583"/>
          <ac:spMkLst>
            <pc:docMk/>
            <pc:sldMk cId="0" sldId="270"/>
            <ac:spMk id="3" creationId="{00000000-0000-0000-0000-000000000000}"/>
          </ac:spMkLst>
        </pc:spChg>
        <pc:spChg chg="mod">
          <ac:chgData name="Yuriy Zabolotnyuk" userId="5293f801-6ede-4669-8a17-9af1adeb069e" providerId="ADAL" clId="{9C72D551-62FB-5E3D-901C-9F32929520A9}" dt="2026-07-06T16:25:20.160" v="2069" actId="20577"/>
          <ac:spMkLst>
            <pc:docMk/>
            <pc:sldMk cId="0" sldId="270"/>
            <ac:spMk id="4028" creationId="{00000000-0000-0000-0000-000000000000}"/>
          </ac:spMkLst>
        </pc:spChg>
      </pc:sldChg>
      <pc:sldChg chg="delSp modSp add del mod">
        <pc:chgData name="Yuriy Zabolotnyuk" userId="5293f801-6ede-4669-8a17-9af1adeb069e" providerId="ADAL" clId="{9C72D551-62FB-5E3D-901C-9F32929520A9}" dt="2026-07-06T16:26:07.565" v="2090" actId="14100"/>
        <pc:sldMkLst>
          <pc:docMk/>
          <pc:sldMk cId="0" sldId="271"/>
        </pc:sldMkLst>
        <pc:spChg chg="mod">
          <ac:chgData name="Yuriy Zabolotnyuk" userId="5293f801-6ede-4669-8a17-9af1adeb069e" providerId="ADAL" clId="{9C72D551-62FB-5E3D-901C-9F32929520A9}" dt="2026-07-06T16:26:07.565" v="2090" actId="14100"/>
          <ac:spMkLst>
            <pc:docMk/>
            <pc:sldMk cId="0" sldId="271"/>
            <ac:spMk id="2" creationId="{00000000-0000-0000-0000-000000000000}"/>
          </ac:spMkLst>
        </pc:spChg>
        <pc:spChg chg="del">
          <ac:chgData name="Yuriy Zabolotnyuk" userId="5293f801-6ede-4669-8a17-9af1adeb069e" providerId="ADAL" clId="{9C72D551-62FB-5E3D-901C-9F32929520A9}" dt="2026-07-05T17:06:16.939" v="1277" actId="478"/>
          <ac:spMkLst>
            <pc:docMk/>
            <pc:sldMk cId="0" sldId="271"/>
            <ac:spMk id="3" creationId="{00000000-0000-0000-0000-000000000000}"/>
          </ac:spMkLst>
        </pc:spChg>
        <pc:spChg chg="mod">
          <ac:chgData name="Yuriy Zabolotnyuk" userId="5293f801-6ede-4669-8a17-9af1adeb069e" providerId="ADAL" clId="{9C72D551-62FB-5E3D-901C-9F32929520A9}" dt="2026-07-05T17:19:38.774" v="1442" actId="20577"/>
          <ac:spMkLst>
            <pc:docMk/>
            <pc:sldMk cId="0" sldId="271"/>
            <ac:spMk id="4" creationId="{00000000-0000-0000-0000-000000000000}"/>
          </ac:spMkLst>
        </pc:spChg>
        <pc:picChg chg="mod">
          <ac:chgData name="Yuriy Zabolotnyuk" userId="5293f801-6ede-4669-8a17-9af1adeb069e" providerId="ADAL" clId="{9C72D551-62FB-5E3D-901C-9F32929520A9}" dt="2026-07-06T16:25:34.388" v="2076" actId="1035"/>
          <ac:picMkLst>
            <pc:docMk/>
            <pc:sldMk cId="0" sldId="271"/>
            <ac:picMk id="4030" creationId="{00000000-0000-0000-0000-000000000000}"/>
          </ac:picMkLst>
        </pc:picChg>
      </pc:sldChg>
      <pc:sldChg chg="delSp modSp add del mod modNotesTx">
        <pc:chgData name="Yuriy Zabolotnyuk" userId="5293f801-6ede-4669-8a17-9af1adeb069e" providerId="ADAL" clId="{9C72D551-62FB-5E3D-901C-9F32929520A9}" dt="2026-07-06T16:26:36.802" v="2092" actId="27636"/>
        <pc:sldMkLst>
          <pc:docMk/>
          <pc:sldMk cId="0" sldId="272"/>
        </pc:sldMkLst>
        <pc:spChg chg="mod">
          <ac:chgData name="Yuriy Zabolotnyuk" userId="5293f801-6ede-4669-8a17-9af1adeb069e" providerId="ADAL" clId="{9C72D551-62FB-5E3D-901C-9F32929520A9}" dt="2026-07-05T17:07:05.179" v="1295" actId="403"/>
          <ac:spMkLst>
            <pc:docMk/>
            <pc:sldMk cId="0" sldId="272"/>
            <ac:spMk id="2" creationId="{00000000-0000-0000-0000-000000000000}"/>
          </ac:spMkLst>
        </pc:spChg>
        <pc:spChg chg="del mod">
          <ac:chgData name="Yuriy Zabolotnyuk" userId="5293f801-6ede-4669-8a17-9af1adeb069e" providerId="ADAL" clId="{9C72D551-62FB-5E3D-901C-9F32929520A9}" dt="2026-07-05T17:07:23.317" v="1300" actId="478"/>
          <ac:spMkLst>
            <pc:docMk/>
            <pc:sldMk cId="0" sldId="272"/>
            <ac:spMk id="3" creationId="{00000000-0000-0000-0000-000000000000}"/>
          </ac:spMkLst>
        </pc:spChg>
        <pc:spChg chg="mod">
          <ac:chgData name="Yuriy Zabolotnyuk" userId="5293f801-6ede-4669-8a17-9af1adeb069e" providerId="ADAL" clId="{9C72D551-62FB-5E3D-901C-9F32929520A9}" dt="2026-07-05T17:23:58.309" v="1473" actId="207"/>
          <ac:spMkLst>
            <pc:docMk/>
            <pc:sldMk cId="0" sldId="272"/>
            <ac:spMk id="4" creationId="{00000000-0000-0000-0000-000000000000}"/>
          </ac:spMkLst>
        </pc:spChg>
        <pc:spChg chg="mod">
          <ac:chgData name="Yuriy Zabolotnyuk" userId="5293f801-6ede-4669-8a17-9af1adeb069e" providerId="ADAL" clId="{9C72D551-62FB-5E3D-901C-9F32929520A9}" dt="2026-07-06T16:26:36.802" v="2092" actId="27636"/>
          <ac:spMkLst>
            <pc:docMk/>
            <pc:sldMk cId="0" sldId="272"/>
            <ac:spMk id="4032" creationId="{00000000-0000-0000-0000-000000000000}"/>
          </ac:spMkLst>
        </pc:spChg>
      </pc:sldChg>
      <pc:sldChg chg="modSp add del mod modNotesTx">
        <pc:chgData name="Yuriy Zabolotnyuk" userId="5293f801-6ede-4669-8a17-9af1adeb069e" providerId="ADAL" clId="{9C72D551-62FB-5E3D-901C-9F32929520A9}" dt="2026-07-06T16:20:04.246" v="1964" actId="27636"/>
        <pc:sldMkLst>
          <pc:docMk/>
          <pc:sldMk cId="0" sldId="273"/>
        </pc:sldMkLst>
        <pc:spChg chg="mod">
          <ac:chgData name="Yuriy Zabolotnyuk" userId="5293f801-6ede-4669-8a17-9af1adeb069e" providerId="ADAL" clId="{9C72D551-62FB-5E3D-901C-9F32929520A9}" dt="2026-07-05T17:08:11.314" v="1313" actId="207"/>
          <ac:spMkLst>
            <pc:docMk/>
            <pc:sldMk cId="0" sldId="273"/>
            <ac:spMk id="2" creationId="{00000000-0000-0000-0000-000000000000}"/>
          </ac:spMkLst>
        </pc:spChg>
        <pc:spChg chg="mod">
          <ac:chgData name="Yuriy Zabolotnyuk" userId="5293f801-6ede-4669-8a17-9af1adeb069e" providerId="ADAL" clId="{9C72D551-62FB-5E3D-901C-9F32929520A9}" dt="2026-07-05T10:31:50.538" v="583"/>
          <ac:spMkLst>
            <pc:docMk/>
            <pc:sldMk cId="0" sldId="273"/>
            <ac:spMk id="3" creationId="{00000000-0000-0000-0000-000000000000}"/>
          </ac:spMkLst>
        </pc:spChg>
        <pc:spChg chg="mod">
          <ac:chgData name="Yuriy Zabolotnyuk" userId="5293f801-6ede-4669-8a17-9af1adeb069e" providerId="ADAL" clId="{9C72D551-62FB-5E3D-901C-9F32929520A9}" dt="2026-07-05T17:24:50.803" v="1487" actId="20577"/>
          <ac:spMkLst>
            <pc:docMk/>
            <pc:sldMk cId="0" sldId="273"/>
            <ac:spMk id="13" creationId="{00000000-0000-0000-0000-000000000000}"/>
          </ac:spMkLst>
        </pc:spChg>
        <pc:spChg chg="mod">
          <ac:chgData name="Yuriy Zabolotnyuk" userId="5293f801-6ede-4669-8a17-9af1adeb069e" providerId="ADAL" clId="{9C72D551-62FB-5E3D-901C-9F32929520A9}" dt="2026-07-06T16:20:04.246" v="1964" actId="27636"/>
          <ac:spMkLst>
            <pc:docMk/>
            <pc:sldMk cId="0" sldId="273"/>
            <ac:spMk id="4034" creationId="{00000000-0000-0000-0000-000000000000}"/>
          </ac:spMkLst>
        </pc:spChg>
      </pc:sldChg>
      <pc:sldChg chg="modSp mod">
        <pc:chgData name="Yuriy Zabolotnyuk" userId="5293f801-6ede-4669-8a17-9af1adeb069e" providerId="ADAL" clId="{9C72D551-62FB-5E3D-901C-9F32929520A9}" dt="2026-07-06T16:28:33.950" v="2134" actId="20577"/>
        <pc:sldMkLst>
          <pc:docMk/>
          <pc:sldMk cId="0" sldId="274"/>
        </pc:sldMkLst>
        <pc:spChg chg="mod">
          <ac:chgData name="Yuriy Zabolotnyuk" userId="5293f801-6ede-4669-8a17-9af1adeb069e" providerId="ADAL" clId="{9C72D551-62FB-5E3D-901C-9F32929520A9}" dt="2026-07-06T16:28:33.950" v="2134" actId="20577"/>
          <ac:spMkLst>
            <pc:docMk/>
            <pc:sldMk cId="0" sldId="274"/>
            <ac:spMk id="2" creationId="{00000000-0000-0000-0000-000000000000}"/>
          </ac:spMkLst>
        </pc:spChg>
        <pc:spChg chg="mod">
          <ac:chgData name="Yuriy Zabolotnyuk" userId="5293f801-6ede-4669-8a17-9af1adeb069e" providerId="ADAL" clId="{9C72D551-62FB-5E3D-901C-9F32929520A9}" dt="2026-07-05T10:31:50.538" v="583"/>
          <ac:spMkLst>
            <pc:docMk/>
            <pc:sldMk cId="0" sldId="274"/>
            <ac:spMk id="3" creationId="{00000000-0000-0000-0000-000000000000}"/>
          </ac:spMkLst>
        </pc:spChg>
        <pc:picChg chg="mod">
          <ac:chgData name="Yuriy Zabolotnyuk" userId="5293f801-6ede-4669-8a17-9af1adeb069e" providerId="ADAL" clId="{9C72D551-62FB-5E3D-901C-9F32929520A9}" dt="2026-07-06T16:27:34.984" v="2117" actId="1035"/>
          <ac:picMkLst>
            <pc:docMk/>
            <pc:sldMk cId="0" sldId="274"/>
            <ac:picMk id="4036" creationId="{00000000-0000-0000-0000-000000000000}"/>
          </ac:picMkLst>
        </pc:picChg>
        <pc:picChg chg="mod">
          <ac:chgData name="Yuriy Zabolotnyuk" userId="5293f801-6ede-4669-8a17-9af1adeb069e" providerId="ADAL" clId="{9C72D551-62FB-5E3D-901C-9F32929520A9}" dt="2026-07-06T16:27:37.740" v="2122" actId="1035"/>
          <ac:picMkLst>
            <pc:docMk/>
            <pc:sldMk cId="0" sldId="274"/>
            <ac:picMk id="4037" creationId="{00000000-0000-0000-0000-000000000000}"/>
          </ac:picMkLst>
        </pc:picChg>
      </pc:sldChg>
      <pc:sldChg chg="modSp add del mod">
        <pc:chgData name="Yuriy Zabolotnyuk" userId="5293f801-6ede-4669-8a17-9af1adeb069e" providerId="ADAL" clId="{9C72D551-62FB-5E3D-901C-9F32929520A9}" dt="2026-07-06T16:55:50.396" v="2254" actId="27636"/>
        <pc:sldMkLst>
          <pc:docMk/>
          <pc:sldMk cId="0" sldId="275"/>
        </pc:sldMkLst>
        <pc:spChg chg="mod">
          <ac:chgData name="Yuriy Zabolotnyuk" userId="5293f801-6ede-4669-8a17-9af1adeb069e" providerId="ADAL" clId="{9C72D551-62FB-5E3D-901C-9F32929520A9}" dt="2026-07-06T16:55:50.396" v="2254" actId="27636"/>
          <ac:spMkLst>
            <pc:docMk/>
            <pc:sldMk cId="0" sldId="275"/>
            <ac:spMk id="2" creationId="{00000000-0000-0000-0000-000000000000}"/>
          </ac:spMkLst>
        </pc:spChg>
        <pc:spChg chg="mod">
          <ac:chgData name="Yuriy Zabolotnyuk" userId="5293f801-6ede-4669-8a17-9af1adeb069e" providerId="ADAL" clId="{9C72D551-62FB-5E3D-901C-9F32929520A9}" dt="2026-07-05T10:31:50.538" v="583"/>
          <ac:spMkLst>
            <pc:docMk/>
            <pc:sldMk cId="0" sldId="275"/>
            <ac:spMk id="3" creationId="{00000000-0000-0000-0000-000000000000}"/>
          </ac:spMkLst>
        </pc:spChg>
        <pc:picChg chg="mod">
          <ac:chgData name="Yuriy Zabolotnyuk" userId="5293f801-6ede-4669-8a17-9af1adeb069e" providerId="ADAL" clId="{9C72D551-62FB-5E3D-901C-9F32929520A9}" dt="2026-07-06T16:52:24.601" v="2156" actId="1035"/>
          <ac:picMkLst>
            <pc:docMk/>
            <pc:sldMk cId="0" sldId="275"/>
            <ac:picMk id="4038" creationId="{00000000-0000-0000-0000-000000000000}"/>
          </ac:picMkLst>
        </pc:picChg>
        <pc:picChg chg="mod">
          <ac:chgData name="Yuriy Zabolotnyuk" userId="5293f801-6ede-4669-8a17-9af1adeb069e" providerId="ADAL" clId="{9C72D551-62FB-5E3D-901C-9F32929520A9}" dt="2026-07-06T16:52:26.906" v="2161" actId="1035"/>
          <ac:picMkLst>
            <pc:docMk/>
            <pc:sldMk cId="0" sldId="275"/>
            <ac:picMk id="4039" creationId="{00000000-0000-0000-0000-000000000000}"/>
          </ac:picMkLst>
        </pc:picChg>
      </pc:sldChg>
      <pc:sldChg chg="modSp add del mod">
        <pc:chgData name="Yuriy Zabolotnyuk" userId="5293f801-6ede-4669-8a17-9af1adeb069e" providerId="ADAL" clId="{9C72D551-62FB-5E3D-901C-9F32929520A9}" dt="2026-07-06T16:56:49.753" v="2263" actId="20577"/>
        <pc:sldMkLst>
          <pc:docMk/>
          <pc:sldMk cId="0" sldId="276"/>
        </pc:sldMkLst>
        <pc:spChg chg="mod">
          <ac:chgData name="Yuriy Zabolotnyuk" userId="5293f801-6ede-4669-8a17-9af1adeb069e" providerId="ADAL" clId="{9C72D551-62FB-5E3D-901C-9F32929520A9}" dt="2026-07-06T16:56:49.753" v="2263" actId="20577"/>
          <ac:spMkLst>
            <pc:docMk/>
            <pc:sldMk cId="0" sldId="276"/>
            <ac:spMk id="2" creationId="{00000000-0000-0000-0000-000000000000}"/>
          </ac:spMkLst>
        </pc:spChg>
        <pc:spChg chg="mod">
          <ac:chgData name="Yuriy Zabolotnyuk" userId="5293f801-6ede-4669-8a17-9af1adeb069e" providerId="ADAL" clId="{9C72D551-62FB-5E3D-901C-9F32929520A9}" dt="2026-07-05T10:31:50.538" v="583"/>
          <ac:spMkLst>
            <pc:docMk/>
            <pc:sldMk cId="0" sldId="276"/>
            <ac:spMk id="3" creationId="{00000000-0000-0000-0000-000000000000}"/>
          </ac:spMkLst>
        </pc:spChg>
        <pc:picChg chg="mod">
          <ac:chgData name="Yuriy Zabolotnyuk" userId="5293f801-6ede-4669-8a17-9af1adeb069e" providerId="ADAL" clId="{9C72D551-62FB-5E3D-901C-9F32929520A9}" dt="2026-07-06T16:56:01.443" v="2255" actId="1076"/>
          <ac:picMkLst>
            <pc:docMk/>
            <pc:sldMk cId="0" sldId="276"/>
            <ac:picMk id="4040" creationId="{00000000-0000-0000-0000-000000000000}"/>
          </ac:picMkLst>
        </pc:picChg>
      </pc:sldChg>
      <pc:sldChg chg="addSp delSp modSp del mod">
        <pc:chgData name="Yuriy Zabolotnyuk" userId="5293f801-6ede-4669-8a17-9af1adeb069e" providerId="ADAL" clId="{9C72D551-62FB-5E3D-901C-9F32929520A9}" dt="2026-07-06T16:58:44.023" v="2278" actId="2696"/>
        <pc:sldMkLst>
          <pc:docMk/>
          <pc:sldMk cId="0" sldId="277"/>
        </pc:sldMkLst>
        <pc:spChg chg="mod">
          <ac:chgData name="Yuriy Zabolotnyuk" userId="5293f801-6ede-4669-8a17-9af1adeb069e" providerId="ADAL" clId="{9C72D551-62FB-5E3D-901C-9F32929520A9}" dt="2026-07-06T16:20:04.309" v="1968" actId="27636"/>
          <ac:spMkLst>
            <pc:docMk/>
            <pc:sldMk cId="0" sldId="277"/>
            <ac:spMk id="2" creationId="{00000000-0000-0000-0000-000000000000}"/>
          </ac:spMkLst>
        </pc:spChg>
        <pc:spChg chg="del">
          <ac:chgData name="Yuriy Zabolotnyuk" userId="5293f801-6ede-4669-8a17-9af1adeb069e" providerId="ADAL" clId="{9C72D551-62FB-5E3D-901C-9F32929520A9}" dt="2026-07-05T12:25:44.849" v="1152" actId="478"/>
          <ac:spMkLst>
            <pc:docMk/>
            <pc:sldMk cId="0" sldId="277"/>
            <ac:spMk id="5079" creationId="{00000000-0000-0000-0000-000000000000}"/>
          </ac:spMkLst>
        </pc:spChg>
        <pc:spChg chg="del">
          <ac:chgData name="Yuriy Zabolotnyuk" userId="5293f801-6ede-4669-8a17-9af1adeb069e" providerId="ADAL" clId="{9C72D551-62FB-5E3D-901C-9F32929520A9}" dt="2026-07-05T12:25:47.202" v="1153" actId="478"/>
          <ac:spMkLst>
            <pc:docMk/>
            <pc:sldMk cId="0" sldId="277"/>
            <ac:spMk id="5080" creationId="{00000000-0000-0000-0000-000000000000}"/>
          </ac:spMkLst>
        </pc:spChg>
        <pc:graphicFrameChg chg="add mod modGraphic">
          <ac:chgData name="Yuriy Zabolotnyuk" userId="5293f801-6ede-4669-8a17-9af1adeb069e" providerId="ADAL" clId="{9C72D551-62FB-5E3D-901C-9F32929520A9}" dt="2026-07-05T17:30:25.734" v="1553" actId="120"/>
          <ac:graphicFrameMkLst>
            <pc:docMk/>
            <pc:sldMk cId="0" sldId="277"/>
            <ac:graphicFrameMk id="3" creationId="{B111ED6F-FFA5-18BB-6B8A-4FF58521A5CF}"/>
          </ac:graphicFrameMkLst>
        </pc:graphicFrameChg>
      </pc:sldChg>
      <pc:sldChg chg="addSp modSp mod">
        <pc:chgData name="Yuriy Zabolotnyuk" userId="5293f801-6ede-4669-8a17-9af1adeb069e" providerId="ADAL" clId="{9C72D551-62FB-5E3D-901C-9F32929520A9}" dt="2026-07-06T16:58:37.196" v="2277"/>
        <pc:sldMkLst>
          <pc:docMk/>
          <pc:sldMk cId="0" sldId="278"/>
        </pc:sldMkLst>
        <pc:spChg chg="mod">
          <ac:chgData name="Yuriy Zabolotnyuk" userId="5293f801-6ede-4669-8a17-9af1adeb069e" providerId="ADAL" clId="{9C72D551-62FB-5E3D-901C-9F32929520A9}" dt="2026-07-05T12:07:40.184" v="1037" actId="2711"/>
          <ac:spMkLst>
            <pc:docMk/>
            <pc:sldMk cId="0" sldId="278"/>
            <ac:spMk id="2" creationId="{00000000-0000-0000-0000-000000000000}"/>
          </ac:spMkLst>
        </pc:spChg>
        <pc:spChg chg="mod">
          <ac:chgData name="Yuriy Zabolotnyuk" userId="5293f801-6ede-4669-8a17-9af1adeb069e" providerId="ADAL" clId="{9C72D551-62FB-5E3D-901C-9F32929520A9}" dt="2026-07-05T12:27:38.365" v="1157" actId="27636"/>
          <ac:spMkLst>
            <pc:docMk/>
            <pc:sldMk cId="0" sldId="278"/>
            <ac:spMk id="3" creationId="{00000000-0000-0000-0000-000000000000}"/>
          </ac:spMkLst>
        </pc:spChg>
        <pc:spChg chg="mod">
          <ac:chgData name="Yuriy Zabolotnyuk" userId="5293f801-6ede-4669-8a17-9af1adeb069e" providerId="ADAL" clId="{9C72D551-62FB-5E3D-901C-9F32929520A9}" dt="2026-07-06T16:58:37.196" v="2277"/>
          <ac:spMkLst>
            <pc:docMk/>
            <pc:sldMk cId="0" sldId="278"/>
            <ac:spMk id="4044" creationId="{00000000-0000-0000-0000-000000000000}"/>
          </ac:spMkLst>
        </pc:spChg>
        <pc:graphicFrameChg chg="add mod">
          <ac:chgData name="Yuriy Zabolotnyuk" userId="5293f801-6ede-4669-8a17-9af1adeb069e" providerId="ADAL" clId="{9C72D551-62FB-5E3D-901C-9F32929520A9}" dt="2026-07-05T12:27:39.541" v="1158"/>
          <ac:graphicFrameMkLst>
            <pc:docMk/>
            <pc:sldMk cId="0" sldId="278"/>
            <ac:graphicFrameMk id="4" creationId="{F86F6A39-EDEC-CC1D-AE21-068E1469C46A}"/>
          </ac:graphicFrameMkLst>
        </pc:graphicFrameChg>
        <pc:graphicFrameChg chg="add mod modGraphic">
          <ac:chgData name="Yuriy Zabolotnyuk" userId="5293f801-6ede-4669-8a17-9af1adeb069e" providerId="ADAL" clId="{9C72D551-62FB-5E3D-901C-9F32929520A9}" dt="2026-07-05T17:29:46.910" v="1544" actId="20577"/>
          <ac:graphicFrameMkLst>
            <pc:docMk/>
            <pc:sldMk cId="0" sldId="278"/>
            <ac:graphicFrameMk id="5" creationId="{7CE20E51-5387-FE08-685A-C671132ADC99}"/>
          </ac:graphicFrameMkLst>
        </pc:graphicFrameChg>
      </pc:sldChg>
      <pc:sldChg chg="addSp delSp modSp add del mod modNotes modNotesTx">
        <pc:chgData name="Yuriy Zabolotnyuk" userId="5293f801-6ede-4669-8a17-9af1adeb069e" providerId="ADAL" clId="{9C72D551-62FB-5E3D-901C-9F32929520A9}" dt="2026-07-06T19:37:31.791" v="2520" actId="27636"/>
        <pc:sldMkLst>
          <pc:docMk/>
          <pc:sldMk cId="0" sldId="279"/>
        </pc:sldMkLst>
        <pc:spChg chg="mod">
          <ac:chgData name="Yuriy Zabolotnyuk" userId="5293f801-6ede-4669-8a17-9af1adeb069e" providerId="ADAL" clId="{9C72D551-62FB-5E3D-901C-9F32929520A9}" dt="2026-07-06T17:06:29.800" v="2474" actId="20577"/>
          <ac:spMkLst>
            <pc:docMk/>
            <pc:sldMk cId="0" sldId="279"/>
            <ac:spMk id="2" creationId="{00000000-0000-0000-0000-000000000000}"/>
          </ac:spMkLst>
        </pc:spChg>
        <pc:spChg chg="mod">
          <ac:chgData name="Yuriy Zabolotnyuk" userId="5293f801-6ede-4669-8a17-9af1adeb069e" providerId="ADAL" clId="{9C72D551-62FB-5E3D-901C-9F32929520A9}" dt="2026-07-05T10:31:50.538" v="583"/>
          <ac:spMkLst>
            <pc:docMk/>
            <pc:sldMk cId="0" sldId="279"/>
            <ac:spMk id="3" creationId="{00000000-0000-0000-0000-000000000000}"/>
          </ac:spMkLst>
        </pc:spChg>
        <pc:picChg chg="add del">
          <ac:chgData name="Yuriy Zabolotnyuk" userId="5293f801-6ede-4669-8a17-9af1adeb069e" providerId="ADAL" clId="{9C72D551-62FB-5E3D-901C-9F32929520A9}" dt="2026-07-06T17:05:55.932" v="2456" actId="478"/>
          <ac:picMkLst>
            <pc:docMk/>
            <pc:sldMk cId="0" sldId="279"/>
            <ac:picMk id="4046" creationId="{00000000-0000-0000-0000-000000000000}"/>
          </ac:picMkLst>
        </pc:picChg>
      </pc:sldChg>
      <pc:sldChg chg="addSp delSp modSp del mod modNotesTx">
        <pc:chgData name="Yuriy Zabolotnyuk" userId="5293f801-6ede-4669-8a17-9af1adeb069e" providerId="ADAL" clId="{9C72D551-62FB-5E3D-901C-9F32929520A9}" dt="2026-07-06T20:29:05.792" v="2699" actId="2696"/>
        <pc:sldMkLst>
          <pc:docMk/>
          <pc:sldMk cId="0" sldId="280"/>
        </pc:sldMkLst>
        <pc:spChg chg="mod">
          <ac:chgData name="Yuriy Zabolotnyuk" userId="5293f801-6ede-4669-8a17-9af1adeb069e" providerId="ADAL" clId="{9C72D551-62FB-5E3D-901C-9F32929520A9}" dt="2026-07-06T17:06:48.791" v="2476" actId="27636"/>
          <ac:spMkLst>
            <pc:docMk/>
            <pc:sldMk cId="0" sldId="280"/>
            <ac:spMk id="2" creationId="{00000000-0000-0000-0000-000000000000}"/>
          </ac:spMkLst>
        </pc:spChg>
        <pc:spChg chg="del">
          <ac:chgData name="Yuriy Zabolotnyuk" userId="5293f801-6ede-4669-8a17-9af1adeb069e" providerId="ADAL" clId="{9C72D551-62FB-5E3D-901C-9F32929520A9}" dt="2026-07-05T12:23:46.919" v="1122" actId="478"/>
          <ac:spMkLst>
            <pc:docMk/>
            <pc:sldMk cId="0" sldId="280"/>
            <ac:spMk id="5081" creationId="{00000000-0000-0000-0000-000000000000}"/>
          </ac:spMkLst>
        </pc:spChg>
        <pc:spChg chg="del">
          <ac:chgData name="Yuriy Zabolotnyuk" userId="5293f801-6ede-4669-8a17-9af1adeb069e" providerId="ADAL" clId="{9C72D551-62FB-5E3D-901C-9F32929520A9}" dt="2026-07-05T12:23:49.009" v="1123" actId="478"/>
          <ac:spMkLst>
            <pc:docMk/>
            <pc:sldMk cId="0" sldId="280"/>
            <ac:spMk id="5082" creationId="{00000000-0000-0000-0000-000000000000}"/>
          </ac:spMkLst>
        </pc:spChg>
        <pc:graphicFrameChg chg="add del mod modGraphic">
          <ac:chgData name="Yuriy Zabolotnyuk" userId="5293f801-6ede-4669-8a17-9af1adeb069e" providerId="ADAL" clId="{9C72D551-62FB-5E3D-901C-9F32929520A9}" dt="2026-07-05T12:24:28.679" v="1132" actId="478"/>
          <ac:graphicFrameMkLst>
            <pc:docMk/>
            <pc:sldMk cId="0" sldId="280"/>
            <ac:graphicFrameMk id="3" creationId="{4150E370-9CCE-387B-2C7A-61C6C420643C}"/>
          </ac:graphicFrameMkLst>
        </pc:graphicFrameChg>
        <pc:graphicFrameChg chg="add mod modGraphic">
          <ac:chgData name="Yuriy Zabolotnyuk" userId="5293f801-6ede-4669-8a17-9af1adeb069e" providerId="ADAL" clId="{9C72D551-62FB-5E3D-901C-9F32929520A9}" dt="2026-07-05T17:30:10.498" v="1551" actId="120"/>
          <ac:graphicFrameMkLst>
            <pc:docMk/>
            <pc:sldMk cId="0" sldId="280"/>
            <ac:graphicFrameMk id="4" creationId="{566F9E90-AF87-E58A-585D-A9DF9AF54C7C}"/>
          </ac:graphicFrameMkLst>
        </pc:graphicFrameChg>
        <pc:picChg chg="mod">
          <ac:chgData name="Yuriy Zabolotnyuk" userId="5293f801-6ede-4669-8a17-9af1adeb069e" providerId="ADAL" clId="{9C72D551-62FB-5E3D-901C-9F32929520A9}" dt="2026-07-06T17:25:37.811" v="2517" actId="1076"/>
          <ac:picMkLst>
            <pc:docMk/>
            <pc:sldMk cId="0" sldId="280"/>
            <ac:picMk id="4048" creationId="{00000000-0000-0000-0000-000000000000}"/>
          </ac:picMkLst>
        </pc:picChg>
      </pc:sldChg>
      <pc:sldChg chg="modSp del mod">
        <pc:chgData name="Yuriy Zabolotnyuk" userId="5293f801-6ede-4669-8a17-9af1adeb069e" providerId="ADAL" clId="{9C72D551-62FB-5E3D-901C-9F32929520A9}" dt="2026-07-06T17:07:03.560" v="2477" actId="2696"/>
        <pc:sldMkLst>
          <pc:docMk/>
          <pc:sldMk cId="0" sldId="281"/>
        </pc:sldMkLst>
        <pc:spChg chg="mod">
          <ac:chgData name="Yuriy Zabolotnyuk" userId="5293f801-6ede-4669-8a17-9af1adeb069e" providerId="ADAL" clId="{9C72D551-62FB-5E3D-901C-9F32929520A9}" dt="2026-07-05T12:32:28.499" v="1258" actId="207"/>
          <ac:spMkLst>
            <pc:docMk/>
            <pc:sldMk cId="0" sldId="281"/>
            <ac:spMk id="2" creationId="{00000000-0000-0000-0000-000000000000}"/>
          </ac:spMkLst>
        </pc:spChg>
        <pc:spChg chg="mod">
          <ac:chgData name="Yuriy Zabolotnyuk" userId="5293f801-6ede-4669-8a17-9af1adeb069e" providerId="ADAL" clId="{9C72D551-62FB-5E3D-901C-9F32929520A9}" dt="2026-07-05T10:31:50.538" v="583"/>
          <ac:spMkLst>
            <pc:docMk/>
            <pc:sldMk cId="0" sldId="281"/>
            <ac:spMk id="3" creationId="{00000000-0000-0000-0000-000000000000}"/>
          </ac:spMkLst>
        </pc:spChg>
        <pc:spChg chg="mod">
          <ac:chgData name="Yuriy Zabolotnyuk" userId="5293f801-6ede-4669-8a17-9af1adeb069e" providerId="ADAL" clId="{9C72D551-62FB-5E3D-901C-9F32929520A9}" dt="2026-07-06T16:20:04.357" v="1972" actId="27636"/>
          <ac:spMkLst>
            <pc:docMk/>
            <pc:sldMk cId="0" sldId="281"/>
            <ac:spMk id="4050" creationId="{00000000-0000-0000-0000-000000000000}"/>
          </ac:spMkLst>
        </pc:spChg>
      </pc:sldChg>
      <pc:sldChg chg="modSp mod">
        <pc:chgData name="Yuriy Zabolotnyuk" userId="5293f801-6ede-4669-8a17-9af1adeb069e" providerId="ADAL" clId="{9C72D551-62FB-5E3D-901C-9F32929520A9}" dt="2026-07-06T16:20:04.365" v="1973" actId="27636"/>
        <pc:sldMkLst>
          <pc:docMk/>
          <pc:sldMk cId="0" sldId="282"/>
        </pc:sldMkLst>
        <pc:spChg chg="mod">
          <ac:chgData name="Yuriy Zabolotnyuk" userId="5293f801-6ede-4669-8a17-9af1adeb069e" providerId="ADAL" clId="{9C72D551-62FB-5E3D-901C-9F32929520A9}" dt="2026-07-05T12:32:46.104" v="1261" actId="113"/>
          <ac:spMkLst>
            <pc:docMk/>
            <pc:sldMk cId="0" sldId="282"/>
            <ac:spMk id="2" creationId="{00000000-0000-0000-0000-000000000000}"/>
          </ac:spMkLst>
        </pc:spChg>
        <pc:spChg chg="mod">
          <ac:chgData name="Yuriy Zabolotnyuk" userId="5293f801-6ede-4669-8a17-9af1adeb069e" providerId="ADAL" clId="{9C72D551-62FB-5E3D-901C-9F32929520A9}" dt="2026-07-05T10:31:50.538" v="583"/>
          <ac:spMkLst>
            <pc:docMk/>
            <pc:sldMk cId="0" sldId="282"/>
            <ac:spMk id="3" creationId="{00000000-0000-0000-0000-000000000000}"/>
          </ac:spMkLst>
        </pc:spChg>
        <pc:spChg chg="mod">
          <ac:chgData name="Yuriy Zabolotnyuk" userId="5293f801-6ede-4669-8a17-9af1adeb069e" providerId="ADAL" clId="{9C72D551-62FB-5E3D-901C-9F32929520A9}" dt="2026-07-06T16:20:04.365" v="1973" actId="27636"/>
          <ac:spMkLst>
            <pc:docMk/>
            <pc:sldMk cId="0" sldId="282"/>
            <ac:spMk id="4052" creationId="{00000000-0000-0000-0000-000000000000}"/>
          </ac:spMkLst>
        </pc:spChg>
      </pc:sldChg>
      <pc:sldChg chg="modSp del mod modNotesTx">
        <pc:chgData name="Yuriy Zabolotnyuk" userId="5293f801-6ede-4669-8a17-9af1adeb069e" providerId="ADAL" clId="{9C72D551-62FB-5E3D-901C-9F32929520A9}" dt="2026-07-06T17:25:05.903" v="2515" actId="57"/>
        <pc:sldMkLst>
          <pc:docMk/>
          <pc:sldMk cId="0" sldId="283"/>
        </pc:sldMkLst>
        <pc:spChg chg="mod">
          <ac:chgData name="Yuriy Zabolotnyuk" userId="5293f801-6ede-4669-8a17-9af1adeb069e" providerId="ADAL" clId="{9C72D551-62FB-5E3D-901C-9F32929520A9}" dt="2026-07-05T10:31:50.538" v="583"/>
          <ac:spMkLst>
            <pc:docMk/>
            <pc:sldMk cId="0" sldId="283"/>
            <ac:spMk id="2" creationId="{00000000-0000-0000-0000-000000000000}"/>
          </ac:spMkLst>
        </pc:spChg>
        <pc:spChg chg="mod">
          <ac:chgData name="Yuriy Zabolotnyuk" userId="5293f801-6ede-4669-8a17-9af1adeb069e" providerId="ADAL" clId="{9C72D551-62FB-5E3D-901C-9F32929520A9}" dt="2026-07-05T10:31:50.538" v="583"/>
          <ac:spMkLst>
            <pc:docMk/>
            <pc:sldMk cId="0" sldId="283"/>
            <ac:spMk id="3" creationId="{00000000-0000-0000-0000-000000000000}"/>
          </ac:spMkLst>
        </pc:spChg>
        <pc:spChg chg="mod">
          <ac:chgData name="Yuriy Zabolotnyuk" userId="5293f801-6ede-4669-8a17-9af1adeb069e" providerId="ADAL" clId="{9C72D551-62FB-5E3D-901C-9F32929520A9}" dt="2026-07-06T17:25:05.903" v="2515" actId="57"/>
          <ac:spMkLst>
            <pc:docMk/>
            <pc:sldMk cId="0" sldId="283"/>
            <ac:spMk id="4054" creationId="{00000000-0000-0000-0000-000000000000}"/>
          </ac:spMkLst>
        </pc:spChg>
      </pc:sldChg>
      <pc:sldChg chg="modSp del mod">
        <pc:chgData name="Yuriy Zabolotnyuk" userId="5293f801-6ede-4669-8a17-9af1adeb069e" providerId="ADAL" clId="{9C72D551-62FB-5E3D-901C-9F32929520A9}" dt="2026-07-06T17:08:12.610" v="2491" actId="2696"/>
        <pc:sldMkLst>
          <pc:docMk/>
          <pc:sldMk cId="0" sldId="284"/>
        </pc:sldMkLst>
        <pc:spChg chg="mod">
          <ac:chgData name="Yuriy Zabolotnyuk" userId="5293f801-6ede-4669-8a17-9af1adeb069e" providerId="ADAL" clId="{9C72D551-62FB-5E3D-901C-9F32929520A9}" dt="2026-07-05T10:31:50.538" v="583"/>
          <ac:spMkLst>
            <pc:docMk/>
            <pc:sldMk cId="0" sldId="284"/>
            <ac:spMk id="2" creationId="{00000000-0000-0000-0000-000000000000}"/>
          </ac:spMkLst>
        </pc:spChg>
        <pc:spChg chg="mod">
          <ac:chgData name="Yuriy Zabolotnyuk" userId="5293f801-6ede-4669-8a17-9af1adeb069e" providerId="ADAL" clId="{9C72D551-62FB-5E3D-901C-9F32929520A9}" dt="2026-07-05T10:31:50.538" v="583"/>
          <ac:spMkLst>
            <pc:docMk/>
            <pc:sldMk cId="0" sldId="284"/>
            <ac:spMk id="3" creationId="{00000000-0000-0000-0000-000000000000}"/>
          </ac:spMkLst>
        </pc:spChg>
        <pc:spChg chg="mod">
          <ac:chgData name="Yuriy Zabolotnyuk" userId="5293f801-6ede-4669-8a17-9af1adeb069e" providerId="ADAL" clId="{9C72D551-62FB-5E3D-901C-9F32929520A9}" dt="2026-07-06T16:20:04.398" v="1975" actId="27636"/>
          <ac:spMkLst>
            <pc:docMk/>
            <pc:sldMk cId="0" sldId="284"/>
            <ac:spMk id="4056" creationId="{00000000-0000-0000-0000-000000000000}"/>
          </ac:spMkLst>
        </pc:spChg>
      </pc:sldChg>
      <pc:sldChg chg="modSp del">
        <pc:chgData name="Yuriy Zabolotnyuk" userId="5293f801-6ede-4669-8a17-9af1adeb069e" providerId="ADAL" clId="{9C72D551-62FB-5E3D-901C-9F32929520A9}" dt="2026-07-06T17:07:24.799" v="2478" actId="2696"/>
        <pc:sldMkLst>
          <pc:docMk/>
          <pc:sldMk cId="0" sldId="285"/>
        </pc:sldMkLst>
        <pc:spChg chg="mod">
          <ac:chgData name="Yuriy Zabolotnyuk" userId="5293f801-6ede-4669-8a17-9af1adeb069e" providerId="ADAL" clId="{9C72D551-62FB-5E3D-901C-9F32929520A9}" dt="2026-07-05T10:31:50.538" v="583"/>
          <ac:spMkLst>
            <pc:docMk/>
            <pc:sldMk cId="0" sldId="285"/>
            <ac:spMk id="2" creationId="{00000000-0000-0000-0000-000000000000}"/>
          </ac:spMkLst>
        </pc:spChg>
        <pc:spChg chg="mod">
          <ac:chgData name="Yuriy Zabolotnyuk" userId="5293f801-6ede-4669-8a17-9af1adeb069e" providerId="ADAL" clId="{9C72D551-62FB-5E3D-901C-9F32929520A9}" dt="2026-07-05T10:31:50.538" v="583"/>
          <ac:spMkLst>
            <pc:docMk/>
            <pc:sldMk cId="0" sldId="285"/>
            <ac:spMk id="3" creationId="{00000000-0000-0000-0000-000000000000}"/>
          </ac:spMkLst>
        </pc:spChg>
      </pc:sldChg>
      <pc:sldChg chg="modSp del mod">
        <pc:chgData name="Yuriy Zabolotnyuk" userId="5293f801-6ede-4669-8a17-9af1adeb069e" providerId="ADAL" clId="{9C72D551-62FB-5E3D-901C-9F32929520A9}" dt="2026-07-06T17:08:04.347" v="2490" actId="20577"/>
        <pc:sldMkLst>
          <pc:docMk/>
          <pc:sldMk cId="0" sldId="286"/>
        </pc:sldMkLst>
        <pc:spChg chg="mod">
          <ac:chgData name="Yuriy Zabolotnyuk" userId="5293f801-6ede-4669-8a17-9af1adeb069e" providerId="ADAL" clId="{9C72D551-62FB-5E3D-901C-9F32929520A9}" dt="2026-07-05T10:31:50.538" v="583"/>
          <ac:spMkLst>
            <pc:docMk/>
            <pc:sldMk cId="0" sldId="286"/>
            <ac:spMk id="2" creationId="{00000000-0000-0000-0000-000000000000}"/>
          </ac:spMkLst>
        </pc:spChg>
        <pc:spChg chg="mod">
          <ac:chgData name="Yuriy Zabolotnyuk" userId="5293f801-6ede-4669-8a17-9af1adeb069e" providerId="ADAL" clId="{9C72D551-62FB-5E3D-901C-9F32929520A9}" dt="2026-07-05T10:31:50.538" v="583"/>
          <ac:spMkLst>
            <pc:docMk/>
            <pc:sldMk cId="0" sldId="286"/>
            <ac:spMk id="3" creationId="{00000000-0000-0000-0000-000000000000}"/>
          </ac:spMkLst>
        </pc:spChg>
        <pc:spChg chg="mod">
          <ac:chgData name="Yuriy Zabolotnyuk" userId="5293f801-6ede-4669-8a17-9af1adeb069e" providerId="ADAL" clId="{9C72D551-62FB-5E3D-901C-9F32929520A9}" dt="2026-07-06T17:08:04.347" v="2490" actId="20577"/>
          <ac:spMkLst>
            <pc:docMk/>
            <pc:sldMk cId="0" sldId="286"/>
            <ac:spMk id="4060" creationId="{00000000-0000-0000-0000-000000000000}"/>
          </ac:spMkLst>
        </pc:spChg>
      </pc:sldChg>
      <pc:sldChg chg="modSp add del mod">
        <pc:chgData name="Yuriy Zabolotnyuk" userId="5293f801-6ede-4669-8a17-9af1adeb069e" providerId="ADAL" clId="{9C72D551-62FB-5E3D-901C-9F32929520A9}" dt="2026-07-06T16:50:51.306" v="2149" actId="1035"/>
        <pc:sldMkLst>
          <pc:docMk/>
          <pc:sldMk cId="0" sldId="287"/>
        </pc:sldMkLst>
        <pc:spChg chg="mod">
          <ac:chgData name="Yuriy Zabolotnyuk" userId="5293f801-6ede-4669-8a17-9af1adeb069e" providerId="ADAL" clId="{9C72D551-62FB-5E3D-901C-9F32929520A9}" dt="2026-07-05T10:31:50.538" v="583"/>
          <ac:spMkLst>
            <pc:docMk/>
            <pc:sldMk cId="0" sldId="287"/>
            <ac:spMk id="2" creationId="{00000000-0000-0000-0000-000000000000}"/>
          </ac:spMkLst>
        </pc:spChg>
        <pc:spChg chg="mod">
          <ac:chgData name="Yuriy Zabolotnyuk" userId="5293f801-6ede-4669-8a17-9af1adeb069e" providerId="ADAL" clId="{9C72D551-62FB-5E3D-901C-9F32929520A9}" dt="2026-07-06T16:50:51.306" v="2149" actId="1035"/>
          <ac:spMkLst>
            <pc:docMk/>
            <pc:sldMk cId="0" sldId="287"/>
            <ac:spMk id="4002" creationId="{00000000-0000-0000-0000-000000000000}"/>
          </ac:spMkLst>
        </pc:spChg>
      </pc:sldChg>
      <pc:sldChg chg="modSp add del">
        <pc:chgData name="Yuriy Zabolotnyuk" userId="5293f801-6ede-4669-8a17-9af1adeb069e" providerId="ADAL" clId="{9C72D551-62FB-5E3D-901C-9F32929520A9}" dt="2026-07-06T16:49:52.394" v="2139"/>
        <pc:sldMkLst>
          <pc:docMk/>
          <pc:sldMk cId="0" sldId="288"/>
        </pc:sldMkLst>
        <pc:spChg chg="mod">
          <ac:chgData name="Yuriy Zabolotnyuk" userId="5293f801-6ede-4669-8a17-9af1adeb069e" providerId="ADAL" clId="{9C72D551-62FB-5E3D-901C-9F32929520A9}" dt="2026-07-05T10:31:50.538" v="583"/>
          <ac:spMkLst>
            <pc:docMk/>
            <pc:sldMk cId="0" sldId="288"/>
            <ac:spMk id="2" creationId="{00000000-0000-0000-0000-000000000000}"/>
          </ac:spMkLst>
        </pc:spChg>
        <pc:spChg chg="mod">
          <ac:chgData name="Yuriy Zabolotnyuk" userId="5293f801-6ede-4669-8a17-9af1adeb069e" providerId="ADAL" clId="{9C72D551-62FB-5E3D-901C-9F32929520A9}" dt="2026-07-05T10:31:50.538" v="583"/>
          <ac:spMkLst>
            <pc:docMk/>
            <pc:sldMk cId="0" sldId="288"/>
            <ac:spMk id="3" creationId="{00000000-0000-0000-0000-000000000000}"/>
          </ac:spMkLst>
        </pc:spChg>
      </pc:sldChg>
      <pc:sldChg chg="modSp add del">
        <pc:chgData name="Yuriy Zabolotnyuk" userId="5293f801-6ede-4669-8a17-9af1adeb069e" providerId="ADAL" clId="{9C72D551-62FB-5E3D-901C-9F32929520A9}" dt="2026-07-06T16:49:52.394" v="2139"/>
        <pc:sldMkLst>
          <pc:docMk/>
          <pc:sldMk cId="0" sldId="289"/>
        </pc:sldMkLst>
        <pc:spChg chg="mod">
          <ac:chgData name="Yuriy Zabolotnyuk" userId="5293f801-6ede-4669-8a17-9af1adeb069e" providerId="ADAL" clId="{9C72D551-62FB-5E3D-901C-9F32929520A9}" dt="2026-07-05T10:31:50.538" v="583"/>
          <ac:spMkLst>
            <pc:docMk/>
            <pc:sldMk cId="0" sldId="289"/>
            <ac:spMk id="2" creationId="{00000000-0000-0000-0000-000000000000}"/>
          </ac:spMkLst>
        </pc:spChg>
        <pc:spChg chg="mod">
          <ac:chgData name="Yuriy Zabolotnyuk" userId="5293f801-6ede-4669-8a17-9af1adeb069e" providerId="ADAL" clId="{9C72D551-62FB-5E3D-901C-9F32929520A9}" dt="2026-07-05T10:31:50.538" v="583"/>
          <ac:spMkLst>
            <pc:docMk/>
            <pc:sldMk cId="0" sldId="289"/>
            <ac:spMk id="3" creationId="{00000000-0000-0000-0000-000000000000}"/>
          </ac:spMkLst>
        </pc:spChg>
      </pc:sldChg>
      <pc:sldChg chg="modSp add del">
        <pc:chgData name="Yuriy Zabolotnyuk" userId="5293f801-6ede-4669-8a17-9af1adeb069e" providerId="ADAL" clId="{9C72D551-62FB-5E3D-901C-9F32929520A9}" dt="2026-07-06T16:49:52.394" v="2139"/>
        <pc:sldMkLst>
          <pc:docMk/>
          <pc:sldMk cId="0" sldId="290"/>
        </pc:sldMkLst>
        <pc:spChg chg="mod">
          <ac:chgData name="Yuriy Zabolotnyuk" userId="5293f801-6ede-4669-8a17-9af1adeb069e" providerId="ADAL" clId="{9C72D551-62FB-5E3D-901C-9F32929520A9}" dt="2026-07-05T10:31:50.538" v="583"/>
          <ac:spMkLst>
            <pc:docMk/>
            <pc:sldMk cId="0" sldId="290"/>
            <ac:spMk id="2" creationId="{00000000-0000-0000-0000-000000000000}"/>
          </ac:spMkLst>
        </pc:spChg>
        <pc:spChg chg="mod">
          <ac:chgData name="Yuriy Zabolotnyuk" userId="5293f801-6ede-4669-8a17-9af1adeb069e" providerId="ADAL" clId="{9C72D551-62FB-5E3D-901C-9F32929520A9}" dt="2026-07-05T10:31:50.538" v="583"/>
          <ac:spMkLst>
            <pc:docMk/>
            <pc:sldMk cId="0" sldId="290"/>
            <ac:spMk id="3" creationId="{00000000-0000-0000-0000-000000000000}"/>
          </ac:spMkLst>
        </pc:spChg>
      </pc:sldChg>
      <pc:sldChg chg="modSp add del">
        <pc:chgData name="Yuriy Zabolotnyuk" userId="5293f801-6ede-4669-8a17-9af1adeb069e" providerId="ADAL" clId="{9C72D551-62FB-5E3D-901C-9F32929520A9}" dt="2026-07-06T16:49:52.394" v="2139"/>
        <pc:sldMkLst>
          <pc:docMk/>
          <pc:sldMk cId="0" sldId="291"/>
        </pc:sldMkLst>
        <pc:spChg chg="mod">
          <ac:chgData name="Yuriy Zabolotnyuk" userId="5293f801-6ede-4669-8a17-9af1adeb069e" providerId="ADAL" clId="{9C72D551-62FB-5E3D-901C-9F32929520A9}" dt="2026-07-05T10:31:50.538" v="583"/>
          <ac:spMkLst>
            <pc:docMk/>
            <pc:sldMk cId="0" sldId="291"/>
            <ac:spMk id="2" creationId="{00000000-0000-0000-0000-000000000000}"/>
          </ac:spMkLst>
        </pc:spChg>
        <pc:spChg chg="mod">
          <ac:chgData name="Yuriy Zabolotnyuk" userId="5293f801-6ede-4669-8a17-9af1adeb069e" providerId="ADAL" clId="{9C72D551-62FB-5E3D-901C-9F32929520A9}" dt="2026-07-05T10:31:50.538" v="583"/>
          <ac:spMkLst>
            <pc:docMk/>
            <pc:sldMk cId="0" sldId="291"/>
            <ac:spMk id="3" creationId="{00000000-0000-0000-0000-000000000000}"/>
          </ac:spMkLst>
        </pc:spChg>
      </pc:sldChg>
      <pc:sldChg chg="modSp add del">
        <pc:chgData name="Yuriy Zabolotnyuk" userId="5293f801-6ede-4669-8a17-9af1adeb069e" providerId="ADAL" clId="{9C72D551-62FB-5E3D-901C-9F32929520A9}" dt="2026-07-06T16:49:52.394" v="2139"/>
        <pc:sldMkLst>
          <pc:docMk/>
          <pc:sldMk cId="0" sldId="292"/>
        </pc:sldMkLst>
        <pc:spChg chg="mod">
          <ac:chgData name="Yuriy Zabolotnyuk" userId="5293f801-6ede-4669-8a17-9af1adeb069e" providerId="ADAL" clId="{9C72D551-62FB-5E3D-901C-9F32929520A9}" dt="2026-07-05T10:31:50.538" v="583"/>
          <ac:spMkLst>
            <pc:docMk/>
            <pc:sldMk cId="0" sldId="292"/>
            <ac:spMk id="2" creationId="{00000000-0000-0000-0000-000000000000}"/>
          </ac:spMkLst>
        </pc:spChg>
        <pc:spChg chg="mod">
          <ac:chgData name="Yuriy Zabolotnyuk" userId="5293f801-6ede-4669-8a17-9af1adeb069e" providerId="ADAL" clId="{9C72D551-62FB-5E3D-901C-9F32929520A9}" dt="2026-07-05T10:31:50.538" v="583"/>
          <ac:spMkLst>
            <pc:docMk/>
            <pc:sldMk cId="0" sldId="292"/>
            <ac:spMk id="3" creationId="{00000000-0000-0000-0000-000000000000}"/>
          </ac:spMkLst>
        </pc:spChg>
      </pc:sldChg>
      <pc:sldChg chg="modSp add del">
        <pc:chgData name="Yuriy Zabolotnyuk" userId="5293f801-6ede-4669-8a17-9af1adeb069e" providerId="ADAL" clId="{9C72D551-62FB-5E3D-901C-9F32929520A9}" dt="2026-07-06T16:49:52.394" v="2139"/>
        <pc:sldMkLst>
          <pc:docMk/>
          <pc:sldMk cId="0" sldId="293"/>
        </pc:sldMkLst>
        <pc:spChg chg="mod">
          <ac:chgData name="Yuriy Zabolotnyuk" userId="5293f801-6ede-4669-8a17-9af1adeb069e" providerId="ADAL" clId="{9C72D551-62FB-5E3D-901C-9F32929520A9}" dt="2026-07-05T10:31:50.538" v="583"/>
          <ac:spMkLst>
            <pc:docMk/>
            <pc:sldMk cId="0" sldId="293"/>
            <ac:spMk id="2" creationId="{00000000-0000-0000-0000-000000000000}"/>
          </ac:spMkLst>
        </pc:spChg>
        <pc:spChg chg="mod">
          <ac:chgData name="Yuriy Zabolotnyuk" userId="5293f801-6ede-4669-8a17-9af1adeb069e" providerId="ADAL" clId="{9C72D551-62FB-5E3D-901C-9F32929520A9}" dt="2026-07-05T10:31:50.538" v="583"/>
          <ac:spMkLst>
            <pc:docMk/>
            <pc:sldMk cId="0" sldId="293"/>
            <ac:spMk id="3" creationId="{00000000-0000-0000-0000-000000000000}"/>
          </ac:spMkLst>
        </pc:spChg>
      </pc:sldChg>
      <pc:sldChg chg="modSp add del">
        <pc:chgData name="Yuriy Zabolotnyuk" userId="5293f801-6ede-4669-8a17-9af1adeb069e" providerId="ADAL" clId="{9C72D551-62FB-5E3D-901C-9F32929520A9}" dt="2026-07-06T16:49:52.394" v="2139"/>
        <pc:sldMkLst>
          <pc:docMk/>
          <pc:sldMk cId="0" sldId="294"/>
        </pc:sldMkLst>
        <pc:spChg chg="mod">
          <ac:chgData name="Yuriy Zabolotnyuk" userId="5293f801-6ede-4669-8a17-9af1adeb069e" providerId="ADAL" clId="{9C72D551-62FB-5E3D-901C-9F32929520A9}" dt="2026-07-05T10:31:50.538" v="583"/>
          <ac:spMkLst>
            <pc:docMk/>
            <pc:sldMk cId="0" sldId="294"/>
            <ac:spMk id="2" creationId="{00000000-0000-0000-0000-000000000000}"/>
          </ac:spMkLst>
        </pc:spChg>
        <pc:spChg chg="mod">
          <ac:chgData name="Yuriy Zabolotnyuk" userId="5293f801-6ede-4669-8a17-9af1adeb069e" providerId="ADAL" clId="{9C72D551-62FB-5E3D-901C-9F32929520A9}" dt="2026-07-05T10:31:50.538" v="583"/>
          <ac:spMkLst>
            <pc:docMk/>
            <pc:sldMk cId="0" sldId="294"/>
            <ac:spMk id="3" creationId="{00000000-0000-0000-0000-000000000000}"/>
          </ac:spMkLst>
        </pc:spChg>
      </pc:sldChg>
      <pc:sldChg chg="add">
        <pc:chgData name="Yuriy Zabolotnyuk" userId="5293f801-6ede-4669-8a17-9af1adeb069e" providerId="ADAL" clId="{9C72D551-62FB-5E3D-901C-9F32929520A9}" dt="2026-07-06T16:49:52.394" v="2139"/>
        <pc:sldMkLst>
          <pc:docMk/>
          <pc:sldMk cId="0" sldId="295"/>
        </pc:sldMkLst>
      </pc:sldChg>
      <pc:sldChg chg="modSp add del">
        <pc:chgData name="Yuriy Zabolotnyuk" userId="5293f801-6ede-4669-8a17-9af1adeb069e" providerId="ADAL" clId="{9C72D551-62FB-5E3D-901C-9F32929520A9}" dt="2026-07-06T16:49:52.394" v="2139"/>
        <pc:sldMkLst>
          <pc:docMk/>
          <pc:sldMk cId="0" sldId="296"/>
        </pc:sldMkLst>
        <pc:spChg chg="mod">
          <ac:chgData name="Yuriy Zabolotnyuk" userId="5293f801-6ede-4669-8a17-9af1adeb069e" providerId="ADAL" clId="{9C72D551-62FB-5E3D-901C-9F32929520A9}" dt="2026-07-05T10:31:50.538" v="583"/>
          <ac:spMkLst>
            <pc:docMk/>
            <pc:sldMk cId="0" sldId="296"/>
            <ac:spMk id="2" creationId="{00000000-0000-0000-0000-000000000000}"/>
          </ac:spMkLst>
        </pc:spChg>
        <pc:spChg chg="mod">
          <ac:chgData name="Yuriy Zabolotnyuk" userId="5293f801-6ede-4669-8a17-9af1adeb069e" providerId="ADAL" clId="{9C72D551-62FB-5E3D-901C-9F32929520A9}" dt="2026-07-05T10:31:50.538" v="583"/>
          <ac:spMkLst>
            <pc:docMk/>
            <pc:sldMk cId="0" sldId="296"/>
            <ac:spMk id="3" creationId="{00000000-0000-0000-0000-000000000000}"/>
          </ac:spMkLst>
        </pc:spChg>
      </pc:sldChg>
      <pc:sldChg chg="modSp add del">
        <pc:chgData name="Yuriy Zabolotnyuk" userId="5293f801-6ede-4669-8a17-9af1adeb069e" providerId="ADAL" clId="{9C72D551-62FB-5E3D-901C-9F32929520A9}" dt="2026-07-06T16:49:52.394" v="2139"/>
        <pc:sldMkLst>
          <pc:docMk/>
          <pc:sldMk cId="0" sldId="297"/>
        </pc:sldMkLst>
        <pc:spChg chg="mod">
          <ac:chgData name="Yuriy Zabolotnyuk" userId="5293f801-6ede-4669-8a17-9af1adeb069e" providerId="ADAL" clId="{9C72D551-62FB-5E3D-901C-9F32929520A9}" dt="2026-07-05T10:31:50.538" v="583"/>
          <ac:spMkLst>
            <pc:docMk/>
            <pc:sldMk cId="0" sldId="297"/>
            <ac:spMk id="2" creationId="{00000000-0000-0000-0000-000000000000}"/>
          </ac:spMkLst>
        </pc:spChg>
        <pc:spChg chg="mod">
          <ac:chgData name="Yuriy Zabolotnyuk" userId="5293f801-6ede-4669-8a17-9af1adeb069e" providerId="ADAL" clId="{9C72D551-62FB-5E3D-901C-9F32929520A9}" dt="2026-07-05T10:31:50.538" v="583"/>
          <ac:spMkLst>
            <pc:docMk/>
            <pc:sldMk cId="0" sldId="297"/>
            <ac:spMk id="3" creationId="{00000000-0000-0000-0000-000000000000}"/>
          </ac:spMkLst>
        </pc:spChg>
      </pc:sldChg>
      <pc:sldChg chg="modSp add del">
        <pc:chgData name="Yuriy Zabolotnyuk" userId="5293f801-6ede-4669-8a17-9af1adeb069e" providerId="ADAL" clId="{9C72D551-62FB-5E3D-901C-9F32929520A9}" dt="2026-07-06T16:49:52.394" v="2139"/>
        <pc:sldMkLst>
          <pc:docMk/>
          <pc:sldMk cId="0" sldId="298"/>
        </pc:sldMkLst>
        <pc:spChg chg="mod">
          <ac:chgData name="Yuriy Zabolotnyuk" userId="5293f801-6ede-4669-8a17-9af1adeb069e" providerId="ADAL" clId="{9C72D551-62FB-5E3D-901C-9F32929520A9}" dt="2026-07-05T10:31:50.538" v="583"/>
          <ac:spMkLst>
            <pc:docMk/>
            <pc:sldMk cId="0" sldId="298"/>
            <ac:spMk id="2" creationId="{00000000-0000-0000-0000-000000000000}"/>
          </ac:spMkLst>
        </pc:spChg>
      </pc:sldChg>
      <pc:sldChg chg="modSp del">
        <pc:chgData name="Yuriy Zabolotnyuk" userId="5293f801-6ede-4669-8a17-9af1adeb069e" providerId="ADAL" clId="{9C72D551-62FB-5E3D-901C-9F32929520A9}" dt="2026-07-05T12:31:28.309" v="1225" actId="2696"/>
        <pc:sldMkLst>
          <pc:docMk/>
          <pc:sldMk cId="0" sldId="299"/>
        </pc:sldMkLst>
        <pc:spChg chg="mod">
          <ac:chgData name="Yuriy Zabolotnyuk" userId="5293f801-6ede-4669-8a17-9af1adeb069e" providerId="ADAL" clId="{9C72D551-62FB-5E3D-901C-9F32929520A9}" dt="2026-07-05T10:31:50.538" v="583"/>
          <ac:spMkLst>
            <pc:docMk/>
            <pc:sldMk cId="0" sldId="299"/>
            <ac:spMk id="2" creationId="{00000000-0000-0000-0000-000000000000}"/>
          </ac:spMkLst>
        </pc:spChg>
      </pc:sldChg>
      <pc:sldChg chg="addSp delSp modSp add mod modNotesTx">
        <pc:chgData name="Yuriy Zabolotnyuk" userId="5293f801-6ede-4669-8a17-9af1adeb069e" providerId="ADAL" clId="{9C72D551-62FB-5E3D-901C-9F32929520A9}" dt="2026-07-06T19:39:08.675" v="2543"/>
        <pc:sldMkLst>
          <pc:docMk/>
          <pc:sldMk cId="2760555182" sldId="299"/>
        </pc:sldMkLst>
        <pc:spChg chg="add del mod">
          <ac:chgData name="Yuriy Zabolotnyuk" userId="5293f801-6ede-4669-8a17-9af1adeb069e" providerId="ADAL" clId="{9C72D551-62FB-5E3D-901C-9F32929520A9}" dt="2026-07-06T19:38:31.744" v="2536" actId="478"/>
          <ac:spMkLst>
            <pc:docMk/>
            <pc:sldMk cId="2760555182" sldId="299"/>
            <ac:spMk id="3" creationId="{FA010B9C-E3AD-C721-9CA7-BC2267DB0CA7}"/>
          </ac:spMkLst>
        </pc:spChg>
        <pc:spChg chg="mod">
          <ac:chgData name="Yuriy Zabolotnyuk" userId="5293f801-6ede-4669-8a17-9af1adeb069e" providerId="ADAL" clId="{9C72D551-62FB-5E3D-901C-9F32929520A9}" dt="2026-07-06T19:38:21.181" v="2533" actId="2711"/>
          <ac:spMkLst>
            <pc:docMk/>
            <pc:sldMk cId="2760555182" sldId="299"/>
            <ac:spMk id="4003" creationId="{6A47BACC-04C1-7249-E665-7860015EFFD9}"/>
          </ac:spMkLst>
        </pc:spChg>
        <pc:spChg chg="del mod">
          <ac:chgData name="Yuriy Zabolotnyuk" userId="5293f801-6ede-4669-8a17-9af1adeb069e" providerId="ADAL" clId="{9C72D551-62FB-5E3D-901C-9F32929520A9}" dt="2026-07-06T19:38:26.792" v="2535" actId="478"/>
          <ac:spMkLst>
            <pc:docMk/>
            <pc:sldMk cId="2760555182" sldId="299"/>
            <ac:spMk id="4004" creationId="{215707EF-A742-7FF6-BAE6-D6D12CD5CDDB}"/>
          </ac:spMkLst>
        </pc:spChg>
        <pc:graphicFrameChg chg="add mod modGraphic">
          <ac:chgData name="Yuriy Zabolotnyuk" userId="5293f801-6ede-4669-8a17-9af1adeb069e" providerId="ADAL" clId="{9C72D551-62FB-5E3D-901C-9F32929520A9}" dt="2026-07-06T19:38:43.793" v="2539" actId="1076"/>
          <ac:graphicFrameMkLst>
            <pc:docMk/>
            <pc:sldMk cId="2760555182" sldId="299"/>
            <ac:graphicFrameMk id="4" creationId="{0EB06B81-8C7B-4B3D-B811-95B91F3DD0A0}"/>
          </ac:graphicFrameMkLst>
        </pc:graphicFrameChg>
        <pc:graphicFrameChg chg="add mod">
          <ac:chgData name="Yuriy Zabolotnyuk" userId="5293f801-6ede-4669-8a17-9af1adeb069e" providerId="ADAL" clId="{9C72D551-62FB-5E3D-901C-9F32929520A9}" dt="2026-07-06T19:39:05.735" v="2542"/>
          <ac:graphicFrameMkLst>
            <pc:docMk/>
            <pc:sldMk cId="2760555182" sldId="299"/>
            <ac:graphicFrameMk id="5" creationId="{F905DD2B-89AC-10F1-9774-5D2DF82562EF}"/>
          </ac:graphicFrameMkLst>
        </pc:graphicFrameChg>
        <pc:graphicFrameChg chg="add mod">
          <ac:chgData name="Yuriy Zabolotnyuk" userId="5293f801-6ede-4669-8a17-9af1adeb069e" providerId="ADAL" clId="{9C72D551-62FB-5E3D-901C-9F32929520A9}" dt="2026-07-06T19:39:08.675" v="2543"/>
          <ac:graphicFrameMkLst>
            <pc:docMk/>
            <pc:sldMk cId="2760555182" sldId="299"/>
            <ac:graphicFrameMk id="6" creationId="{A59F8E83-48BA-08B0-A47D-896098C10747}"/>
          </ac:graphicFrameMkLst>
        </pc:graphicFrameChg>
      </pc:sldChg>
      <pc:sldChg chg="modSp del">
        <pc:chgData name="Yuriy Zabolotnyuk" userId="5293f801-6ede-4669-8a17-9af1adeb069e" providerId="ADAL" clId="{9C72D551-62FB-5E3D-901C-9F32929520A9}" dt="2026-07-05T12:31:28.314" v="1234" actId="2696"/>
        <pc:sldMkLst>
          <pc:docMk/>
          <pc:sldMk cId="0" sldId="300"/>
        </pc:sldMkLst>
        <pc:spChg chg="mod">
          <ac:chgData name="Yuriy Zabolotnyuk" userId="5293f801-6ede-4669-8a17-9af1adeb069e" providerId="ADAL" clId="{9C72D551-62FB-5E3D-901C-9F32929520A9}" dt="2026-07-05T10:31:50.538" v="583"/>
          <ac:spMkLst>
            <pc:docMk/>
            <pc:sldMk cId="0" sldId="300"/>
            <ac:spMk id="2" creationId="{00000000-0000-0000-0000-000000000000}"/>
          </ac:spMkLst>
        </pc:spChg>
        <pc:spChg chg="mod">
          <ac:chgData name="Yuriy Zabolotnyuk" userId="5293f801-6ede-4669-8a17-9af1adeb069e" providerId="ADAL" clId="{9C72D551-62FB-5E3D-901C-9F32929520A9}" dt="2026-07-05T10:31:50.538" v="583"/>
          <ac:spMkLst>
            <pc:docMk/>
            <pc:sldMk cId="0" sldId="300"/>
            <ac:spMk id="3" creationId="{00000000-0000-0000-0000-000000000000}"/>
          </ac:spMkLst>
        </pc:spChg>
      </pc:sldChg>
      <pc:sldChg chg="modSp add mod modNotesTx">
        <pc:chgData name="Yuriy Zabolotnyuk" userId="5293f801-6ede-4669-8a17-9af1adeb069e" providerId="ADAL" clId="{9C72D551-62FB-5E3D-901C-9F32929520A9}" dt="2026-07-06T19:39:48.410" v="2549" actId="20577"/>
        <pc:sldMkLst>
          <pc:docMk/>
          <pc:sldMk cId="1149905359" sldId="300"/>
        </pc:sldMkLst>
        <pc:spChg chg="mod">
          <ac:chgData name="Yuriy Zabolotnyuk" userId="5293f801-6ede-4669-8a17-9af1adeb069e" providerId="ADAL" clId="{9C72D551-62FB-5E3D-901C-9F32929520A9}" dt="2026-07-06T19:39:29.018" v="2547" actId="113"/>
          <ac:spMkLst>
            <pc:docMk/>
            <pc:sldMk cId="1149905359" sldId="300"/>
            <ac:spMk id="4003" creationId="{825AA643-E6A1-BAFF-9458-F0BFAEA47108}"/>
          </ac:spMkLst>
        </pc:spChg>
        <pc:spChg chg="mod">
          <ac:chgData name="Yuriy Zabolotnyuk" userId="5293f801-6ede-4669-8a17-9af1adeb069e" providerId="ADAL" clId="{9C72D551-62FB-5E3D-901C-9F32929520A9}" dt="2026-07-06T19:39:44.233" v="2548"/>
          <ac:spMkLst>
            <pc:docMk/>
            <pc:sldMk cId="1149905359" sldId="300"/>
            <ac:spMk id="4004" creationId="{F32884A3-9A88-7898-0CF9-A97DA9F9A5D5}"/>
          </ac:spMkLst>
        </pc:spChg>
      </pc:sldChg>
      <pc:sldChg chg="modSp del">
        <pc:chgData name="Yuriy Zabolotnyuk" userId="5293f801-6ede-4669-8a17-9af1adeb069e" providerId="ADAL" clId="{9C72D551-62FB-5E3D-901C-9F32929520A9}" dt="2026-07-05T12:31:28.304" v="1216" actId="2696"/>
        <pc:sldMkLst>
          <pc:docMk/>
          <pc:sldMk cId="0" sldId="301"/>
        </pc:sldMkLst>
        <pc:spChg chg="mod">
          <ac:chgData name="Yuriy Zabolotnyuk" userId="5293f801-6ede-4669-8a17-9af1adeb069e" providerId="ADAL" clId="{9C72D551-62FB-5E3D-901C-9F32929520A9}" dt="2026-07-05T10:31:50.538" v="583"/>
          <ac:spMkLst>
            <pc:docMk/>
            <pc:sldMk cId="0" sldId="301"/>
            <ac:spMk id="2" creationId="{00000000-0000-0000-0000-000000000000}"/>
          </ac:spMkLst>
        </pc:spChg>
        <pc:spChg chg="mod">
          <ac:chgData name="Yuriy Zabolotnyuk" userId="5293f801-6ede-4669-8a17-9af1adeb069e" providerId="ADAL" clId="{9C72D551-62FB-5E3D-901C-9F32929520A9}" dt="2026-07-05T10:31:50.538" v="583"/>
          <ac:spMkLst>
            <pc:docMk/>
            <pc:sldMk cId="0" sldId="301"/>
            <ac:spMk id="3" creationId="{00000000-0000-0000-0000-000000000000}"/>
          </ac:spMkLst>
        </pc:spChg>
      </pc:sldChg>
      <pc:sldChg chg="addSp delSp modSp add mod">
        <pc:chgData name="Yuriy Zabolotnyuk" userId="5293f801-6ede-4669-8a17-9af1adeb069e" providerId="ADAL" clId="{9C72D551-62FB-5E3D-901C-9F32929520A9}" dt="2026-07-06T19:40:59.909" v="2560" actId="1076"/>
        <pc:sldMkLst>
          <pc:docMk/>
          <pc:sldMk cId="1299988909" sldId="301"/>
        </pc:sldMkLst>
        <pc:spChg chg="add del mod">
          <ac:chgData name="Yuriy Zabolotnyuk" userId="5293f801-6ede-4669-8a17-9af1adeb069e" providerId="ADAL" clId="{9C72D551-62FB-5E3D-901C-9F32929520A9}" dt="2026-07-06T19:40:43.399" v="2555" actId="478"/>
          <ac:spMkLst>
            <pc:docMk/>
            <pc:sldMk cId="1299988909" sldId="301"/>
            <ac:spMk id="3" creationId="{787006CD-2A77-4EEC-2EDC-E6B733C7CE1B}"/>
          </ac:spMkLst>
        </pc:spChg>
        <pc:spChg chg="mod">
          <ac:chgData name="Yuriy Zabolotnyuk" userId="5293f801-6ede-4669-8a17-9af1adeb069e" providerId="ADAL" clId="{9C72D551-62FB-5E3D-901C-9F32929520A9}" dt="2026-07-06T19:40:37.228" v="2553" actId="113"/>
          <ac:spMkLst>
            <pc:docMk/>
            <pc:sldMk cId="1299988909" sldId="301"/>
            <ac:spMk id="4003" creationId="{509F17D7-7EFF-3086-D715-99C9F41D8FC4}"/>
          </ac:spMkLst>
        </pc:spChg>
        <pc:spChg chg="del">
          <ac:chgData name="Yuriy Zabolotnyuk" userId="5293f801-6ede-4669-8a17-9af1adeb069e" providerId="ADAL" clId="{9C72D551-62FB-5E3D-901C-9F32929520A9}" dt="2026-07-06T19:40:40.603" v="2554" actId="478"/>
          <ac:spMkLst>
            <pc:docMk/>
            <pc:sldMk cId="1299988909" sldId="301"/>
            <ac:spMk id="4004" creationId="{D776A337-E921-2D79-4A67-EF64C6DF58DE}"/>
          </ac:spMkLst>
        </pc:spChg>
        <pc:picChg chg="add mod">
          <ac:chgData name="Yuriy Zabolotnyuk" userId="5293f801-6ede-4669-8a17-9af1adeb069e" providerId="ADAL" clId="{9C72D551-62FB-5E3D-901C-9F32929520A9}" dt="2026-07-06T19:40:59.909" v="2560" actId="1076"/>
          <ac:picMkLst>
            <pc:docMk/>
            <pc:sldMk cId="1299988909" sldId="301"/>
            <ac:picMk id="4" creationId="{3511C0EF-9479-3AC3-5C7D-2AA1B41E0841}"/>
          </ac:picMkLst>
        </pc:picChg>
      </pc:sldChg>
      <pc:sldChg chg="modSp del">
        <pc:chgData name="Yuriy Zabolotnyuk" userId="5293f801-6ede-4669-8a17-9af1adeb069e" providerId="ADAL" clId="{9C72D551-62FB-5E3D-901C-9F32929520A9}" dt="2026-07-05T12:31:28.317" v="1239" actId="2696"/>
        <pc:sldMkLst>
          <pc:docMk/>
          <pc:sldMk cId="0" sldId="302"/>
        </pc:sldMkLst>
        <pc:spChg chg="mod">
          <ac:chgData name="Yuriy Zabolotnyuk" userId="5293f801-6ede-4669-8a17-9af1adeb069e" providerId="ADAL" clId="{9C72D551-62FB-5E3D-901C-9F32929520A9}" dt="2026-07-05T10:31:50.538" v="583"/>
          <ac:spMkLst>
            <pc:docMk/>
            <pc:sldMk cId="0" sldId="302"/>
            <ac:spMk id="2" creationId="{00000000-0000-0000-0000-000000000000}"/>
          </ac:spMkLst>
        </pc:spChg>
        <pc:spChg chg="mod">
          <ac:chgData name="Yuriy Zabolotnyuk" userId="5293f801-6ede-4669-8a17-9af1adeb069e" providerId="ADAL" clId="{9C72D551-62FB-5E3D-901C-9F32929520A9}" dt="2026-07-05T10:31:50.538" v="583"/>
          <ac:spMkLst>
            <pc:docMk/>
            <pc:sldMk cId="0" sldId="302"/>
            <ac:spMk id="3" creationId="{00000000-0000-0000-0000-000000000000}"/>
          </ac:spMkLst>
        </pc:spChg>
      </pc:sldChg>
      <pc:sldChg chg="addSp modSp add mod">
        <pc:chgData name="Yuriy Zabolotnyuk" userId="5293f801-6ede-4669-8a17-9af1adeb069e" providerId="ADAL" clId="{9C72D551-62FB-5E3D-901C-9F32929520A9}" dt="2026-07-06T19:44:24.388" v="2572" actId="1076"/>
        <pc:sldMkLst>
          <pc:docMk/>
          <pc:sldMk cId="3736908769" sldId="302"/>
        </pc:sldMkLst>
        <pc:spChg chg="mod">
          <ac:chgData name="Yuriy Zabolotnyuk" userId="5293f801-6ede-4669-8a17-9af1adeb069e" providerId="ADAL" clId="{9C72D551-62FB-5E3D-901C-9F32929520A9}" dt="2026-07-06T19:43:41.482" v="2565" actId="113"/>
          <ac:spMkLst>
            <pc:docMk/>
            <pc:sldMk cId="3736908769" sldId="302"/>
            <ac:spMk id="4015" creationId="{2C8D5800-66A4-65EC-CA07-32E7EEA5DBAA}"/>
          </ac:spMkLst>
        </pc:spChg>
        <pc:spChg chg="mod">
          <ac:chgData name="Yuriy Zabolotnyuk" userId="5293f801-6ede-4669-8a17-9af1adeb069e" providerId="ADAL" clId="{9C72D551-62FB-5E3D-901C-9F32929520A9}" dt="2026-07-06T19:44:10.407" v="2570" actId="403"/>
          <ac:spMkLst>
            <pc:docMk/>
            <pc:sldMk cId="3736908769" sldId="302"/>
            <ac:spMk id="4016" creationId="{F3E1FB76-9EBD-EB6C-96EA-565A287A073B}"/>
          </ac:spMkLst>
        </pc:spChg>
        <pc:graphicFrameChg chg="add mod">
          <ac:chgData name="Yuriy Zabolotnyuk" userId="5293f801-6ede-4669-8a17-9af1adeb069e" providerId="ADAL" clId="{9C72D551-62FB-5E3D-901C-9F32929520A9}" dt="2026-07-06T19:44:24.388" v="2572" actId="1076"/>
          <ac:graphicFrameMkLst>
            <pc:docMk/>
            <pc:sldMk cId="3736908769" sldId="302"/>
            <ac:graphicFrameMk id="2" creationId="{C20D70F6-0D68-35AE-21F7-CABDDA52947A}"/>
          </ac:graphicFrameMkLst>
        </pc:graphicFrameChg>
      </pc:sldChg>
      <pc:sldChg chg="modSp del">
        <pc:chgData name="Yuriy Zabolotnyuk" userId="5293f801-6ede-4669-8a17-9af1adeb069e" providerId="ADAL" clId="{9C72D551-62FB-5E3D-901C-9F32929520A9}" dt="2026-07-05T12:31:28.299" v="1209" actId="2696"/>
        <pc:sldMkLst>
          <pc:docMk/>
          <pc:sldMk cId="0" sldId="303"/>
        </pc:sldMkLst>
        <pc:spChg chg="mod">
          <ac:chgData name="Yuriy Zabolotnyuk" userId="5293f801-6ede-4669-8a17-9af1adeb069e" providerId="ADAL" clId="{9C72D551-62FB-5E3D-901C-9F32929520A9}" dt="2026-07-05T10:31:50.538" v="583"/>
          <ac:spMkLst>
            <pc:docMk/>
            <pc:sldMk cId="0" sldId="303"/>
            <ac:spMk id="2" creationId="{00000000-0000-0000-0000-000000000000}"/>
          </ac:spMkLst>
        </pc:spChg>
        <pc:spChg chg="mod">
          <ac:chgData name="Yuriy Zabolotnyuk" userId="5293f801-6ede-4669-8a17-9af1adeb069e" providerId="ADAL" clId="{9C72D551-62FB-5E3D-901C-9F32929520A9}" dt="2026-07-05T10:31:50.538" v="583"/>
          <ac:spMkLst>
            <pc:docMk/>
            <pc:sldMk cId="0" sldId="303"/>
            <ac:spMk id="3" creationId="{00000000-0000-0000-0000-000000000000}"/>
          </ac:spMkLst>
        </pc:spChg>
      </pc:sldChg>
      <pc:sldChg chg="addSp delSp modSp add mod modNotesTx">
        <pc:chgData name="Yuriy Zabolotnyuk" userId="5293f801-6ede-4669-8a17-9af1adeb069e" providerId="ADAL" clId="{9C72D551-62FB-5E3D-901C-9F32929520A9}" dt="2026-07-06T19:45:47.857" v="2588" actId="20577"/>
        <pc:sldMkLst>
          <pc:docMk/>
          <pc:sldMk cId="2828834732" sldId="303"/>
        </pc:sldMkLst>
        <pc:spChg chg="mod">
          <ac:chgData name="Yuriy Zabolotnyuk" userId="5293f801-6ede-4669-8a17-9af1adeb069e" providerId="ADAL" clId="{9C72D551-62FB-5E3D-901C-9F32929520A9}" dt="2026-07-06T19:44:54.525" v="2576" actId="113"/>
          <ac:spMkLst>
            <pc:docMk/>
            <pc:sldMk cId="2828834732" sldId="303"/>
            <ac:spMk id="4015" creationId="{9A06043F-07AF-FF65-7A95-E5AB1B6A28E4}"/>
          </ac:spMkLst>
        </pc:spChg>
        <pc:spChg chg="mod">
          <ac:chgData name="Yuriy Zabolotnyuk" userId="5293f801-6ede-4669-8a17-9af1adeb069e" providerId="ADAL" clId="{9C72D551-62FB-5E3D-901C-9F32929520A9}" dt="2026-07-06T19:45:03.725" v="2578"/>
          <ac:spMkLst>
            <pc:docMk/>
            <pc:sldMk cId="2828834732" sldId="303"/>
            <ac:spMk id="4016" creationId="{8C114EE5-55BA-3D3F-CB5F-50F99D725483}"/>
          </ac:spMkLst>
        </pc:spChg>
        <pc:graphicFrameChg chg="del mod">
          <ac:chgData name="Yuriy Zabolotnyuk" userId="5293f801-6ede-4669-8a17-9af1adeb069e" providerId="ADAL" clId="{9C72D551-62FB-5E3D-901C-9F32929520A9}" dt="2026-07-06T19:45:10.035" v="2580" actId="478"/>
          <ac:graphicFrameMkLst>
            <pc:docMk/>
            <pc:sldMk cId="2828834732" sldId="303"/>
            <ac:graphicFrameMk id="2" creationId="{CB394F44-8CB2-5881-8F1C-7909858A7B10}"/>
          </ac:graphicFrameMkLst>
        </pc:graphicFrameChg>
        <pc:graphicFrameChg chg="add mod">
          <ac:chgData name="Yuriy Zabolotnyuk" userId="5293f801-6ede-4669-8a17-9af1adeb069e" providerId="ADAL" clId="{9C72D551-62FB-5E3D-901C-9F32929520A9}" dt="2026-07-06T19:45:34.352" v="2587" actId="1076"/>
          <ac:graphicFrameMkLst>
            <pc:docMk/>
            <pc:sldMk cId="2828834732" sldId="303"/>
            <ac:graphicFrameMk id="3" creationId="{170F6C14-2BFF-808A-C456-BCC5F7AB8F4B}"/>
          </ac:graphicFrameMkLst>
        </pc:graphicFrameChg>
      </pc:sldChg>
      <pc:sldChg chg="modSp del">
        <pc:chgData name="Yuriy Zabolotnyuk" userId="5293f801-6ede-4669-8a17-9af1adeb069e" providerId="ADAL" clId="{9C72D551-62FB-5E3D-901C-9F32929520A9}" dt="2026-07-05T12:31:28.300" v="1210" actId="2696"/>
        <pc:sldMkLst>
          <pc:docMk/>
          <pc:sldMk cId="0" sldId="304"/>
        </pc:sldMkLst>
        <pc:spChg chg="mod">
          <ac:chgData name="Yuriy Zabolotnyuk" userId="5293f801-6ede-4669-8a17-9af1adeb069e" providerId="ADAL" clId="{9C72D551-62FB-5E3D-901C-9F32929520A9}" dt="2026-07-05T10:31:50.538" v="583"/>
          <ac:spMkLst>
            <pc:docMk/>
            <pc:sldMk cId="0" sldId="304"/>
            <ac:spMk id="2" creationId="{00000000-0000-0000-0000-000000000000}"/>
          </ac:spMkLst>
        </pc:spChg>
      </pc:sldChg>
      <pc:sldChg chg="addSp delSp modSp add mod">
        <pc:chgData name="Yuriy Zabolotnyuk" userId="5293f801-6ede-4669-8a17-9af1adeb069e" providerId="ADAL" clId="{9C72D551-62FB-5E3D-901C-9F32929520A9}" dt="2026-07-06T19:47:28.065" v="2596" actId="1076"/>
        <pc:sldMkLst>
          <pc:docMk/>
          <pc:sldMk cId="637472204" sldId="304"/>
        </pc:sldMkLst>
        <pc:spChg chg="mod">
          <ac:chgData name="Yuriy Zabolotnyuk" userId="5293f801-6ede-4669-8a17-9af1adeb069e" providerId="ADAL" clId="{9C72D551-62FB-5E3D-901C-9F32929520A9}" dt="2026-07-06T19:47:01.456" v="2592" actId="113"/>
          <ac:spMkLst>
            <pc:docMk/>
            <pc:sldMk cId="637472204" sldId="304"/>
            <ac:spMk id="4015" creationId="{D294E2F8-B16C-D45B-9079-4000153661FE}"/>
          </ac:spMkLst>
        </pc:spChg>
        <pc:spChg chg="mod">
          <ac:chgData name="Yuriy Zabolotnyuk" userId="5293f801-6ede-4669-8a17-9af1adeb069e" providerId="ADAL" clId="{9C72D551-62FB-5E3D-901C-9F32929520A9}" dt="2026-07-06T19:47:20.137" v="2594"/>
          <ac:spMkLst>
            <pc:docMk/>
            <pc:sldMk cId="637472204" sldId="304"/>
            <ac:spMk id="4016" creationId="{3A56CE81-DA3E-1D81-B0D3-87760CB492D1}"/>
          </ac:spMkLst>
        </pc:spChg>
        <pc:graphicFrameChg chg="add mod">
          <ac:chgData name="Yuriy Zabolotnyuk" userId="5293f801-6ede-4669-8a17-9af1adeb069e" providerId="ADAL" clId="{9C72D551-62FB-5E3D-901C-9F32929520A9}" dt="2026-07-06T19:47:28.065" v="2596" actId="1076"/>
          <ac:graphicFrameMkLst>
            <pc:docMk/>
            <pc:sldMk cId="637472204" sldId="304"/>
            <ac:graphicFrameMk id="2" creationId="{9BC76420-CA08-B736-8BFF-ED4EC6DD50C0}"/>
          </ac:graphicFrameMkLst>
        </pc:graphicFrameChg>
        <pc:graphicFrameChg chg="del">
          <ac:chgData name="Yuriy Zabolotnyuk" userId="5293f801-6ede-4669-8a17-9af1adeb069e" providerId="ADAL" clId="{9C72D551-62FB-5E3D-901C-9F32929520A9}" dt="2026-07-06T19:47:04.021" v="2593" actId="478"/>
          <ac:graphicFrameMkLst>
            <pc:docMk/>
            <pc:sldMk cId="637472204" sldId="304"/>
            <ac:graphicFrameMk id="3" creationId="{660CD974-7477-E67B-0F1A-988A6DECC6C3}"/>
          </ac:graphicFrameMkLst>
        </pc:graphicFrameChg>
      </pc:sldChg>
      <pc:sldChg chg="modSp del">
        <pc:chgData name="Yuriy Zabolotnyuk" userId="5293f801-6ede-4669-8a17-9af1adeb069e" providerId="ADAL" clId="{9C72D551-62FB-5E3D-901C-9F32929520A9}" dt="2026-07-05T12:31:28.315" v="1236" actId="2696"/>
        <pc:sldMkLst>
          <pc:docMk/>
          <pc:sldMk cId="0" sldId="305"/>
        </pc:sldMkLst>
        <pc:spChg chg="mod">
          <ac:chgData name="Yuriy Zabolotnyuk" userId="5293f801-6ede-4669-8a17-9af1adeb069e" providerId="ADAL" clId="{9C72D551-62FB-5E3D-901C-9F32929520A9}" dt="2026-07-05T10:31:50.538" v="583"/>
          <ac:spMkLst>
            <pc:docMk/>
            <pc:sldMk cId="0" sldId="305"/>
            <ac:spMk id="2" creationId="{00000000-0000-0000-0000-000000000000}"/>
          </ac:spMkLst>
        </pc:spChg>
        <pc:spChg chg="mod">
          <ac:chgData name="Yuriy Zabolotnyuk" userId="5293f801-6ede-4669-8a17-9af1adeb069e" providerId="ADAL" clId="{9C72D551-62FB-5E3D-901C-9F32929520A9}" dt="2026-07-05T10:31:50.538" v="583"/>
          <ac:spMkLst>
            <pc:docMk/>
            <pc:sldMk cId="0" sldId="305"/>
            <ac:spMk id="3" creationId="{00000000-0000-0000-0000-000000000000}"/>
          </ac:spMkLst>
        </pc:spChg>
      </pc:sldChg>
      <pc:sldChg chg="addSp delSp modSp add mod">
        <pc:chgData name="Yuriy Zabolotnyuk" userId="5293f801-6ede-4669-8a17-9af1adeb069e" providerId="ADAL" clId="{9C72D551-62FB-5E3D-901C-9F32929520A9}" dt="2026-07-06T19:48:40.570" v="2606" actId="1076"/>
        <pc:sldMkLst>
          <pc:docMk/>
          <pc:sldMk cId="1072904626" sldId="305"/>
        </pc:sldMkLst>
        <pc:spChg chg="mod">
          <ac:chgData name="Yuriy Zabolotnyuk" userId="5293f801-6ede-4669-8a17-9af1adeb069e" providerId="ADAL" clId="{9C72D551-62FB-5E3D-901C-9F32929520A9}" dt="2026-07-06T19:48:22.072" v="2601" actId="113"/>
          <ac:spMkLst>
            <pc:docMk/>
            <pc:sldMk cId="1072904626" sldId="305"/>
            <ac:spMk id="4015" creationId="{AC51A864-EC53-E827-0428-7DB6C7CD8740}"/>
          </ac:spMkLst>
        </pc:spChg>
        <pc:spChg chg="mod">
          <ac:chgData name="Yuriy Zabolotnyuk" userId="5293f801-6ede-4669-8a17-9af1adeb069e" providerId="ADAL" clId="{9C72D551-62FB-5E3D-901C-9F32929520A9}" dt="2026-07-06T19:48:32.991" v="2604"/>
          <ac:spMkLst>
            <pc:docMk/>
            <pc:sldMk cId="1072904626" sldId="305"/>
            <ac:spMk id="4016" creationId="{5ACACDAD-2C21-98C9-3191-E550220C329D}"/>
          </ac:spMkLst>
        </pc:spChg>
        <pc:graphicFrameChg chg="del">
          <ac:chgData name="Yuriy Zabolotnyuk" userId="5293f801-6ede-4669-8a17-9af1adeb069e" providerId="ADAL" clId="{9C72D551-62FB-5E3D-901C-9F32929520A9}" dt="2026-07-06T19:48:24.397" v="2602" actId="478"/>
          <ac:graphicFrameMkLst>
            <pc:docMk/>
            <pc:sldMk cId="1072904626" sldId="305"/>
            <ac:graphicFrameMk id="2" creationId="{D4D95F26-4E3A-3177-6C24-8D86EEB96F29}"/>
          </ac:graphicFrameMkLst>
        </pc:graphicFrameChg>
        <pc:graphicFrameChg chg="add mod">
          <ac:chgData name="Yuriy Zabolotnyuk" userId="5293f801-6ede-4669-8a17-9af1adeb069e" providerId="ADAL" clId="{9C72D551-62FB-5E3D-901C-9F32929520A9}" dt="2026-07-06T19:48:40.570" v="2606" actId="1076"/>
          <ac:graphicFrameMkLst>
            <pc:docMk/>
            <pc:sldMk cId="1072904626" sldId="305"/>
            <ac:graphicFrameMk id="3" creationId="{1A31C990-1C96-2F4B-FE5E-38FFB73E332F}"/>
          </ac:graphicFrameMkLst>
        </pc:graphicFrameChg>
      </pc:sldChg>
      <pc:sldChg chg="modSp del">
        <pc:chgData name="Yuriy Zabolotnyuk" userId="5293f801-6ede-4669-8a17-9af1adeb069e" providerId="ADAL" clId="{9C72D551-62FB-5E3D-901C-9F32929520A9}" dt="2026-07-05T12:31:28.316" v="1238" actId="2696"/>
        <pc:sldMkLst>
          <pc:docMk/>
          <pc:sldMk cId="0" sldId="306"/>
        </pc:sldMkLst>
        <pc:spChg chg="mod">
          <ac:chgData name="Yuriy Zabolotnyuk" userId="5293f801-6ede-4669-8a17-9af1adeb069e" providerId="ADAL" clId="{9C72D551-62FB-5E3D-901C-9F32929520A9}" dt="2026-07-05T10:31:50.538" v="583"/>
          <ac:spMkLst>
            <pc:docMk/>
            <pc:sldMk cId="0" sldId="306"/>
            <ac:spMk id="2" creationId="{00000000-0000-0000-0000-000000000000}"/>
          </ac:spMkLst>
        </pc:spChg>
        <pc:spChg chg="mod">
          <ac:chgData name="Yuriy Zabolotnyuk" userId="5293f801-6ede-4669-8a17-9af1adeb069e" providerId="ADAL" clId="{9C72D551-62FB-5E3D-901C-9F32929520A9}" dt="2026-07-05T10:31:50.538" v="583"/>
          <ac:spMkLst>
            <pc:docMk/>
            <pc:sldMk cId="0" sldId="306"/>
            <ac:spMk id="3" creationId="{00000000-0000-0000-0000-000000000000}"/>
          </ac:spMkLst>
        </pc:spChg>
      </pc:sldChg>
      <pc:sldChg chg="addSp delSp modSp add mod modNotesTx">
        <pc:chgData name="Yuriy Zabolotnyuk" userId="5293f801-6ede-4669-8a17-9af1adeb069e" providerId="ADAL" clId="{9C72D551-62FB-5E3D-901C-9F32929520A9}" dt="2026-07-06T19:59:10.768" v="2698" actId="20577"/>
        <pc:sldMkLst>
          <pc:docMk/>
          <pc:sldMk cId="2794028898" sldId="306"/>
        </pc:sldMkLst>
        <pc:spChg chg="mod">
          <ac:chgData name="Yuriy Zabolotnyuk" userId="5293f801-6ede-4669-8a17-9af1adeb069e" providerId="ADAL" clId="{9C72D551-62FB-5E3D-901C-9F32929520A9}" dt="2026-07-06T19:59:10.768" v="2698" actId="20577"/>
          <ac:spMkLst>
            <pc:docMk/>
            <pc:sldMk cId="2794028898" sldId="306"/>
            <ac:spMk id="2" creationId="{C6270A0A-6949-0E74-5367-C8F6B963621B}"/>
          </ac:spMkLst>
        </pc:spChg>
        <pc:spChg chg="mod">
          <ac:chgData name="Yuriy Zabolotnyuk" userId="5293f801-6ede-4669-8a17-9af1adeb069e" providerId="ADAL" clId="{9C72D551-62FB-5E3D-901C-9F32929520A9}" dt="2026-07-06T19:57:21.271" v="2663" actId="20577"/>
          <ac:spMkLst>
            <pc:docMk/>
            <pc:sldMk cId="2794028898" sldId="306"/>
            <ac:spMk id="4023" creationId="{11AA72A8-6313-7976-F100-68AA35C67674}"/>
          </ac:spMkLst>
        </pc:spChg>
        <pc:graphicFrameChg chg="del">
          <ac:chgData name="Yuriy Zabolotnyuk" userId="5293f801-6ede-4669-8a17-9af1adeb069e" providerId="ADAL" clId="{9C72D551-62FB-5E3D-901C-9F32929520A9}" dt="2026-07-06T19:57:26.183" v="2665" actId="478"/>
          <ac:graphicFrameMkLst>
            <pc:docMk/>
            <pc:sldMk cId="2794028898" sldId="306"/>
            <ac:graphicFrameMk id="3" creationId="{E698745B-FFD2-2F82-1494-3A74F7DFAC84}"/>
          </ac:graphicFrameMkLst>
        </pc:graphicFrameChg>
        <pc:graphicFrameChg chg="del">
          <ac:chgData name="Yuriy Zabolotnyuk" userId="5293f801-6ede-4669-8a17-9af1adeb069e" providerId="ADAL" clId="{9C72D551-62FB-5E3D-901C-9F32929520A9}" dt="2026-07-06T19:57:24.942" v="2664" actId="478"/>
          <ac:graphicFrameMkLst>
            <pc:docMk/>
            <pc:sldMk cId="2794028898" sldId="306"/>
            <ac:graphicFrameMk id="4" creationId="{2EBDFC3D-2721-1772-DA06-2018768E0961}"/>
          </ac:graphicFrameMkLst>
        </pc:graphicFrameChg>
        <pc:graphicFrameChg chg="add mod">
          <ac:chgData name="Yuriy Zabolotnyuk" userId="5293f801-6ede-4669-8a17-9af1adeb069e" providerId="ADAL" clId="{9C72D551-62FB-5E3D-901C-9F32929520A9}" dt="2026-07-06T19:58:40.559" v="2676" actId="1076"/>
          <ac:graphicFrameMkLst>
            <pc:docMk/>
            <pc:sldMk cId="2794028898" sldId="306"/>
            <ac:graphicFrameMk id="5" creationId="{96EE8CD4-BCDA-3366-6310-2BA5A6595BE3}"/>
          </ac:graphicFrameMkLst>
        </pc:graphicFrameChg>
        <pc:graphicFrameChg chg="add mod">
          <ac:chgData name="Yuriy Zabolotnyuk" userId="5293f801-6ede-4669-8a17-9af1adeb069e" providerId="ADAL" clId="{9C72D551-62FB-5E3D-901C-9F32929520A9}" dt="2026-07-06T19:58:53.834" v="2680" actId="1076"/>
          <ac:graphicFrameMkLst>
            <pc:docMk/>
            <pc:sldMk cId="2794028898" sldId="306"/>
            <ac:graphicFrameMk id="6" creationId="{26E5AE9F-142E-3EA8-963E-65040350AA74}"/>
          </ac:graphicFrameMkLst>
        </pc:graphicFrameChg>
      </pc:sldChg>
      <pc:sldChg chg="modSp add del mod">
        <pc:chgData name="Yuriy Zabolotnyuk" userId="5293f801-6ede-4669-8a17-9af1adeb069e" providerId="ADAL" clId="{9C72D551-62FB-5E3D-901C-9F32929520A9}" dt="2026-07-06T20:31:46.588" v="2706" actId="27636"/>
        <pc:sldMkLst>
          <pc:docMk/>
          <pc:sldMk cId="0" sldId="307"/>
        </pc:sldMkLst>
        <pc:spChg chg="mod">
          <ac:chgData name="Yuriy Zabolotnyuk" userId="5293f801-6ede-4669-8a17-9af1adeb069e" providerId="ADAL" clId="{9C72D551-62FB-5E3D-901C-9F32929520A9}" dt="2026-07-06T20:31:46.588" v="2706" actId="27636"/>
          <ac:spMkLst>
            <pc:docMk/>
            <pc:sldMk cId="0" sldId="307"/>
            <ac:spMk id="2" creationId="{00000000-0000-0000-0000-000000000000}"/>
          </ac:spMkLst>
        </pc:spChg>
        <pc:picChg chg="mod">
          <ac:chgData name="Yuriy Zabolotnyuk" userId="5293f801-6ede-4669-8a17-9af1adeb069e" providerId="ADAL" clId="{9C72D551-62FB-5E3D-901C-9F32929520A9}" dt="2026-07-06T20:31:24.539" v="2703" actId="1076"/>
          <ac:picMkLst>
            <pc:docMk/>
            <pc:sldMk cId="0" sldId="307"/>
            <ac:picMk id="6002" creationId="{00000000-0000-0000-0000-000000000000}"/>
          </ac:picMkLst>
        </pc:picChg>
        <pc:picChg chg="mod">
          <ac:chgData name="Yuriy Zabolotnyuk" userId="5293f801-6ede-4669-8a17-9af1adeb069e" providerId="ADAL" clId="{9C72D551-62FB-5E3D-901C-9F32929520A9}" dt="2026-07-06T20:31:29.387" v="2704" actId="1076"/>
          <ac:picMkLst>
            <pc:docMk/>
            <pc:sldMk cId="0" sldId="307"/>
            <ac:picMk id="6003" creationId="{00000000-0000-0000-0000-000000000000}"/>
          </ac:picMkLst>
        </pc:picChg>
      </pc:sldChg>
      <pc:sldChg chg="addSp delSp modSp add del mod">
        <pc:chgData name="Yuriy Zabolotnyuk" userId="5293f801-6ede-4669-8a17-9af1adeb069e" providerId="ADAL" clId="{9C72D551-62FB-5E3D-901C-9F32929520A9}" dt="2026-07-06T20:38:37.206" v="2717" actId="478"/>
        <pc:sldMkLst>
          <pc:docMk/>
          <pc:sldMk cId="0" sldId="308"/>
        </pc:sldMkLst>
        <pc:spChg chg="mod">
          <ac:chgData name="Yuriy Zabolotnyuk" userId="5293f801-6ede-4669-8a17-9af1adeb069e" providerId="ADAL" clId="{9C72D551-62FB-5E3D-901C-9F32929520A9}" dt="2026-07-06T20:37:38.469" v="2714" actId="27636"/>
          <ac:spMkLst>
            <pc:docMk/>
            <pc:sldMk cId="0" sldId="308"/>
            <ac:spMk id="2" creationId="{00000000-0000-0000-0000-000000000000}"/>
          </ac:spMkLst>
        </pc:spChg>
        <pc:picChg chg="mod">
          <ac:chgData name="Yuriy Zabolotnyuk" userId="5293f801-6ede-4669-8a17-9af1adeb069e" providerId="ADAL" clId="{9C72D551-62FB-5E3D-901C-9F32929520A9}" dt="2026-07-06T20:33:08.462" v="2709" actId="1076"/>
          <ac:picMkLst>
            <pc:docMk/>
            <pc:sldMk cId="0" sldId="308"/>
            <ac:picMk id="6004" creationId="{00000000-0000-0000-0000-000000000000}"/>
          </ac:picMkLst>
        </pc:picChg>
        <pc:picChg chg="add del mod">
          <ac:chgData name="Yuriy Zabolotnyuk" userId="5293f801-6ede-4669-8a17-9af1adeb069e" providerId="ADAL" clId="{9C72D551-62FB-5E3D-901C-9F32929520A9}" dt="2026-07-06T20:38:37.206" v="2717" actId="478"/>
          <ac:picMkLst>
            <pc:docMk/>
            <pc:sldMk cId="0" sldId="308"/>
            <ac:picMk id="6005" creationId="{00000000-0000-0000-0000-000000000000}"/>
          </ac:picMkLst>
        </pc:picChg>
      </pc:sldChg>
      <pc:sldChg chg="modSp add del mod">
        <pc:chgData name="Yuriy Zabolotnyuk" userId="5293f801-6ede-4669-8a17-9af1adeb069e" providerId="ADAL" clId="{9C72D551-62FB-5E3D-901C-9F32929520A9}" dt="2026-07-06T20:53:22.669" v="2766" actId="404"/>
        <pc:sldMkLst>
          <pc:docMk/>
          <pc:sldMk cId="0" sldId="309"/>
        </pc:sldMkLst>
        <pc:spChg chg="mod">
          <ac:chgData name="Yuriy Zabolotnyuk" userId="5293f801-6ede-4669-8a17-9af1adeb069e" providerId="ADAL" clId="{9C72D551-62FB-5E3D-901C-9F32929520A9}" dt="2026-07-06T20:52:46.482" v="2761" actId="403"/>
          <ac:spMkLst>
            <pc:docMk/>
            <pc:sldMk cId="0" sldId="309"/>
            <ac:spMk id="2" creationId="{00000000-0000-0000-0000-000000000000}"/>
          </ac:spMkLst>
        </pc:spChg>
        <pc:spChg chg="mod">
          <ac:chgData name="Yuriy Zabolotnyuk" userId="5293f801-6ede-4669-8a17-9af1adeb069e" providerId="ADAL" clId="{9C72D551-62FB-5E3D-901C-9F32929520A9}" dt="2026-07-05T10:31:50.538" v="583"/>
          <ac:spMkLst>
            <pc:docMk/>
            <pc:sldMk cId="0" sldId="309"/>
            <ac:spMk id="3" creationId="{00000000-0000-0000-0000-000000000000}"/>
          </ac:spMkLst>
        </pc:spChg>
        <pc:spChg chg="mod">
          <ac:chgData name="Yuriy Zabolotnyuk" userId="5293f801-6ede-4669-8a17-9af1adeb069e" providerId="ADAL" clId="{9C72D551-62FB-5E3D-901C-9F32929520A9}" dt="2026-07-06T20:53:22.669" v="2766" actId="404"/>
          <ac:spMkLst>
            <pc:docMk/>
            <pc:sldMk cId="0" sldId="309"/>
            <ac:spMk id="6501" creationId="{00000000-0000-0000-0000-000000000000}"/>
          </ac:spMkLst>
        </pc:spChg>
        <pc:picChg chg="mod">
          <ac:chgData name="Yuriy Zabolotnyuk" userId="5293f801-6ede-4669-8a17-9af1adeb069e" providerId="ADAL" clId="{9C72D551-62FB-5E3D-901C-9F32929520A9}" dt="2026-07-06T20:52:30.215" v="2738" actId="1035"/>
          <ac:picMkLst>
            <pc:docMk/>
            <pc:sldMk cId="0" sldId="309"/>
            <ac:picMk id="6502" creationId="{00000000-0000-0000-0000-000000000000}"/>
          </ac:picMkLst>
        </pc:picChg>
        <pc:picChg chg="mod">
          <ac:chgData name="Yuriy Zabolotnyuk" userId="5293f801-6ede-4669-8a17-9af1adeb069e" providerId="ADAL" clId="{9C72D551-62FB-5E3D-901C-9F32929520A9}" dt="2026-07-06T20:52:34.526" v="2746" actId="1035"/>
          <ac:picMkLst>
            <pc:docMk/>
            <pc:sldMk cId="0" sldId="309"/>
            <ac:picMk id="6503" creationId="{00000000-0000-0000-0000-000000000000}"/>
          </ac:picMkLst>
        </pc:picChg>
        <pc:picChg chg="mod">
          <ac:chgData name="Yuriy Zabolotnyuk" userId="5293f801-6ede-4669-8a17-9af1adeb069e" providerId="ADAL" clId="{9C72D551-62FB-5E3D-901C-9F32929520A9}" dt="2026-07-06T20:52:38.466" v="2755" actId="1035"/>
          <ac:picMkLst>
            <pc:docMk/>
            <pc:sldMk cId="0" sldId="309"/>
            <ac:picMk id="6504" creationId="{00000000-0000-0000-0000-000000000000}"/>
          </ac:picMkLst>
        </pc:picChg>
      </pc:sldChg>
      <pc:sldChg chg="modSp add del mod">
        <pc:chgData name="Yuriy Zabolotnyuk" userId="5293f801-6ede-4669-8a17-9af1adeb069e" providerId="ADAL" clId="{9C72D551-62FB-5E3D-901C-9F32929520A9}" dt="2026-07-06T21:06:26.895" v="2825" actId="20577"/>
        <pc:sldMkLst>
          <pc:docMk/>
          <pc:sldMk cId="0" sldId="310"/>
        </pc:sldMkLst>
        <pc:spChg chg="mod">
          <ac:chgData name="Yuriy Zabolotnyuk" userId="5293f801-6ede-4669-8a17-9af1adeb069e" providerId="ADAL" clId="{9C72D551-62FB-5E3D-901C-9F32929520A9}" dt="2026-07-06T21:06:26.895" v="2825" actId="20577"/>
          <ac:spMkLst>
            <pc:docMk/>
            <pc:sldMk cId="0" sldId="310"/>
            <ac:spMk id="2" creationId="{00000000-0000-0000-0000-000000000000}"/>
          </ac:spMkLst>
        </pc:spChg>
        <pc:spChg chg="mod">
          <ac:chgData name="Yuriy Zabolotnyuk" userId="5293f801-6ede-4669-8a17-9af1adeb069e" providerId="ADAL" clId="{9C72D551-62FB-5E3D-901C-9F32929520A9}" dt="2026-07-05T10:31:50.538" v="583"/>
          <ac:spMkLst>
            <pc:docMk/>
            <pc:sldMk cId="0" sldId="310"/>
            <ac:spMk id="3" creationId="{00000000-0000-0000-0000-000000000000}"/>
          </ac:spMkLst>
        </pc:spChg>
        <pc:picChg chg="mod">
          <ac:chgData name="Yuriy Zabolotnyuk" userId="5293f801-6ede-4669-8a17-9af1adeb069e" providerId="ADAL" clId="{9C72D551-62FB-5E3D-901C-9F32929520A9}" dt="2026-07-06T20:55:38.558" v="2771" actId="14100"/>
          <ac:picMkLst>
            <pc:docMk/>
            <pc:sldMk cId="0" sldId="310"/>
            <ac:picMk id="7202" creationId="{00000000-0000-0000-0000-000000000000}"/>
          </ac:picMkLst>
        </pc:picChg>
        <pc:picChg chg="mod">
          <ac:chgData name="Yuriy Zabolotnyuk" userId="5293f801-6ede-4669-8a17-9af1adeb069e" providerId="ADAL" clId="{9C72D551-62FB-5E3D-901C-9F32929520A9}" dt="2026-07-06T20:55:41.134" v="2772" actId="14100"/>
          <ac:picMkLst>
            <pc:docMk/>
            <pc:sldMk cId="0" sldId="310"/>
            <ac:picMk id="7203" creationId="{00000000-0000-0000-0000-000000000000}"/>
          </ac:picMkLst>
        </pc:picChg>
      </pc:sldChg>
      <pc:sldChg chg="modSp add del mod">
        <pc:chgData name="Yuriy Zabolotnyuk" userId="5293f801-6ede-4669-8a17-9af1adeb069e" providerId="ADAL" clId="{9C72D551-62FB-5E3D-901C-9F32929520A9}" dt="2026-07-06T20:57:35.136" v="2800" actId="27636"/>
        <pc:sldMkLst>
          <pc:docMk/>
          <pc:sldMk cId="0" sldId="311"/>
        </pc:sldMkLst>
        <pc:spChg chg="mod">
          <ac:chgData name="Yuriy Zabolotnyuk" userId="5293f801-6ede-4669-8a17-9af1adeb069e" providerId="ADAL" clId="{9C72D551-62FB-5E3D-901C-9F32929520A9}" dt="2026-07-06T20:57:35.136" v="2800" actId="27636"/>
          <ac:spMkLst>
            <pc:docMk/>
            <pc:sldMk cId="0" sldId="311"/>
            <ac:spMk id="2" creationId="{00000000-0000-0000-0000-000000000000}"/>
          </ac:spMkLst>
        </pc:spChg>
        <pc:spChg chg="mod">
          <ac:chgData name="Yuriy Zabolotnyuk" userId="5293f801-6ede-4669-8a17-9af1adeb069e" providerId="ADAL" clId="{9C72D551-62FB-5E3D-901C-9F32929520A9}" dt="2026-07-05T10:31:50.538" v="583"/>
          <ac:spMkLst>
            <pc:docMk/>
            <pc:sldMk cId="0" sldId="311"/>
            <ac:spMk id="3" creationId="{00000000-0000-0000-0000-000000000000}"/>
          </ac:spMkLst>
        </pc:spChg>
        <pc:spChg chg="mod">
          <ac:chgData name="Yuriy Zabolotnyuk" userId="5293f801-6ede-4669-8a17-9af1adeb069e" providerId="ADAL" clId="{9C72D551-62FB-5E3D-901C-9F32929520A9}" dt="2026-07-06T20:57:13.477" v="2791" actId="20577"/>
          <ac:spMkLst>
            <pc:docMk/>
            <pc:sldMk cId="0" sldId="311"/>
            <ac:spMk id="7601" creationId="{00000000-0000-0000-0000-000000000000}"/>
          </ac:spMkLst>
        </pc:spChg>
        <pc:picChg chg="mod">
          <ac:chgData name="Yuriy Zabolotnyuk" userId="5293f801-6ede-4669-8a17-9af1adeb069e" providerId="ADAL" clId="{9C72D551-62FB-5E3D-901C-9F32929520A9}" dt="2026-07-06T20:57:20.191" v="2792" actId="1076"/>
          <ac:picMkLst>
            <pc:docMk/>
            <pc:sldMk cId="0" sldId="311"/>
            <ac:picMk id="7602" creationId="{00000000-0000-0000-0000-000000000000}"/>
          </ac:picMkLst>
        </pc:picChg>
        <pc:picChg chg="mod">
          <ac:chgData name="Yuriy Zabolotnyuk" userId="5293f801-6ede-4669-8a17-9af1adeb069e" providerId="ADAL" clId="{9C72D551-62FB-5E3D-901C-9F32929520A9}" dt="2026-07-06T20:57:25.009" v="2794" actId="14100"/>
          <ac:picMkLst>
            <pc:docMk/>
            <pc:sldMk cId="0" sldId="311"/>
            <ac:picMk id="7603" creationId="{00000000-0000-0000-0000-000000000000}"/>
          </ac:picMkLst>
        </pc:picChg>
      </pc:sldChg>
      <pc:sldChg chg="modSp add del mod">
        <pc:chgData name="Yuriy Zabolotnyuk" userId="5293f801-6ede-4669-8a17-9af1adeb069e" providerId="ADAL" clId="{9C72D551-62FB-5E3D-901C-9F32929520A9}" dt="2026-07-06T21:03:16.552" v="2801" actId="14100"/>
        <pc:sldMkLst>
          <pc:docMk/>
          <pc:sldMk cId="0" sldId="312"/>
        </pc:sldMkLst>
        <pc:spChg chg="mod">
          <ac:chgData name="Yuriy Zabolotnyuk" userId="5293f801-6ede-4669-8a17-9af1adeb069e" providerId="ADAL" clId="{9C72D551-62FB-5E3D-901C-9F32929520A9}" dt="2026-07-06T20:55:27.848" v="2769" actId="27636"/>
          <ac:spMkLst>
            <pc:docMk/>
            <pc:sldMk cId="0" sldId="312"/>
            <ac:spMk id="2" creationId="{00000000-0000-0000-0000-000000000000}"/>
          </ac:spMkLst>
        </pc:spChg>
        <pc:spChg chg="mod">
          <ac:chgData name="Yuriy Zabolotnyuk" userId="5293f801-6ede-4669-8a17-9af1adeb069e" providerId="ADAL" clId="{9C72D551-62FB-5E3D-901C-9F32929520A9}" dt="2026-07-05T10:31:50.538" v="583"/>
          <ac:spMkLst>
            <pc:docMk/>
            <pc:sldMk cId="0" sldId="312"/>
            <ac:spMk id="3" creationId="{00000000-0000-0000-0000-000000000000}"/>
          </ac:spMkLst>
        </pc:spChg>
        <pc:picChg chg="mod">
          <ac:chgData name="Yuriy Zabolotnyuk" userId="5293f801-6ede-4669-8a17-9af1adeb069e" providerId="ADAL" clId="{9C72D551-62FB-5E3D-901C-9F32929520A9}" dt="2026-07-06T21:03:16.552" v="2801" actId="14100"/>
          <ac:picMkLst>
            <pc:docMk/>
            <pc:sldMk cId="0" sldId="312"/>
            <ac:picMk id="7604" creationId="{00000000-0000-0000-0000-000000000000}"/>
          </ac:picMkLst>
        </pc:picChg>
      </pc:sldChg>
      <pc:sldChg chg="modSp del">
        <pc:chgData name="Yuriy Zabolotnyuk" userId="5293f801-6ede-4669-8a17-9af1adeb069e" providerId="ADAL" clId="{9C72D551-62FB-5E3D-901C-9F32929520A9}" dt="2026-07-05T12:31:28.315" v="1235" actId="2696"/>
        <pc:sldMkLst>
          <pc:docMk/>
          <pc:sldMk cId="0" sldId="313"/>
        </pc:sldMkLst>
        <pc:spChg chg="mod">
          <ac:chgData name="Yuriy Zabolotnyuk" userId="5293f801-6ede-4669-8a17-9af1adeb069e" providerId="ADAL" clId="{9C72D551-62FB-5E3D-901C-9F32929520A9}" dt="2026-07-05T10:31:50.538" v="583"/>
          <ac:spMkLst>
            <pc:docMk/>
            <pc:sldMk cId="0" sldId="313"/>
            <ac:spMk id="2" creationId="{00000000-0000-0000-0000-000000000000}"/>
          </ac:spMkLst>
        </pc:spChg>
        <pc:spChg chg="mod">
          <ac:chgData name="Yuriy Zabolotnyuk" userId="5293f801-6ede-4669-8a17-9af1adeb069e" providerId="ADAL" clId="{9C72D551-62FB-5E3D-901C-9F32929520A9}" dt="2026-07-05T10:31:50.538" v="583"/>
          <ac:spMkLst>
            <pc:docMk/>
            <pc:sldMk cId="0" sldId="313"/>
            <ac:spMk id="3" creationId="{00000000-0000-0000-0000-000000000000}"/>
          </ac:spMkLst>
        </pc:spChg>
      </pc:sldChg>
      <pc:sldChg chg="modSp del">
        <pc:chgData name="Yuriy Zabolotnyuk" userId="5293f801-6ede-4669-8a17-9af1adeb069e" providerId="ADAL" clId="{9C72D551-62FB-5E3D-901C-9F32929520A9}" dt="2026-07-05T12:31:28.308" v="1222" actId="2696"/>
        <pc:sldMkLst>
          <pc:docMk/>
          <pc:sldMk cId="0" sldId="314"/>
        </pc:sldMkLst>
        <pc:spChg chg="mod">
          <ac:chgData name="Yuriy Zabolotnyuk" userId="5293f801-6ede-4669-8a17-9af1adeb069e" providerId="ADAL" clId="{9C72D551-62FB-5E3D-901C-9F32929520A9}" dt="2026-07-05T10:31:50.538" v="583"/>
          <ac:spMkLst>
            <pc:docMk/>
            <pc:sldMk cId="0" sldId="314"/>
            <ac:spMk id="2" creationId="{00000000-0000-0000-0000-000000000000}"/>
          </ac:spMkLst>
        </pc:spChg>
        <pc:spChg chg="mod">
          <ac:chgData name="Yuriy Zabolotnyuk" userId="5293f801-6ede-4669-8a17-9af1adeb069e" providerId="ADAL" clId="{9C72D551-62FB-5E3D-901C-9F32929520A9}" dt="2026-07-05T10:31:50.538" v="583"/>
          <ac:spMkLst>
            <pc:docMk/>
            <pc:sldMk cId="0" sldId="314"/>
            <ac:spMk id="3" creationId="{00000000-0000-0000-0000-000000000000}"/>
          </ac:spMkLst>
        </pc:spChg>
      </pc:sldChg>
      <pc:sldChg chg="modSp del">
        <pc:chgData name="Yuriy Zabolotnyuk" userId="5293f801-6ede-4669-8a17-9af1adeb069e" providerId="ADAL" clId="{9C72D551-62FB-5E3D-901C-9F32929520A9}" dt="2026-07-05T12:31:28.302" v="1213" actId="2696"/>
        <pc:sldMkLst>
          <pc:docMk/>
          <pc:sldMk cId="0" sldId="315"/>
        </pc:sldMkLst>
        <pc:spChg chg="mod">
          <ac:chgData name="Yuriy Zabolotnyuk" userId="5293f801-6ede-4669-8a17-9af1adeb069e" providerId="ADAL" clId="{9C72D551-62FB-5E3D-901C-9F32929520A9}" dt="2026-07-05T10:31:50.538" v="583"/>
          <ac:spMkLst>
            <pc:docMk/>
            <pc:sldMk cId="0" sldId="315"/>
            <ac:spMk id="2" creationId="{00000000-0000-0000-0000-000000000000}"/>
          </ac:spMkLst>
        </pc:spChg>
        <pc:spChg chg="mod">
          <ac:chgData name="Yuriy Zabolotnyuk" userId="5293f801-6ede-4669-8a17-9af1adeb069e" providerId="ADAL" clId="{9C72D551-62FB-5E3D-901C-9F32929520A9}" dt="2026-07-05T10:31:50.538" v="583"/>
          <ac:spMkLst>
            <pc:docMk/>
            <pc:sldMk cId="0" sldId="315"/>
            <ac:spMk id="3" creationId="{00000000-0000-0000-0000-000000000000}"/>
          </ac:spMkLst>
        </pc:spChg>
      </pc:sldChg>
      <pc:sldChg chg="modSp del">
        <pc:chgData name="Yuriy Zabolotnyuk" userId="5293f801-6ede-4669-8a17-9af1adeb069e" providerId="ADAL" clId="{9C72D551-62FB-5E3D-901C-9F32929520A9}" dt="2026-07-05T12:31:28.317" v="1240" actId="2696"/>
        <pc:sldMkLst>
          <pc:docMk/>
          <pc:sldMk cId="0" sldId="316"/>
        </pc:sldMkLst>
        <pc:spChg chg="mod">
          <ac:chgData name="Yuriy Zabolotnyuk" userId="5293f801-6ede-4669-8a17-9af1adeb069e" providerId="ADAL" clId="{9C72D551-62FB-5E3D-901C-9F32929520A9}" dt="2026-07-05T10:31:50.538" v="583"/>
          <ac:spMkLst>
            <pc:docMk/>
            <pc:sldMk cId="0" sldId="316"/>
            <ac:spMk id="2" creationId="{00000000-0000-0000-0000-000000000000}"/>
          </ac:spMkLst>
        </pc:spChg>
        <pc:spChg chg="mod">
          <ac:chgData name="Yuriy Zabolotnyuk" userId="5293f801-6ede-4669-8a17-9af1adeb069e" providerId="ADAL" clId="{9C72D551-62FB-5E3D-901C-9F32929520A9}" dt="2026-07-05T10:31:50.538" v="583"/>
          <ac:spMkLst>
            <pc:docMk/>
            <pc:sldMk cId="0" sldId="316"/>
            <ac:spMk id="3" creationId="{00000000-0000-0000-0000-000000000000}"/>
          </ac:spMkLst>
        </pc:spChg>
      </pc:sldChg>
      <pc:sldChg chg="modSp del">
        <pc:chgData name="Yuriy Zabolotnyuk" userId="5293f801-6ede-4669-8a17-9af1adeb069e" providerId="ADAL" clId="{9C72D551-62FB-5E3D-901C-9F32929520A9}" dt="2026-07-05T12:31:28.303" v="1215" actId="2696"/>
        <pc:sldMkLst>
          <pc:docMk/>
          <pc:sldMk cId="0" sldId="317"/>
        </pc:sldMkLst>
        <pc:spChg chg="mod">
          <ac:chgData name="Yuriy Zabolotnyuk" userId="5293f801-6ede-4669-8a17-9af1adeb069e" providerId="ADAL" clId="{9C72D551-62FB-5E3D-901C-9F32929520A9}" dt="2026-07-05T10:31:50.538" v="583"/>
          <ac:spMkLst>
            <pc:docMk/>
            <pc:sldMk cId="0" sldId="317"/>
            <ac:spMk id="2" creationId="{00000000-0000-0000-0000-000000000000}"/>
          </ac:spMkLst>
        </pc:spChg>
        <pc:spChg chg="mod">
          <ac:chgData name="Yuriy Zabolotnyuk" userId="5293f801-6ede-4669-8a17-9af1adeb069e" providerId="ADAL" clId="{9C72D551-62FB-5E3D-901C-9F32929520A9}" dt="2026-07-05T10:31:50.538" v="583"/>
          <ac:spMkLst>
            <pc:docMk/>
            <pc:sldMk cId="0" sldId="317"/>
            <ac:spMk id="3" creationId="{00000000-0000-0000-0000-000000000000}"/>
          </ac:spMkLst>
        </pc:spChg>
      </pc:sldChg>
      <pc:sldChg chg="modSp del">
        <pc:chgData name="Yuriy Zabolotnyuk" userId="5293f801-6ede-4669-8a17-9af1adeb069e" providerId="ADAL" clId="{9C72D551-62FB-5E3D-901C-9F32929520A9}" dt="2026-07-05T12:31:28.312" v="1229" actId="2696"/>
        <pc:sldMkLst>
          <pc:docMk/>
          <pc:sldMk cId="0" sldId="318"/>
        </pc:sldMkLst>
        <pc:spChg chg="mod">
          <ac:chgData name="Yuriy Zabolotnyuk" userId="5293f801-6ede-4669-8a17-9af1adeb069e" providerId="ADAL" clId="{9C72D551-62FB-5E3D-901C-9F32929520A9}" dt="2026-07-05T10:31:50.538" v="583"/>
          <ac:spMkLst>
            <pc:docMk/>
            <pc:sldMk cId="0" sldId="318"/>
            <ac:spMk id="2" creationId="{00000000-0000-0000-0000-000000000000}"/>
          </ac:spMkLst>
        </pc:spChg>
        <pc:spChg chg="mod">
          <ac:chgData name="Yuriy Zabolotnyuk" userId="5293f801-6ede-4669-8a17-9af1adeb069e" providerId="ADAL" clId="{9C72D551-62FB-5E3D-901C-9F32929520A9}" dt="2026-07-05T10:31:50.538" v="583"/>
          <ac:spMkLst>
            <pc:docMk/>
            <pc:sldMk cId="0" sldId="318"/>
            <ac:spMk id="3" creationId="{00000000-0000-0000-0000-000000000000}"/>
          </ac:spMkLst>
        </pc:spChg>
      </pc:sldChg>
      <pc:sldChg chg="modSp del">
        <pc:chgData name="Yuriy Zabolotnyuk" userId="5293f801-6ede-4669-8a17-9af1adeb069e" providerId="ADAL" clId="{9C72D551-62FB-5E3D-901C-9F32929520A9}" dt="2026-07-05T12:31:28.309" v="1224" actId="2696"/>
        <pc:sldMkLst>
          <pc:docMk/>
          <pc:sldMk cId="0" sldId="319"/>
        </pc:sldMkLst>
        <pc:spChg chg="mod">
          <ac:chgData name="Yuriy Zabolotnyuk" userId="5293f801-6ede-4669-8a17-9af1adeb069e" providerId="ADAL" clId="{9C72D551-62FB-5E3D-901C-9F32929520A9}" dt="2026-07-05T10:31:50.538" v="583"/>
          <ac:spMkLst>
            <pc:docMk/>
            <pc:sldMk cId="0" sldId="319"/>
            <ac:spMk id="2" creationId="{00000000-0000-0000-0000-000000000000}"/>
          </ac:spMkLst>
        </pc:spChg>
        <pc:spChg chg="mod">
          <ac:chgData name="Yuriy Zabolotnyuk" userId="5293f801-6ede-4669-8a17-9af1adeb069e" providerId="ADAL" clId="{9C72D551-62FB-5E3D-901C-9F32929520A9}" dt="2026-07-05T10:31:50.538" v="583"/>
          <ac:spMkLst>
            <pc:docMk/>
            <pc:sldMk cId="0" sldId="319"/>
            <ac:spMk id="3" creationId="{00000000-0000-0000-0000-000000000000}"/>
          </ac:spMkLst>
        </pc:spChg>
      </pc:sldChg>
      <pc:sldChg chg="modSp del">
        <pc:chgData name="Yuriy Zabolotnyuk" userId="5293f801-6ede-4669-8a17-9af1adeb069e" providerId="ADAL" clId="{9C72D551-62FB-5E3D-901C-9F32929520A9}" dt="2026-07-05T12:31:28.313" v="1231" actId="2696"/>
        <pc:sldMkLst>
          <pc:docMk/>
          <pc:sldMk cId="0" sldId="320"/>
        </pc:sldMkLst>
        <pc:spChg chg="mod">
          <ac:chgData name="Yuriy Zabolotnyuk" userId="5293f801-6ede-4669-8a17-9af1adeb069e" providerId="ADAL" clId="{9C72D551-62FB-5E3D-901C-9F32929520A9}" dt="2026-07-05T10:31:50.538" v="583"/>
          <ac:spMkLst>
            <pc:docMk/>
            <pc:sldMk cId="0" sldId="320"/>
            <ac:spMk id="2" creationId="{00000000-0000-0000-0000-000000000000}"/>
          </ac:spMkLst>
        </pc:spChg>
        <pc:spChg chg="mod">
          <ac:chgData name="Yuriy Zabolotnyuk" userId="5293f801-6ede-4669-8a17-9af1adeb069e" providerId="ADAL" clId="{9C72D551-62FB-5E3D-901C-9F32929520A9}" dt="2026-07-05T10:31:50.538" v="583"/>
          <ac:spMkLst>
            <pc:docMk/>
            <pc:sldMk cId="0" sldId="320"/>
            <ac:spMk id="3" creationId="{00000000-0000-0000-0000-000000000000}"/>
          </ac:spMkLst>
        </pc:spChg>
      </pc:sldChg>
      <pc:sldChg chg="modSp del">
        <pc:chgData name="Yuriy Zabolotnyuk" userId="5293f801-6ede-4669-8a17-9af1adeb069e" providerId="ADAL" clId="{9C72D551-62FB-5E3D-901C-9F32929520A9}" dt="2026-07-05T12:31:28.305" v="1218" actId="2696"/>
        <pc:sldMkLst>
          <pc:docMk/>
          <pc:sldMk cId="0" sldId="321"/>
        </pc:sldMkLst>
        <pc:spChg chg="mod">
          <ac:chgData name="Yuriy Zabolotnyuk" userId="5293f801-6ede-4669-8a17-9af1adeb069e" providerId="ADAL" clId="{9C72D551-62FB-5E3D-901C-9F32929520A9}" dt="2026-07-05T10:31:50.538" v="583"/>
          <ac:spMkLst>
            <pc:docMk/>
            <pc:sldMk cId="0" sldId="321"/>
            <ac:spMk id="2" creationId="{00000000-0000-0000-0000-000000000000}"/>
          </ac:spMkLst>
        </pc:spChg>
      </pc:sldChg>
      <pc:sldChg chg="modSp del">
        <pc:chgData name="Yuriy Zabolotnyuk" userId="5293f801-6ede-4669-8a17-9af1adeb069e" providerId="ADAL" clId="{9C72D551-62FB-5E3D-901C-9F32929520A9}" dt="2026-07-05T12:31:28.299" v="1208" actId="2696"/>
        <pc:sldMkLst>
          <pc:docMk/>
          <pc:sldMk cId="0" sldId="322"/>
        </pc:sldMkLst>
        <pc:spChg chg="mod">
          <ac:chgData name="Yuriy Zabolotnyuk" userId="5293f801-6ede-4669-8a17-9af1adeb069e" providerId="ADAL" clId="{9C72D551-62FB-5E3D-901C-9F32929520A9}" dt="2026-07-05T10:31:50.538" v="583"/>
          <ac:spMkLst>
            <pc:docMk/>
            <pc:sldMk cId="0" sldId="322"/>
            <ac:spMk id="2" creationId="{00000000-0000-0000-0000-000000000000}"/>
          </ac:spMkLst>
        </pc:spChg>
        <pc:spChg chg="mod">
          <ac:chgData name="Yuriy Zabolotnyuk" userId="5293f801-6ede-4669-8a17-9af1adeb069e" providerId="ADAL" clId="{9C72D551-62FB-5E3D-901C-9F32929520A9}" dt="2026-07-05T10:31:50.538" v="583"/>
          <ac:spMkLst>
            <pc:docMk/>
            <pc:sldMk cId="0" sldId="322"/>
            <ac:spMk id="3" creationId="{00000000-0000-0000-0000-000000000000}"/>
          </ac:spMkLst>
        </pc:spChg>
      </pc:sldChg>
      <pc:sldChg chg="modSp del">
        <pc:chgData name="Yuriy Zabolotnyuk" userId="5293f801-6ede-4669-8a17-9af1adeb069e" providerId="ADAL" clId="{9C72D551-62FB-5E3D-901C-9F32929520A9}" dt="2026-07-05T12:31:28.308" v="1223" actId="2696"/>
        <pc:sldMkLst>
          <pc:docMk/>
          <pc:sldMk cId="0" sldId="323"/>
        </pc:sldMkLst>
        <pc:spChg chg="mod">
          <ac:chgData name="Yuriy Zabolotnyuk" userId="5293f801-6ede-4669-8a17-9af1adeb069e" providerId="ADAL" clId="{9C72D551-62FB-5E3D-901C-9F32929520A9}" dt="2026-07-05T10:31:50.538" v="583"/>
          <ac:spMkLst>
            <pc:docMk/>
            <pc:sldMk cId="0" sldId="323"/>
            <ac:spMk id="2" creationId="{00000000-0000-0000-0000-000000000000}"/>
          </ac:spMkLst>
        </pc:spChg>
        <pc:spChg chg="mod">
          <ac:chgData name="Yuriy Zabolotnyuk" userId="5293f801-6ede-4669-8a17-9af1adeb069e" providerId="ADAL" clId="{9C72D551-62FB-5E3D-901C-9F32929520A9}" dt="2026-07-05T10:31:50.538" v="583"/>
          <ac:spMkLst>
            <pc:docMk/>
            <pc:sldMk cId="0" sldId="323"/>
            <ac:spMk id="3" creationId="{00000000-0000-0000-0000-000000000000}"/>
          </ac:spMkLst>
        </pc:spChg>
      </pc:sldChg>
      <pc:sldChg chg="modSp del">
        <pc:chgData name="Yuriy Zabolotnyuk" userId="5293f801-6ede-4669-8a17-9af1adeb069e" providerId="ADAL" clId="{9C72D551-62FB-5E3D-901C-9F32929520A9}" dt="2026-07-05T12:31:28.311" v="1227" actId="2696"/>
        <pc:sldMkLst>
          <pc:docMk/>
          <pc:sldMk cId="0" sldId="324"/>
        </pc:sldMkLst>
        <pc:spChg chg="mod">
          <ac:chgData name="Yuriy Zabolotnyuk" userId="5293f801-6ede-4669-8a17-9af1adeb069e" providerId="ADAL" clId="{9C72D551-62FB-5E3D-901C-9F32929520A9}" dt="2026-07-05T10:31:50.538" v="583"/>
          <ac:spMkLst>
            <pc:docMk/>
            <pc:sldMk cId="0" sldId="324"/>
            <ac:spMk id="2" creationId="{00000000-0000-0000-0000-000000000000}"/>
          </ac:spMkLst>
        </pc:spChg>
        <pc:spChg chg="mod">
          <ac:chgData name="Yuriy Zabolotnyuk" userId="5293f801-6ede-4669-8a17-9af1adeb069e" providerId="ADAL" clId="{9C72D551-62FB-5E3D-901C-9F32929520A9}" dt="2026-07-05T10:31:50.538" v="583"/>
          <ac:spMkLst>
            <pc:docMk/>
            <pc:sldMk cId="0" sldId="324"/>
            <ac:spMk id="3" creationId="{00000000-0000-0000-0000-000000000000}"/>
          </ac:spMkLst>
        </pc:spChg>
      </pc:sldChg>
      <pc:sldChg chg="modSp del">
        <pc:chgData name="Yuriy Zabolotnyuk" userId="5293f801-6ede-4669-8a17-9af1adeb069e" providerId="ADAL" clId="{9C72D551-62FB-5E3D-901C-9F32929520A9}" dt="2026-07-05T12:31:28.306" v="1219" actId="2696"/>
        <pc:sldMkLst>
          <pc:docMk/>
          <pc:sldMk cId="0" sldId="325"/>
        </pc:sldMkLst>
        <pc:spChg chg="mod">
          <ac:chgData name="Yuriy Zabolotnyuk" userId="5293f801-6ede-4669-8a17-9af1adeb069e" providerId="ADAL" clId="{9C72D551-62FB-5E3D-901C-9F32929520A9}" dt="2026-07-05T10:31:50.538" v="583"/>
          <ac:spMkLst>
            <pc:docMk/>
            <pc:sldMk cId="0" sldId="325"/>
            <ac:spMk id="2" creationId="{00000000-0000-0000-0000-000000000000}"/>
          </ac:spMkLst>
        </pc:spChg>
        <pc:spChg chg="mod">
          <ac:chgData name="Yuriy Zabolotnyuk" userId="5293f801-6ede-4669-8a17-9af1adeb069e" providerId="ADAL" clId="{9C72D551-62FB-5E3D-901C-9F32929520A9}" dt="2026-07-05T10:31:50.538" v="583"/>
          <ac:spMkLst>
            <pc:docMk/>
            <pc:sldMk cId="0" sldId="325"/>
            <ac:spMk id="3" creationId="{00000000-0000-0000-0000-000000000000}"/>
          </ac:spMkLst>
        </pc:spChg>
      </pc:sldChg>
      <pc:sldChg chg="modSp del">
        <pc:chgData name="Yuriy Zabolotnyuk" userId="5293f801-6ede-4669-8a17-9af1adeb069e" providerId="ADAL" clId="{9C72D551-62FB-5E3D-901C-9F32929520A9}" dt="2026-07-05T12:31:28.297" v="1206" actId="2696"/>
        <pc:sldMkLst>
          <pc:docMk/>
          <pc:sldMk cId="0" sldId="326"/>
        </pc:sldMkLst>
        <pc:spChg chg="mod">
          <ac:chgData name="Yuriy Zabolotnyuk" userId="5293f801-6ede-4669-8a17-9af1adeb069e" providerId="ADAL" clId="{9C72D551-62FB-5E3D-901C-9F32929520A9}" dt="2026-07-05T10:31:50.538" v="583"/>
          <ac:spMkLst>
            <pc:docMk/>
            <pc:sldMk cId="0" sldId="326"/>
            <ac:spMk id="2" creationId="{00000000-0000-0000-0000-000000000000}"/>
          </ac:spMkLst>
        </pc:spChg>
        <pc:spChg chg="mod">
          <ac:chgData name="Yuriy Zabolotnyuk" userId="5293f801-6ede-4669-8a17-9af1adeb069e" providerId="ADAL" clId="{9C72D551-62FB-5E3D-901C-9F32929520A9}" dt="2026-07-05T10:31:50.538" v="583"/>
          <ac:spMkLst>
            <pc:docMk/>
            <pc:sldMk cId="0" sldId="326"/>
            <ac:spMk id="3" creationId="{00000000-0000-0000-0000-000000000000}"/>
          </ac:spMkLst>
        </pc:spChg>
      </pc:sldChg>
      <pc:sldChg chg="modSp del">
        <pc:chgData name="Yuriy Zabolotnyuk" userId="5293f801-6ede-4669-8a17-9af1adeb069e" providerId="ADAL" clId="{9C72D551-62FB-5E3D-901C-9F32929520A9}" dt="2026-07-05T12:31:28.306" v="1220" actId="2696"/>
        <pc:sldMkLst>
          <pc:docMk/>
          <pc:sldMk cId="0" sldId="327"/>
        </pc:sldMkLst>
        <pc:spChg chg="mod">
          <ac:chgData name="Yuriy Zabolotnyuk" userId="5293f801-6ede-4669-8a17-9af1adeb069e" providerId="ADAL" clId="{9C72D551-62FB-5E3D-901C-9F32929520A9}" dt="2026-07-05T10:31:50.538" v="583"/>
          <ac:spMkLst>
            <pc:docMk/>
            <pc:sldMk cId="0" sldId="327"/>
            <ac:spMk id="2" creationId="{00000000-0000-0000-0000-000000000000}"/>
          </ac:spMkLst>
        </pc:spChg>
        <pc:spChg chg="mod">
          <ac:chgData name="Yuriy Zabolotnyuk" userId="5293f801-6ede-4669-8a17-9af1adeb069e" providerId="ADAL" clId="{9C72D551-62FB-5E3D-901C-9F32929520A9}" dt="2026-07-05T10:31:50.538" v="583"/>
          <ac:spMkLst>
            <pc:docMk/>
            <pc:sldMk cId="0" sldId="327"/>
            <ac:spMk id="3" creationId="{00000000-0000-0000-0000-000000000000}"/>
          </ac:spMkLst>
        </pc:spChg>
      </pc:sldChg>
      <pc:sldChg chg="modSp del">
        <pc:chgData name="Yuriy Zabolotnyuk" userId="5293f801-6ede-4669-8a17-9af1adeb069e" providerId="ADAL" clId="{9C72D551-62FB-5E3D-901C-9F32929520A9}" dt="2026-07-05T12:31:28.301" v="1212" actId="2696"/>
        <pc:sldMkLst>
          <pc:docMk/>
          <pc:sldMk cId="0" sldId="328"/>
        </pc:sldMkLst>
        <pc:spChg chg="mod">
          <ac:chgData name="Yuriy Zabolotnyuk" userId="5293f801-6ede-4669-8a17-9af1adeb069e" providerId="ADAL" clId="{9C72D551-62FB-5E3D-901C-9F32929520A9}" dt="2026-07-05T10:31:50.538" v="583"/>
          <ac:spMkLst>
            <pc:docMk/>
            <pc:sldMk cId="0" sldId="328"/>
            <ac:spMk id="2" creationId="{00000000-0000-0000-0000-000000000000}"/>
          </ac:spMkLst>
        </pc:spChg>
        <pc:spChg chg="mod">
          <ac:chgData name="Yuriy Zabolotnyuk" userId="5293f801-6ede-4669-8a17-9af1adeb069e" providerId="ADAL" clId="{9C72D551-62FB-5E3D-901C-9F32929520A9}" dt="2026-07-05T10:31:50.538" v="583"/>
          <ac:spMkLst>
            <pc:docMk/>
            <pc:sldMk cId="0" sldId="328"/>
            <ac:spMk id="3" creationId="{00000000-0000-0000-0000-000000000000}"/>
          </ac:spMkLst>
        </pc:spChg>
      </pc:sldChg>
      <pc:sldChg chg="modSp del">
        <pc:chgData name="Yuriy Zabolotnyuk" userId="5293f801-6ede-4669-8a17-9af1adeb069e" providerId="ADAL" clId="{9C72D551-62FB-5E3D-901C-9F32929520A9}" dt="2026-07-05T12:31:28.296" v="1205" actId="2696"/>
        <pc:sldMkLst>
          <pc:docMk/>
          <pc:sldMk cId="0" sldId="329"/>
        </pc:sldMkLst>
        <pc:spChg chg="mod">
          <ac:chgData name="Yuriy Zabolotnyuk" userId="5293f801-6ede-4669-8a17-9af1adeb069e" providerId="ADAL" clId="{9C72D551-62FB-5E3D-901C-9F32929520A9}" dt="2026-07-05T10:31:50.538" v="583"/>
          <ac:spMkLst>
            <pc:docMk/>
            <pc:sldMk cId="0" sldId="329"/>
            <ac:spMk id="2" creationId="{00000000-0000-0000-0000-000000000000}"/>
          </ac:spMkLst>
        </pc:spChg>
        <pc:spChg chg="mod">
          <ac:chgData name="Yuriy Zabolotnyuk" userId="5293f801-6ede-4669-8a17-9af1adeb069e" providerId="ADAL" clId="{9C72D551-62FB-5E3D-901C-9F32929520A9}" dt="2026-07-05T10:31:50.538" v="583"/>
          <ac:spMkLst>
            <pc:docMk/>
            <pc:sldMk cId="0" sldId="329"/>
            <ac:spMk id="3" creationId="{00000000-0000-0000-0000-000000000000}"/>
          </ac:spMkLst>
        </pc:spChg>
      </pc:sldChg>
      <pc:sldChg chg="addSp delSp modSp add mod modNotesTx">
        <pc:chgData name="Yuriy Zabolotnyuk" userId="5293f801-6ede-4669-8a17-9af1adeb069e" providerId="ADAL" clId="{9C72D551-62FB-5E3D-901C-9F32929520A9}" dt="2026-07-05T17:33:20.376" v="1632" actId="20577"/>
        <pc:sldMkLst>
          <pc:docMk/>
          <pc:sldMk cId="0" sldId="330"/>
        </pc:sldMkLst>
        <pc:spChg chg="mod">
          <ac:chgData name="Yuriy Zabolotnyuk" userId="5293f801-6ede-4669-8a17-9af1adeb069e" providerId="ADAL" clId="{9C72D551-62FB-5E3D-901C-9F32929520A9}" dt="2026-07-05T10:03:45.121" v="257" actId="122"/>
          <ac:spMkLst>
            <pc:docMk/>
            <pc:sldMk cId="0" sldId="330"/>
            <ac:spMk id="2" creationId="{00000000-0000-0000-0000-000000000000}"/>
          </ac:spMkLst>
        </pc:spChg>
        <pc:spChg chg="add del">
          <ac:chgData name="Yuriy Zabolotnyuk" userId="5293f801-6ede-4669-8a17-9af1adeb069e" providerId="ADAL" clId="{9C72D551-62FB-5E3D-901C-9F32929520A9}" dt="2026-07-05T09:51:24.780" v="123" actId="478"/>
          <ac:spMkLst>
            <pc:docMk/>
            <pc:sldMk cId="0" sldId="330"/>
            <ac:spMk id="3" creationId="{00000000-0000-0000-0000-000000000000}"/>
          </ac:spMkLst>
        </pc:spChg>
        <pc:spChg chg="del mod">
          <ac:chgData name="Yuriy Zabolotnyuk" userId="5293f801-6ede-4669-8a17-9af1adeb069e" providerId="ADAL" clId="{9C72D551-62FB-5E3D-901C-9F32929520A9}" dt="2026-07-05T09:51:32.659" v="126"/>
          <ac:spMkLst>
            <pc:docMk/>
            <pc:sldMk cId="0" sldId="330"/>
            <ac:spMk id="4" creationId="{00000000-0000-0000-0000-000000000000}"/>
          </ac:spMkLst>
        </pc:spChg>
        <pc:spChg chg="mod">
          <ac:chgData name="Yuriy Zabolotnyuk" userId="5293f801-6ede-4669-8a17-9af1adeb069e" providerId="ADAL" clId="{9C72D551-62FB-5E3D-901C-9F32929520A9}" dt="2026-07-05T17:33:20.376" v="1632" actId="20577"/>
          <ac:spMkLst>
            <pc:docMk/>
            <pc:sldMk cId="0" sldId="330"/>
            <ac:spMk id="5" creationId="{00000000-0000-0000-0000-000000000000}"/>
          </ac:spMkLst>
        </pc:spChg>
        <pc:spChg chg="del">
          <ac:chgData name="Yuriy Zabolotnyuk" userId="5293f801-6ede-4669-8a17-9af1adeb069e" providerId="ADAL" clId="{9C72D551-62FB-5E3D-901C-9F32929520A9}" dt="2026-07-05T09:50:51.958" v="112" actId="478"/>
          <ac:spMkLst>
            <pc:docMk/>
            <pc:sldMk cId="0" sldId="330"/>
            <ac:spMk id="6" creationId="{00000000-0000-0000-0000-000000000000}"/>
          </ac:spMkLst>
        </pc:spChg>
        <pc:spChg chg="del">
          <ac:chgData name="Yuriy Zabolotnyuk" userId="5293f801-6ede-4669-8a17-9af1adeb069e" providerId="ADAL" clId="{9C72D551-62FB-5E3D-901C-9F32929520A9}" dt="2026-07-05T09:50:55.856" v="113" actId="478"/>
          <ac:spMkLst>
            <pc:docMk/>
            <pc:sldMk cId="0" sldId="330"/>
            <ac:spMk id="7" creationId="{00000000-0000-0000-0000-000000000000}"/>
          </ac:spMkLst>
        </pc:spChg>
      </pc:sldChg>
      <pc:sldChg chg="delSp modSp add mod">
        <pc:chgData name="Yuriy Zabolotnyuk" userId="5293f801-6ede-4669-8a17-9af1adeb069e" providerId="ADAL" clId="{9C72D551-62FB-5E3D-901C-9F32929520A9}" dt="2026-07-05T17:34:00.483" v="1662" actId="20577"/>
        <pc:sldMkLst>
          <pc:docMk/>
          <pc:sldMk cId="0" sldId="331"/>
        </pc:sldMkLst>
        <pc:spChg chg="mod">
          <ac:chgData name="Yuriy Zabolotnyuk" userId="5293f801-6ede-4669-8a17-9af1adeb069e" providerId="ADAL" clId="{9C72D551-62FB-5E3D-901C-9F32929520A9}" dt="2026-07-05T09:53:43.973" v="164" actId="207"/>
          <ac:spMkLst>
            <pc:docMk/>
            <pc:sldMk cId="0" sldId="331"/>
            <ac:spMk id="2" creationId="{00000000-0000-0000-0000-000000000000}"/>
          </ac:spMkLst>
        </pc:spChg>
        <pc:spChg chg="del mod">
          <ac:chgData name="Yuriy Zabolotnyuk" userId="5293f801-6ede-4669-8a17-9af1adeb069e" providerId="ADAL" clId="{9C72D551-62FB-5E3D-901C-9F32929520A9}" dt="2026-07-05T09:53:01.444" v="156"/>
          <ac:spMkLst>
            <pc:docMk/>
            <pc:sldMk cId="0" sldId="331"/>
            <ac:spMk id="3" creationId="{00000000-0000-0000-0000-000000000000}"/>
          </ac:spMkLst>
        </pc:spChg>
        <pc:spChg chg="mod">
          <ac:chgData name="Yuriy Zabolotnyuk" userId="5293f801-6ede-4669-8a17-9af1adeb069e" providerId="ADAL" clId="{9C72D551-62FB-5E3D-901C-9F32929520A9}" dt="2026-07-05T17:34:00.483" v="1662" actId="20577"/>
          <ac:spMkLst>
            <pc:docMk/>
            <pc:sldMk cId="0" sldId="331"/>
            <ac:spMk id="4" creationId="{00000000-0000-0000-0000-000000000000}"/>
          </ac:spMkLst>
        </pc:spChg>
      </pc:sldChg>
      <pc:sldChg chg="addSp delSp modSp add mod">
        <pc:chgData name="Yuriy Zabolotnyuk" userId="5293f801-6ede-4669-8a17-9af1adeb069e" providerId="ADAL" clId="{9C72D551-62FB-5E3D-901C-9F32929520A9}" dt="2026-07-05T17:34:47.638" v="1665" actId="403"/>
        <pc:sldMkLst>
          <pc:docMk/>
          <pc:sldMk cId="0" sldId="332"/>
        </pc:sldMkLst>
        <pc:spChg chg="mod topLvl">
          <ac:chgData name="Yuriy Zabolotnyuk" userId="5293f801-6ede-4669-8a17-9af1adeb069e" providerId="ADAL" clId="{9C72D551-62FB-5E3D-901C-9F32929520A9}" dt="2026-07-05T17:34:47.638" v="1665" actId="403"/>
          <ac:spMkLst>
            <pc:docMk/>
            <pc:sldMk cId="0" sldId="332"/>
            <ac:spMk id="2" creationId="{00000000-0000-0000-0000-000000000000}"/>
          </ac:spMkLst>
        </pc:spChg>
        <pc:spChg chg="mod topLvl">
          <ac:chgData name="Yuriy Zabolotnyuk" userId="5293f801-6ede-4669-8a17-9af1adeb069e" providerId="ADAL" clId="{9C72D551-62FB-5E3D-901C-9F32929520A9}" dt="2026-07-05T17:34:47.638" v="1665" actId="403"/>
          <ac:spMkLst>
            <pc:docMk/>
            <pc:sldMk cId="0" sldId="332"/>
            <ac:spMk id="3" creationId="{00000000-0000-0000-0000-000000000000}"/>
          </ac:spMkLst>
        </pc:spChg>
        <pc:spChg chg="mod topLvl">
          <ac:chgData name="Yuriy Zabolotnyuk" userId="5293f801-6ede-4669-8a17-9af1adeb069e" providerId="ADAL" clId="{9C72D551-62FB-5E3D-901C-9F32929520A9}" dt="2026-07-05T17:34:47.638" v="1665" actId="403"/>
          <ac:spMkLst>
            <pc:docMk/>
            <pc:sldMk cId="0" sldId="332"/>
            <ac:spMk id="4" creationId="{00000000-0000-0000-0000-000000000000}"/>
          </ac:spMkLst>
        </pc:spChg>
        <pc:spChg chg="mod topLvl">
          <ac:chgData name="Yuriy Zabolotnyuk" userId="5293f801-6ede-4669-8a17-9af1adeb069e" providerId="ADAL" clId="{9C72D551-62FB-5E3D-901C-9F32929520A9}" dt="2026-07-05T17:34:47.638" v="1665" actId="403"/>
          <ac:spMkLst>
            <pc:docMk/>
            <pc:sldMk cId="0" sldId="332"/>
            <ac:spMk id="5" creationId="{00000000-0000-0000-0000-000000000000}"/>
          </ac:spMkLst>
        </pc:spChg>
        <pc:spChg chg="mod topLvl">
          <ac:chgData name="Yuriy Zabolotnyuk" userId="5293f801-6ede-4669-8a17-9af1adeb069e" providerId="ADAL" clId="{9C72D551-62FB-5E3D-901C-9F32929520A9}" dt="2026-07-05T17:34:47.638" v="1665" actId="403"/>
          <ac:spMkLst>
            <pc:docMk/>
            <pc:sldMk cId="0" sldId="332"/>
            <ac:spMk id="6" creationId="{00000000-0000-0000-0000-000000000000}"/>
          </ac:spMkLst>
        </pc:spChg>
        <pc:spChg chg="mod topLvl">
          <ac:chgData name="Yuriy Zabolotnyuk" userId="5293f801-6ede-4669-8a17-9af1adeb069e" providerId="ADAL" clId="{9C72D551-62FB-5E3D-901C-9F32929520A9}" dt="2026-07-05T17:34:47.638" v="1665" actId="403"/>
          <ac:spMkLst>
            <pc:docMk/>
            <pc:sldMk cId="0" sldId="332"/>
            <ac:spMk id="7" creationId="{00000000-0000-0000-0000-000000000000}"/>
          </ac:spMkLst>
        </pc:spChg>
        <pc:spChg chg="mod topLvl">
          <ac:chgData name="Yuriy Zabolotnyuk" userId="5293f801-6ede-4669-8a17-9af1adeb069e" providerId="ADAL" clId="{9C72D551-62FB-5E3D-901C-9F32929520A9}" dt="2026-07-05T17:34:47.638" v="1665" actId="403"/>
          <ac:spMkLst>
            <pc:docMk/>
            <pc:sldMk cId="0" sldId="332"/>
            <ac:spMk id="8" creationId="{00000000-0000-0000-0000-000000000000}"/>
          </ac:spMkLst>
        </pc:spChg>
        <pc:spChg chg="mod topLvl">
          <ac:chgData name="Yuriy Zabolotnyuk" userId="5293f801-6ede-4669-8a17-9af1adeb069e" providerId="ADAL" clId="{9C72D551-62FB-5E3D-901C-9F32929520A9}" dt="2026-07-05T17:34:47.638" v="1665" actId="403"/>
          <ac:spMkLst>
            <pc:docMk/>
            <pc:sldMk cId="0" sldId="332"/>
            <ac:spMk id="9" creationId="{00000000-0000-0000-0000-000000000000}"/>
          </ac:spMkLst>
        </pc:spChg>
        <pc:spChg chg="mod topLvl">
          <ac:chgData name="Yuriy Zabolotnyuk" userId="5293f801-6ede-4669-8a17-9af1adeb069e" providerId="ADAL" clId="{9C72D551-62FB-5E3D-901C-9F32929520A9}" dt="2026-07-05T17:34:47.638" v="1665" actId="403"/>
          <ac:spMkLst>
            <pc:docMk/>
            <pc:sldMk cId="0" sldId="332"/>
            <ac:spMk id="10" creationId="{00000000-0000-0000-0000-000000000000}"/>
          </ac:spMkLst>
        </pc:spChg>
        <pc:spChg chg="mod topLvl">
          <ac:chgData name="Yuriy Zabolotnyuk" userId="5293f801-6ede-4669-8a17-9af1adeb069e" providerId="ADAL" clId="{9C72D551-62FB-5E3D-901C-9F32929520A9}" dt="2026-07-05T09:56:46.132" v="224" actId="403"/>
          <ac:spMkLst>
            <pc:docMk/>
            <pc:sldMk cId="0" sldId="332"/>
            <ac:spMk id="11" creationId="{00000000-0000-0000-0000-000000000000}"/>
          </ac:spMkLst>
        </pc:spChg>
        <pc:spChg chg="mod topLvl">
          <ac:chgData name="Yuriy Zabolotnyuk" userId="5293f801-6ede-4669-8a17-9af1adeb069e" providerId="ADAL" clId="{9C72D551-62FB-5E3D-901C-9F32929520A9}" dt="2026-07-05T17:34:47.638" v="1665" actId="403"/>
          <ac:spMkLst>
            <pc:docMk/>
            <pc:sldMk cId="0" sldId="332"/>
            <ac:spMk id="12" creationId="{00000000-0000-0000-0000-000000000000}"/>
          </ac:spMkLst>
        </pc:spChg>
        <pc:spChg chg="mod topLvl">
          <ac:chgData name="Yuriy Zabolotnyuk" userId="5293f801-6ede-4669-8a17-9af1adeb069e" providerId="ADAL" clId="{9C72D551-62FB-5E3D-901C-9F32929520A9}" dt="2026-07-05T09:56:34.768" v="222" actId="403"/>
          <ac:spMkLst>
            <pc:docMk/>
            <pc:sldMk cId="0" sldId="332"/>
            <ac:spMk id="13" creationId="{00000000-0000-0000-0000-000000000000}"/>
          </ac:spMkLst>
        </pc:spChg>
        <pc:spChg chg="mod topLvl">
          <ac:chgData name="Yuriy Zabolotnyuk" userId="5293f801-6ede-4669-8a17-9af1adeb069e" providerId="ADAL" clId="{9C72D551-62FB-5E3D-901C-9F32929520A9}" dt="2026-07-05T09:56:49.538" v="225" actId="403"/>
          <ac:spMkLst>
            <pc:docMk/>
            <pc:sldMk cId="0" sldId="332"/>
            <ac:spMk id="14" creationId="{00000000-0000-0000-0000-000000000000}"/>
          </ac:spMkLst>
        </pc:spChg>
        <pc:grpChg chg="add mod">
          <ac:chgData name="Yuriy Zabolotnyuk" userId="5293f801-6ede-4669-8a17-9af1adeb069e" providerId="ADAL" clId="{9C72D551-62FB-5E3D-901C-9F32929520A9}" dt="2026-07-05T09:55:10.583" v="187" actId="1035"/>
          <ac:grpSpMkLst>
            <pc:docMk/>
            <pc:sldMk cId="0" sldId="332"/>
            <ac:grpSpMk id="15" creationId="{EBDC0B9D-D33F-3CB7-D8D1-55DC2FF569E6}"/>
          </ac:grpSpMkLst>
        </pc:grpChg>
        <pc:grpChg chg="add del mod">
          <ac:chgData name="Yuriy Zabolotnyuk" userId="5293f801-6ede-4669-8a17-9af1adeb069e" providerId="ADAL" clId="{9C72D551-62FB-5E3D-901C-9F32929520A9}" dt="2026-07-05T09:55:40.300" v="195" actId="14100"/>
          <ac:grpSpMkLst>
            <pc:docMk/>
            <pc:sldMk cId="0" sldId="332"/>
            <ac:grpSpMk id="16" creationId="{A865DCDF-A6E8-6F66-90BD-EC79648191CA}"/>
          </ac:grpSpMkLst>
        </pc:grpChg>
        <pc:grpChg chg="add mod">
          <ac:chgData name="Yuriy Zabolotnyuk" userId="5293f801-6ede-4669-8a17-9af1adeb069e" providerId="ADAL" clId="{9C72D551-62FB-5E3D-901C-9F32929520A9}" dt="2026-07-05T09:55:59.494" v="199" actId="14100"/>
          <ac:grpSpMkLst>
            <pc:docMk/>
            <pc:sldMk cId="0" sldId="332"/>
            <ac:grpSpMk id="17" creationId="{11237214-B855-5D4B-5442-DFC04B40DCC0}"/>
          </ac:grpSpMkLst>
        </pc:grpChg>
      </pc:sldChg>
      <pc:sldChg chg="add del">
        <pc:chgData name="Yuriy Zabolotnyuk" userId="5293f801-6ede-4669-8a17-9af1adeb069e" providerId="ADAL" clId="{9C72D551-62FB-5E3D-901C-9F32929520A9}" dt="2026-07-05T10:01:19.984" v="250" actId="2696"/>
        <pc:sldMkLst>
          <pc:docMk/>
          <pc:sldMk cId="0" sldId="333"/>
        </pc:sldMkLst>
      </pc:sldChg>
      <pc:sldChg chg="add del">
        <pc:chgData name="Yuriy Zabolotnyuk" userId="5293f801-6ede-4669-8a17-9af1adeb069e" providerId="ADAL" clId="{9C72D551-62FB-5E3D-901C-9F32929520A9}" dt="2026-07-05T17:05:35.780" v="1271" actId="2696"/>
        <pc:sldMkLst>
          <pc:docMk/>
          <pc:sldMk cId="0" sldId="334"/>
        </pc:sldMkLst>
      </pc:sldChg>
      <pc:sldChg chg="modSp add del mod">
        <pc:chgData name="Yuriy Zabolotnyuk" userId="5293f801-6ede-4669-8a17-9af1adeb069e" providerId="ADAL" clId="{9C72D551-62FB-5E3D-901C-9F32929520A9}" dt="2026-07-05T11:58:29.468" v="830" actId="2696"/>
        <pc:sldMkLst>
          <pc:docMk/>
          <pc:sldMk cId="0" sldId="335"/>
        </pc:sldMkLst>
        <pc:spChg chg="mod">
          <ac:chgData name="Yuriy Zabolotnyuk" userId="5293f801-6ede-4669-8a17-9af1adeb069e" providerId="ADAL" clId="{9C72D551-62FB-5E3D-901C-9F32929520A9}" dt="2026-07-05T10:01:37.460" v="252" actId="1076"/>
          <ac:spMkLst>
            <pc:docMk/>
            <pc:sldMk cId="0" sldId="335"/>
            <ac:spMk id="2" creationId="{00000000-0000-0000-0000-000000000000}"/>
          </ac:spMkLst>
        </pc:spChg>
      </pc:sldChg>
      <pc:sldChg chg="add del">
        <pc:chgData name="Yuriy Zabolotnyuk" userId="5293f801-6ede-4669-8a17-9af1adeb069e" providerId="ADAL" clId="{9C72D551-62FB-5E3D-901C-9F32929520A9}" dt="2026-07-05T12:00:00.125" v="844" actId="2696"/>
        <pc:sldMkLst>
          <pc:docMk/>
          <pc:sldMk cId="0" sldId="336"/>
        </pc:sldMkLst>
      </pc:sldChg>
      <pc:sldChg chg="add del">
        <pc:chgData name="Yuriy Zabolotnyuk" userId="5293f801-6ede-4669-8a17-9af1adeb069e" providerId="ADAL" clId="{9C72D551-62FB-5E3D-901C-9F32929520A9}" dt="2026-07-05T12:05:47.880" v="1001" actId="2696"/>
        <pc:sldMkLst>
          <pc:docMk/>
          <pc:sldMk cId="0" sldId="337"/>
        </pc:sldMkLst>
      </pc:sldChg>
      <pc:sldChg chg="modSp add mod">
        <pc:chgData name="Yuriy Zabolotnyuk" userId="5293f801-6ede-4669-8a17-9af1adeb069e" providerId="ADAL" clId="{9C72D551-62FB-5E3D-901C-9F32929520A9}" dt="2026-07-05T17:05:15.245" v="1270" actId="404"/>
        <pc:sldMkLst>
          <pc:docMk/>
          <pc:sldMk cId="3020979887" sldId="338"/>
        </pc:sldMkLst>
        <pc:spChg chg="mod">
          <ac:chgData name="Yuriy Zabolotnyuk" userId="5293f801-6ede-4669-8a17-9af1adeb069e" providerId="ADAL" clId="{9C72D551-62FB-5E3D-901C-9F32929520A9}" dt="2026-07-05T09:59:30.834" v="234" actId="207"/>
          <ac:spMkLst>
            <pc:docMk/>
            <pc:sldMk cId="3020979887" sldId="338"/>
            <ac:spMk id="2" creationId="{AB525A86-0D43-532C-9254-1B7D4D34A741}"/>
          </ac:spMkLst>
        </pc:spChg>
        <pc:spChg chg="mod">
          <ac:chgData name="Yuriy Zabolotnyuk" userId="5293f801-6ede-4669-8a17-9af1adeb069e" providerId="ADAL" clId="{9C72D551-62FB-5E3D-901C-9F32929520A9}" dt="2026-07-05T17:05:15.245" v="1270" actId="404"/>
          <ac:spMkLst>
            <pc:docMk/>
            <pc:sldMk cId="3020979887" sldId="338"/>
            <ac:spMk id="4" creationId="{FECDF4B8-835E-47D2-99DF-4FC289F19401}"/>
          </ac:spMkLst>
        </pc:spChg>
      </pc:sldChg>
      <pc:sldChg chg="modSp add mod">
        <pc:chgData name="Yuriy Zabolotnyuk" userId="5293f801-6ede-4669-8a17-9af1adeb069e" providerId="ADAL" clId="{9C72D551-62FB-5E3D-901C-9F32929520A9}" dt="2026-07-05T17:35:29.708" v="1666" actId="404"/>
        <pc:sldMkLst>
          <pc:docMk/>
          <pc:sldMk cId="859803229" sldId="339"/>
        </pc:sldMkLst>
        <pc:spChg chg="mod">
          <ac:chgData name="Yuriy Zabolotnyuk" userId="5293f801-6ede-4669-8a17-9af1adeb069e" providerId="ADAL" clId="{9C72D551-62FB-5E3D-901C-9F32929520A9}" dt="2026-07-05T11:57:02.672" v="795" actId="20577"/>
          <ac:spMkLst>
            <pc:docMk/>
            <pc:sldMk cId="859803229" sldId="339"/>
            <ac:spMk id="2" creationId="{B7BC30E4-90D9-C0F1-09AC-BFA5986BAD7D}"/>
          </ac:spMkLst>
        </pc:spChg>
        <pc:spChg chg="mod">
          <ac:chgData name="Yuriy Zabolotnyuk" userId="5293f801-6ede-4669-8a17-9af1adeb069e" providerId="ADAL" clId="{9C72D551-62FB-5E3D-901C-9F32929520A9}" dt="2026-07-05T17:35:29.708" v="1666" actId="404"/>
          <ac:spMkLst>
            <pc:docMk/>
            <pc:sldMk cId="859803229" sldId="339"/>
            <ac:spMk id="4" creationId="{F61EC1B8-5D19-5661-4158-D8CE937CB0DB}"/>
          </ac:spMkLst>
        </pc:spChg>
      </pc:sldChg>
      <pc:sldChg chg="modSp add mod modNotesTx">
        <pc:chgData name="Yuriy Zabolotnyuk" userId="5293f801-6ede-4669-8a17-9af1adeb069e" providerId="ADAL" clId="{9C72D551-62FB-5E3D-901C-9F32929520A9}" dt="2026-07-05T17:34:26.516" v="1664" actId="20577"/>
        <pc:sldMkLst>
          <pc:docMk/>
          <pc:sldMk cId="3347736136" sldId="340"/>
        </pc:sldMkLst>
        <pc:spChg chg="mod">
          <ac:chgData name="Yuriy Zabolotnyuk" userId="5293f801-6ede-4669-8a17-9af1adeb069e" providerId="ADAL" clId="{9C72D551-62FB-5E3D-901C-9F32929520A9}" dt="2026-07-05T10:27:14.885" v="560" actId="20577"/>
          <ac:spMkLst>
            <pc:docMk/>
            <pc:sldMk cId="3347736136" sldId="340"/>
            <ac:spMk id="2" creationId="{0810103E-C19E-426C-1A1A-B203D59C6E8C}"/>
          </ac:spMkLst>
        </pc:spChg>
        <pc:spChg chg="mod">
          <ac:chgData name="Yuriy Zabolotnyuk" userId="5293f801-6ede-4669-8a17-9af1adeb069e" providerId="ADAL" clId="{9C72D551-62FB-5E3D-901C-9F32929520A9}" dt="2026-07-05T10:26:47.135" v="553" actId="20577"/>
          <ac:spMkLst>
            <pc:docMk/>
            <pc:sldMk cId="3347736136" sldId="340"/>
            <ac:spMk id="3" creationId="{6C16E63D-F5F4-F8B7-30A0-306EE1C7F756}"/>
          </ac:spMkLst>
        </pc:spChg>
        <pc:graphicFrameChg chg="modGraphic">
          <ac:chgData name="Yuriy Zabolotnyuk" userId="5293f801-6ede-4669-8a17-9af1adeb069e" providerId="ADAL" clId="{9C72D551-62FB-5E3D-901C-9F32929520A9}" dt="2026-07-05T17:34:26.516" v="1664" actId="20577"/>
          <ac:graphicFrameMkLst>
            <pc:docMk/>
            <pc:sldMk cId="3347736136" sldId="340"/>
            <ac:graphicFrameMk id="6" creationId="{46D4E47C-0EC8-D9DE-0CDB-74AE65D37099}"/>
          </ac:graphicFrameMkLst>
        </pc:graphicFrameChg>
      </pc:sldChg>
      <pc:sldChg chg="addSp delSp modSp add mod">
        <pc:chgData name="Yuriy Zabolotnyuk" userId="5293f801-6ede-4669-8a17-9af1adeb069e" providerId="ADAL" clId="{9C72D551-62FB-5E3D-901C-9F32929520A9}" dt="2026-07-05T10:35:17.732" v="674" actId="1076"/>
        <pc:sldMkLst>
          <pc:docMk/>
          <pc:sldMk cId="1362102091" sldId="341"/>
        </pc:sldMkLst>
        <pc:spChg chg="mod">
          <ac:chgData name="Yuriy Zabolotnyuk" userId="5293f801-6ede-4669-8a17-9af1adeb069e" providerId="ADAL" clId="{9C72D551-62FB-5E3D-901C-9F32929520A9}" dt="2026-07-05T10:35:04.339" v="669" actId="20577"/>
          <ac:spMkLst>
            <pc:docMk/>
            <pc:sldMk cId="1362102091" sldId="341"/>
            <ac:spMk id="2" creationId="{F1FF3074-ED7D-77DC-A453-0085D6B11CCB}"/>
          </ac:spMkLst>
        </pc:spChg>
        <pc:spChg chg="del">
          <ac:chgData name="Yuriy Zabolotnyuk" userId="5293f801-6ede-4669-8a17-9af1adeb069e" providerId="ADAL" clId="{9C72D551-62FB-5E3D-901C-9F32929520A9}" dt="2026-07-05T10:35:10.589" v="671" actId="478"/>
          <ac:spMkLst>
            <pc:docMk/>
            <pc:sldMk cId="1362102091" sldId="341"/>
            <ac:spMk id="3" creationId="{017E0E1B-C7E8-4FFB-1E56-B4C54CD9164E}"/>
          </ac:spMkLst>
        </pc:spChg>
        <pc:spChg chg="add del mod">
          <ac:chgData name="Yuriy Zabolotnyuk" userId="5293f801-6ede-4669-8a17-9af1adeb069e" providerId="ADAL" clId="{9C72D551-62FB-5E3D-901C-9F32929520A9}" dt="2026-07-05T10:35:13.691" v="673" actId="478"/>
          <ac:spMkLst>
            <pc:docMk/>
            <pc:sldMk cId="1362102091" sldId="341"/>
            <ac:spMk id="6" creationId="{9D167F95-2303-AFCE-483B-C3698D80267B}"/>
          </ac:spMkLst>
        </pc:spChg>
        <pc:graphicFrameChg chg="del">
          <ac:chgData name="Yuriy Zabolotnyuk" userId="5293f801-6ede-4669-8a17-9af1adeb069e" providerId="ADAL" clId="{9C72D551-62FB-5E3D-901C-9F32929520A9}" dt="2026-07-05T10:34:35.617" v="650" actId="478"/>
          <ac:graphicFrameMkLst>
            <pc:docMk/>
            <pc:sldMk cId="1362102091" sldId="341"/>
            <ac:graphicFrameMk id="8" creationId="{B836CC0C-F36B-DE8B-FC19-5FE9C69BA9C4}"/>
          </ac:graphicFrameMkLst>
        </pc:graphicFrameChg>
        <pc:picChg chg="add mod">
          <ac:chgData name="Yuriy Zabolotnyuk" userId="5293f801-6ede-4669-8a17-9af1adeb069e" providerId="ADAL" clId="{9C72D551-62FB-5E3D-901C-9F32929520A9}" dt="2026-07-05T10:35:17.732" v="674" actId="1076"/>
          <ac:picMkLst>
            <pc:docMk/>
            <pc:sldMk cId="1362102091" sldId="341"/>
            <ac:picMk id="4" creationId="{13C63966-8217-F54C-72D5-F347DB53E84C}"/>
          </ac:picMkLst>
        </pc:picChg>
        <pc:picChg chg="del">
          <ac:chgData name="Yuriy Zabolotnyuk" userId="5293f801-6ede-4669-8a17-9af1adeb069e" providerId="ADAL" clId="{9C72D551-62FB-5E3D-901C-9F32929520A9}" dt="2026-07-05T10:34:37.213" v="651" actId="478"/>
          <ac:picMkLst>
            <pc:docMk/>
            <pc:sldMk cId="1362102091" sldId="341"/>
            <ac:picMk id="9" creationId="{11F42986-B9A6-649A-0024-5FB58AC69AD8}"/>
          </ac:picMkLst>
        </pc:picChg>
      </pc:sldChg>
      <pc:sldChg chg="addSp delSp modSp add mod">
        <pc:chgData name="Yuriy Zabolotnyuk" userId="5293f801-6ede-4669-8a17-9af1adeb069e" providerId="ADAL" clId="{9C72D551-62FB-5E3D-901C-9F32929520A9}" dt="2026-07-05T10:41:32.193" v="729" actId="1076"/>
        <pc:sldMkLst>
          <pc:docMk/>
          <pc:sldMk cId="4237949240" sldId="342"/>
        </pc:sldMkLst>
        <pc:spChg chg="mod">
          <ac:chgData name="Yuriy Zabolotnyuk" userId="5293f801-6ede-4669-8a17-9af1adeb069e" providerId="ADAL" clId="{9C72D551-62FB-5E3D-901C-9F32929520A9}" dt="2026-07-05T10:39:47.849" v="719" actId="20577"/>
          <ac:spMkLst>
            <pc:docMk/>
            <pc:sldMk cId="4237949240" sldId="342"/>
            <ac:spMk id="2" creationId="{00291638-E443-A2F9-45D1-088F190F341E}"/>
          </ac:spMkLst>
        </pc:spChg>
        <pc:picChg chg="add del mod">
          <ac:chgData name="Yuriy Zabolotnyuk" userId="5293f801-6ede-4669-8a17-9af1adeb069e" providerId="ADAL" clId="{9C72D551-62FB-5E3D-901C-9F32929520A9}" dt="2026-07-05T10:41:18.783" v="725" actId="478"/>
          <ac:picMkLst>
            <pc:docMk/>
            <pc:sldMk cId="4237949240" sldId="342"/>
            <ac:picMk id="3" creationId="{AA8B4C60-268F-9003-E752-0553E640F324}"/>
          </ac:picMkLst>
        </pc:picChg>
        <pc:picChg chg="del">
          <ac:chgData name="Yuriy Zabolotnyuk" userId="5293f801-6ede-4669-8a17-9af1adeb069e" providerId="ADAL" clId="{9C72D551-62FB-5E3D-901C-9F32929520A9}" dt="2026-07-05T10:39:48.861" v="720" actId="478"/>
          <ac:picMkLst>
            <pc:docMk/>
            <pc:sldMk cId="4237949240" sldId="342"/>
            <ac:picMk id="4" creationId="{217E8489-C81C-2469-5C74-B60F70F41962}"/>
          </ac:picMkLst>
        </pc:picChg>
        <pc:picChg chg="add mod">
          <ac:chgData name="Yuriy Zabolotnyuk" userId="5293f801-6ede-4669-8a17-9af1adeb069e" providerId="ADAL" clId="{9C72D551-62FB-5E3D-901C-9F32929520A9}" dt="2026-07-05T10:41:32.193" v="729" actId="1076"/>
          <ac:picMkLst>
            <pc:docMk/>
            <pc:sldMk cId="4237949240" sldId="342"/>
            <ac:picMk id="5" creationId="{71A94FB8-4A13-4E09-0DFD-58E820737BA0}"/>
          </ac:picMkLst>
        </pc:picChg>
      </pc:sldChg>
      <pc:sldChg chg="addSp delSp modSp add mod">
        <pc:chgData name="Yuriy Zabolotnyuk" userId="5293f801-6ede-4669-8a17-9af1adeb069e" providerId="ADAL" clId="{9C72D551-62FB-5E3D-901C-9F32929520A9}" dt="2026-07-05T17:04:50.866" v="1266" actId="1076"/>
        <pc:sldMkLst>
          <pc:docMk/>
          <pc:sldMk cId="1187073650" sldId="343"/>
        </pc:sldMkLst>
        <pc:spChg chg="mod">
          <ac:chgData name="Yuriy Zabolotnyuk" userId="5293f801-6ede-4669-8a17-9af1adeb069e" providerId="ADAL" clId="{9C72D551-62FB-5E3D-901C-9F32929520A9}" dt="2026-07-05T11:50:57.007" v="743" actId="20577"/>
          <ac:spMkLst>
            <pc:docMk/>
            <pc:sldMk cId="1187073650" sldId="343"/>
            <ac:spMk id="2" creationId="{CBB81700-94A5-DEE9-1215-A4D926C5DA2C}"/>
          </ac:spMkLst>
        </pc:spChg>
        <pc:picChg chg="add mod">
          <ac:chgData name="Yuriy Zabolotnyuk" userId="5293f801-6ede-4669-8a17-9af1adeb069e" providerId="ADAL" clId="{9C72D551-62FB-5E3D-901C-9F32929520A9}" dt="2026-07-05T17:04:50.866" v="1266" actId="1076"/>
          <ac:picMkLst>
            <pc:docMk/>
            <pc:sldMk cId="1187073650" sldId="343"/>
            <ac:picMk id="3" creationId="{8EF003E0-2CAF-BAD1-6FD1-0899AD864109}"/>
          </ac:picMkLst>
        </pc:picChg>
        <pc:picChg chg="del">
          <ac:chgData name="Yuriy Zabolotnyuk" userId="5293f801-6ede-4669-8a17-9af1adeb069e" providerId="ADAL" clId="{9C72D551-62FB-5E3D-901C-9F32929520A9}" dt="2026-07-05T11:50:42.791" v="732" actId="478"/>
          <ac:picMkLst>
            <pc:docMk/>
            <pc:sldMk cId="1187073650" sldId="343"/>
            <ac:picMk id="5" creationId="{FB0FFFC8-69AF-5D86-D584-77C81F83119F}"/>
          </ac:picMkLst>
        </pc:picChg>
      </pc:sldChg>
      <pc:sldChg chg="add del">
        <pc:chgData name="Yuriy Zabolotnyuk" userId="5293f801-6ede-4669-8a17-9af1adeb069e" providerId="ADAL" clId="{9C72D551-62FB-5E3D-901C-9F32929520A9}" dt="2026-07-05T10:39:52.144" v="722"/>
        <pc:sldMkLst>
          <pc:docMk/>
          <pc:sldMk cId="3395093857" sldId="343"/>
        </pc:sldMkLst>
      </pc:sldChg>
      <pc:sldChg chg="modSp add mod">
        <pc:chgData name="Yuriy Zabolotnyuk" userId="5293f801-6ede-4669-8a17-9af1adeb069e" providerId="ADAL" clId="{9C72D551-62FB-5E3D-901C-9F32929520A9}" dt="2026-07-05T17:35:33.549" v="1667" actId="404"/>
        <pc:sldMkLst>
          <pc:docMk/>
          <pc:sldMk cId="3745868609" sldId="344"/>
        </pc:sldMkLst>
        <pc:spChg chg="mod">
          <ac:chgData name="Yuriy Zabolotnyuk" userId="5293f801-6ede-4669-8a17-9af1adeb069e" providerId="ADAL" clId="{9C72D551-62FB-5E3D-901C-9F32929520A9}" dt="2026-07-05T11:58:49.525" v="835" actId="207"/>
          <ac:spMkLst>
            <pc:docMk/>
            <pc:sldMk cId="3745868609" sldId="344"/>
            <ac:spMk id="2" creationId="{947117D9-2FD1-BC2E-AC0B-D61314AC7538}"/>
          </ac:spMkLst>
        </pc:spChg>
        <pc:spChg chg="mod">
          <ac:chgData name="Yuriy Zabolotnyuk" userId="5293f801-6ede-4669-8a17-9af1adeb069e" providerId="ADAL" clId="{9C72D551-62FB-5E3D-901C-9F32929520A9}" dt="2026-07-05T17:35:33.549" v="1667" actId="404"/>
          <ac:spMkLst>
            <pc:docMk/>
            <pc:sldMk cId="3745868609" sldId="344"/>
            <ac:spMk id="4" creationId="{8599C4C6-272E-BBC9-2EE1-80AD5E7DF199}"/>
          </ac:spMkLst>
        </pc:spChg>
      </pc:sldChg>
      <pc:sldChg chg="modSp add mod modNotesTx">
        <pc:chgData name="Yuriy Zabolotnyuk" userId="5293f801-6ede-4669-8a17-9af1adeb069e" providerId="ADAL" clId="{9C72D551-62FB-5E3D-901C-9F32929520A9}" dt="2026-07-05T17:35:37.240" v="1668" actId="404"/>
        <pc:sldMkLst>
          <pc:docMk/>
          <pc:sldMk cId="3665610338" sldId="345"/>
        </pc:sldMkLst>
        <pc:spChg chg="mod">
          <ac:chgData name="Yuriy Zabolotnyuk" userId="5293f801-6ede-4669-8a17-9af1adeb069e" providerId="ADAL" clId="{9C72D551-62FB-5E3D-901C-9F32929520A9}" dt="2026-07-05T12:02:22.142" v="885" actId="20577"/>
          <ac:spMkLst>
            <pc:docMk/>
            <pc:sldMk cId="3665610338" sldId="345"/>
            <ac:spMk id="2" creationId="{11CC7EC2-5CC4-5CF0-AAD2-2B048801CC4E}"/>
          </ac:spMkLst>
        </pc:spChg>
        <pc:spChg chg="mod">
          <ac:chgData name="Yuriy Zabolotnyuk" userId="5293f801-6ede-4669-8a17-9af1adeb069e" providerId="ADAL" clId="{9C72D551-62FB-5E3D-901C-9F32929520A9}" dt="2026-07-05T17:35:37.240" v="1668" actId="404"/>
          <ac:spMkLst>
            <pc:docMk/>
            <pc:sldMk cId="3665610338" sldId="345"/>
            <ac:spMk id="4" creationId="{CA638B67-4452-3741-D1DF-7B2CCC83399E}"/>
          </ac:spMkLst>
        </pc:spChg>
      </pc:sldChg>
      <pc:sldChg chg="delSp modSp add mod">
        <pc:chgData name="Yuriy Zabolotnyuk" userId="5293f801-6ede-4669-8a17-9af1adeb069e" providerId="ADAL" clId="{9C72D551-62FB-5E3D-901C-9F32929520A9}" dt="2026-07-05T12:14:17.176" v="1063" actId="20577"/>
        <pc:sldMkLst>
          <pc:docMk/>
          <pc:sldMk cId="0" sldId="346"/>
        </pc:sldMkLst>
        <pc:spChg chg="mod">
          <ac:chgData name="Yuriy Zabolotnyuk" userId="5293f801-6ede-4669-8a17-9af1adeb069e" providerId="ADAL" clId="{9C72D551-62FB-5E3D-901C-9F32929520A9}" dt="2026-07-05T12:12:17.839" v="1046" actId="403"/>
          <ac:spMkLst>
            <pc:docMk/>
            <pc:sldMk cId="0" sldId="346"/>
            <ac:spMk id="2" creationId="{00000000-0000-0000-0000-000000000000}"/>
          </ac:spMkLst>
        </pc:spChg>
        <pc:spChg chg="del mod">
          <ac:chgData name="Yuriy Zabolotnyuk" userId="5293f801-6ede-4669-8a17-9af1adeb069e" providerId="ADAL" clId="{9C72D551-62FB-5E3D-901C-9F32929520A9}" dt="2026-07-05T12:13:52.372" v="1058"/>
          <ac:spMkLst>
            <pc:docMk/>
            <pc:sldMk cId="0" sldId="346"/>
            <ac:spMk id="3" creationId="{00000000-0000-0000-0000-000000000000}"/>
          </ac:spMkLst>
        </pc:spChg>
        <pc:spChg chg="mod">
          <ac:chgData name="Yuriy Zabolotnyuk" userId="5293f801-6ede-4669-8a17-9af1adeb069e" providerId="ADAL" clId="{9C72D551-62FB-5E3D-901C-9F32929520A9}" dt="2026-07-05T12:14:17.176" v="1063" actId="20577"/>
          <ac:spMkLst>
            <pc:docMk/>
            <pc:sldMk cId="0" sldId="346"/>
            <ac:spMk id="4" creationId="{00000000-0000-0000-0000-000000000000}"/>
          </ac:spMkLst>
        </pc:spChg>
      </pc:sldChg>
      <pc:sldChg chg="modSp add mod ord">
        <pc:chgData name="Yuriy Zabolotnyuk" userId="5293f801-6ede-4669-8a17-9af1adeb069e" providerId="ADAL" clId="{9C72D551-62FB-5E3D-901C-9F32929520A9}" dt="2026-07-05T17:28:34.080" v="1516" actId="20577"/>
        <pc:sldMkLst>
          <pc:docMk/>
          <pc:sldMk cId="2531285622" sldId="347"/>
        </pc:sldMkLst>
        <pc:spChg chg="mod">
          <ac:chgData name="Yuriy Zabolotnyuk" userId="5293f801-6ede-4669-8a17-9af1adeb069e" providerId="ADAL" clId="{9C72D551-62FB-5E3D-901C-9F32929520A9}" dt="2026-07-05T17:28:34.080" v="1516" actId="20577"/>
          <ac:spMkLst>
            <pc:docMk/>
            <pc:sldMk cId="2531285622" sldId="347"/>
            <ac:spMk id="2" creationId="{B44AE732-DC09-C58E-B90E-B84AF169B310}"/>
          </ac:spMkLst>
        </pc:spChg>
        <pc:spChg chg="mod">
          <ac:chgData name="Yuriy Zabolotnyuk" userId="5293f801-6ede-4669-8a17-9af1adeb069e" providerId="ADAL" clId="{9C72D551-62FB-5E3D-901C-9F32929520A9}" dt="2026-07-05T12:18:29.769" v="1113" actId="20577"/>
          <ac:spMkLst>
            <pc:docMk/>
            <pc:sldMk cId="2531285622" sldId="347"/>
            <ac:spMk id="3" creationId="{1778E694-C1E5-28D5-4F41-52F8A7B61ECA}"/>
          </ac:spMkLst>
        </pc:spChg>
      </pc:sldChg>
      <pc:sldChg chg="modSp add mod">
        <pc:chgData name="Yuriy Zabolotnyuk" userId="5293f801-6ede-4669-8a17-9af1adeb069e" providerId="ADAL" clId="{9C72D551-62FB-5E3D-901C-9F32929520A9}" dt="2026-07-05T17:28:27.235" v="1515" actId="20577"/>
        <pc:sldMkLst>
          <pc:docMk/>
          <pc:sldMk cId="3843969315" sldId="348"/>
        </pc:sldMkLst>
        <pc:spChg chg="mod">
          <ac:chgData name="Yuriy Zabolotnyuk" userId="5293f801-6ede-4669-8a17-9af1adeb069e" providerId="ADAL" clId="{9C72D551-62FB-5E3D-901C-9F32929520A9}" dt="2026-07-05T17:28:27.235" v="1515" actId="20577"/>
          <ac:spMkLst>
            <pc:docMk/>
            <pc:sldMk cId="3843969315" sldId="348"/>
            <ac:spMk id="2" creationId="{83EEEFF6-1FBB-F4B1-0CA6-D9149D6DA7F9}"/>
          </ac:spMkLst>
        </pc:spChg>
        <pc:spChg chg="mod">
          <ac:chgData name="Yuriy Zabolotnyuk" userId="5293f801-6ede-4669-8a17-9af1adeb069e" providerId="ADAL" clId="{9C72D551-62FB-5E3D-901C-9F32929520A9}" dt="2026-07-05T12:18:48.032" v="1121" actId="113"/>
          <ac:spMkLst>
            <pc:docMk/>
            <pc:sldMk cId="3843969315" sldId="348"/>
            <ac:spMk id="3" creationId="{43F9C226-6964-37FD-87B8-1A9736D57EE3}"/>
          </ac:spMkLst>
        </pc:spChg>
      </pc:sldChg>
      <pc:sldChg chg="delSp modSp add mod modNotesTx">
        <pc:chgData name="Yuriy Zabolotnyuk" userId="5293f801-6ede-4669-8a17-9af1adeb069e" providerId="ADAL" clId="{9C72D551-62FB-5E3D-901C-9F32929520A9}" dt="2026-07-05T17:24:25.359" v="1475" actId="20577"/>
        <pc:sldMkLst>
          <pc:docMk/>
          <pc:sldMk cId="0" sldId="349"/>
        </pc:sldMkLst>
        <pc:spChg chg="mod">
          <ac:chgData name="Yuriy Zabolotnyuk" userId="5293f801-6ede-4669-8a17-9af1adeb069e" providerId="ADAL" clId="{9C72D551-62FB-5E3D-901C-9F32929520A9}" dt="2026-07-05T17:09:00.400" v="1318" actId="403"/>
          <ac:spMkLst>
            <pc:docMk/>
            <pc:sldMk cId="0" sldId="349"/>
            <ac:spMk id="2" creationId="{00000000-0000-0000-0000-000000000000}"/>
          </ac:spMkLst>
        </pc:spChg>
        <pc:spChg chg="del">
          <ac:chgData name="Yuriy Zabolotnyuk" userId="5293f801-6ede-4669-8a17-9af1adeb069e" providerId="ADAL" clId="{9C72D551-62FB-5E3D-901C-9F32929520A9}" dt="2026-07-05T17:24:13.776" v="1474" actId="478"/>
          <ac:spMkLst>
            <pc:docMk/>
            <pc:sldMk cId="0" sldId="349"/>
            <ac:spMk id="3" creationId="{00000000-0000-0000-0000-000000000000}"/>
          </ac:spMkLst>
        </pc:spChg>
        <pc:spChg chg="mod">
          <ac:chgData name="Yuriy Zabolotnyuk" userId="5293f801-6ede-4669-8a17-9af1adeb069e" providerId="ADAL" clId="{9C72D551-62FB-5E3D-901C-9F32929520A9}" dt="2026-07-05T17:23:30.524" v="1470" actId="20577"/>
          <ac:spMkLst>
            <pc:docMk/>
            <pc:sldMk cId="0" sldId="349"/>
            <ac:spMk id="4" creationId="{00000000-0000-0000-0000-000000000000}"/>
          </ac:spMkLst>
        </pc:spChg>
      </pc:sldChg>
      <pc:sldChg chg="addSp delSp modSp add mod modNotesTx">
        <pc:chgData name="Yuriy Zabolotnyuk" userId="5293f801-6ede-4669-8a17-9af1adeb069e" providerId="ADAL" clId="{9C72D551-62FB-5E3D-901C-9F32929520A9}" dt="2026-07-05T17:25:55.848" v="1498" actId="20577"/>
        <pc:sldMkLst>
          <pc:docMk/>
          <pc:sldMk cId="0" sldId="350"/>
        </pc:sldMkLst>
        <pc:spChg chg="mod">
          <ac:chgData name="Yuriy Zabolotnyuk" userId="5293f801-6ede-4669-8a17-9af1adeb069e" providerId="ADAL" clId="{9C72D551-62FB-5E3D-901C-9F32929520A9}" dt="2026-07-05T17:10:14.746" v="1334" actId="20577"/>
          <ac:spMkLst>
            <pc:docMk/>
            <pc:sldMk cId="0" sldId="350"/>
            <ac:spMk id="2" creationId="{00000000-0000-0000-0000-000000000000}"/>
          </ac:spMkLst>
        </pc:spChg>
        <pc:spChg chg="del mod">
          <ac:chgData name="Yuriy Zabolotnyuk" userId="5293f801-6ede-4669-8a17-9af1adeb069e" providerId="ADAL" clId="{9C72D551-62FB-5E3D-901C-9F32929520A9}" dt="2026-07-05T17:12:06.806" v="1349" actId="478"/>
          <ac:spMkLst>
            <pc:docMk/>
            <pc:sldMk cId="0" sldId="350"/>
            <ac:spMk id="3" creationId="{00000000-0000-0000-0000-000000000000}"/>
          </ac:spMkLst>
        </pc:spChg>
        <pc:spChg chg="mod">
          <ac:chgData name="Yuriy Zabolotnyuk" userId="5293f801-6ede-4669-8a17-9af1adeb069e" providerId="ADAL" clId="{9C72D551-62FB-5E3D-901C-9F32929520A9}" dt="2026-07-05T17:25:55.848" v="1498" actId="20577"/>
          <ac:spMkLst>
            <pc:docMk/>
            <pc:sldMk cId="0" sldId="350"/>
            <ac:spMk id="4" creationId="{00000000-0000-0000-0000-000000000000}"/>
          </ac:spMkLst>
        </pc:spChg>
        <pc:spChg chg="add del">
          <ac:chgData name="Yuriy Zabolotnyuk" userId="5293f801-6ede-4669-8a17-9af1adeb069e" providerId="ADAL" clId="{9C72D551-62FB-5E3D-901C-9F32929520A9}" dt="2026-07-05T17:20:44.681" v="1444" actId="22"/>
          <ac:spMkLst>
            <pc:docMk/>
            <pc:sldMk cId="0" sldId="350"/>
            <ac:spMk id="6" creationId="{F4F399AA-E7F5-6ED2-FB3F-C2C52E772D7E}"/>
          </ac:spMkLst>
        </pc:spChg>
      </pc:sldChg>
      <pc:sldChg chg="modSp add mod modNotesTx">
        <pc:chgData name="Yuriy Zabolotnyuk" userId="5293f801-6ede-4669-8a17-9af1adeb069e" providerId="ADAL" clId="{9C72D551-62FB-5E3D-901C-9F32929520A9}" dt="2026-07-05T17:27:12.256" v="1504" actId="20577"/>
        <pc:sldMkLst>
          <pc:docMk/>
          <pc:sldMk cId="0" sldId="351"/>
        </pc:sldMkLst>
        <pc:spChg chg="mod">
          <ac:chgData name="Yuriy Zabolotnyuk" userId="5293f801-6ede-4669-8a17-9af1adeb069e" providerId="ADAL" clId="{9C72D551-62FB-5E3D-901C-9F32929520A9}" dt="2026-07-05T17:27:12.256" v="1504" actId="20577"/>
          <ac:spMkLst>
            <pc:docMk/>
            <pc:sldMk cId="0" sldId="351"/>
            <ac:spMk id="5" creationId="{00000000-0000-0000-0000-000000000000}"/>
          </ac:spMkLst>
        </pc:spChg>
      </pc:sldChg>
      <pc:sldChg chg="modSp add mod modNotesTx">
        <pc:chgData name="Yuriy Zabolotnyuk" userId="5293f801-6ede-4669-8a17-9af1adeb069e" providerId="ADAL" clId="{9C72D551-62FB-5E3D-901C-9F32929520A9}" dt="2026-07-05T17:11:00.790" v="1343" actId="20577"/>
        <pc:sldMkLst>
          <pc:docMk/>
          <pc:sldMk cId="0" sldId="352"/>
        </pc:sldMkLst>
        <pc:spChg chg="mod">
          <ac:chgData name="Yuriy Zabolotnyuk" userId="5293f801-6ede-4669-8a17-9af1adeb069e" providerId="ADAL" clId="{9C72D551-62FB-5E3D-901C-9F32929520A9}" dt="2026-07-05T17:10:53.873" v="1342" actId="403"/>
          <ac:spMkLst>
            <pc:docMk/>
            <pc:sldMk cId="0" sldId="352"/>
            <ac:spMk id="2" creationId="{00000000-0000-0000-0000-000000000000}"/>
          </ac:spMkLst>
        </pc:spChg>
      </pc:sldChg>
      <pc:sldChg chg="modSp add mod modNotesTx">
        <pc:chgData name="Yuriy Zabolotnyuk" userId="5293f801-6ede-4669-8a17-9af1adeb069e" providerId="ADAL" clId="{9C72D551-62FB-5E3D-901C-9F32929520A9}" dt="2026-07-05T17:26:13.296" v="1499" actId="20577"/>
        <pc:sldMkLst>
          <pc:docMk/>
          <pc:sldMk cId="0" sldId="353"/>
        </pc:sldMkLst>
        <pc:spChg chg="mod">
          <ac:chgData name="Yuriy Zabolotnyuk" userId="5293f801-6ede-4669-8a17-9af1adeb069e" providerId="ADAL" clId="{9C72D551-62FB-5E3D-901C-9F32929520A9}" dt="2026-07-05T17:10:38.445" v="1338" actId="207"/>
          <ac:spMkLst>
            <pc:docMk/>
            <pc:sldMk cId="0" sldId="353"/>
            <ac:spMk id="2" creationId="{00000000-0000-0000-0000-000000000000}"/>
          </ac:spMkLst>
        </pc:spChg>
      </pc:sldChg>
      <pc:sldChg chg="modSp del mod">
        <pc:chgData name="Yuriy Zabolotnyuk" userId="5293f801-6ede-4669-8a17-9af1adeb069e" providerId="ADAL" clId="{9C72D551-62FB-5E3D-901C-9F32929520A9}" dt="2026-07-06T06:17:04.032" v="1691" actId="2696"/>
        <pc:sldMkLst>
          <pc:docMk/>
          <pc:sldMk cId="0" sldId="354"/>
        </pc:sldMkLst>
        <pc:spChg chg="mod">
          <ac:chgData name="Yuriy Zabolotnyuk" userId="5293f801-6ede-4669-8a17-9af1adeb069e" providerId="ADAL" clId="{9C72D551-62FB-5E3D-901C-9F32929520A9}" dt="2026-07-06T06:16:33.327" v="1683" actId="14100"/>
          <ac:spMkLst>
            <pc:docMk/>
            <pc:sldMk cId="0" sldId="354"/>
            <ac:spMk id="9002" creationId="{00000000-0000-0000-0000-000000000000}"/>
          </ac:spMkLst>
        </pc:spChg>
      </pc:sldChg>
      <pc:sldChg chg="add">
        <pc:chgData name="Yuriy Zabolotnyuk" userId="5293f801-6ede-4669-8a17-9af1adeb069e" providerId="ADAL" clId="{9C72D551-62FB-5E3D-901C-9F32929520A9}" dt="2026-07-06T06:17:10.243" v="1692"/>
        <pc:sldMkLst>
          <pc:docMk/>
          <pc:sldMk cId="4174302832" sldId="354"/>
        </pc:sldMkLst>
      </pc:sldChg>
      <pc:sldChg chg="modSp del mod">
        <pc:chgData name="Yuriy Zabolotnyuk" userId="5293f801-6ede-4669-8a17-9af1adeb069e" providerId="ADAL" clId="{9C72D551-62FB-5E3D-901C-9F32929520A9}" dt="2026-07-06T06:17:04.032" v="1691" actId="2696"/>
        <pc:sldMkLst>
          <pc:docMk/>
          <pc:sldMk cId="0" sldId="355"/>
        </pc:sldMkLst>
        <pc:spChg chg="mod">
          <ac:chgData name="Yuriy Zabolotnyuk" userId="5293f801-6ede-4669-8a17-9af1adeb069e" providerId="ADAL" clId="{9C72D551-62FB-5E3D-901C-9F32929520A9}" dt="2026-07-06T06:16:54.002" v="1690" actId="404"/>
          <ac:spMkLst>
            <pc:docMk/>
            <pc:sldMk cId="0" sldId="355"/>
            <ac:spMk id="9004" creationId="{00000000-0000-0000-0000-000000000000}"/>
          </ac:spMkLst>
        </pc:spChg>
      </pc:sldChg>
      <pc:sldChg chg="add">
        <pc:chgData name="Yuriy Zabolotnyuk" userId="5293f801-6ede-4669-8a17-9af1adeb069e" providerId="ADAL" clId="{9C72D551-62FB-5E3D-901C-9F32929520A9}" dt="2026-07-06T06:17:10.243" v="1692"/>
        <pc:sldMkLst>
          <pc:docMk/>
          <pc:sldMk cId="301721393" sldId="355"/>
        </pc:sldMkLst>
      </pc:sldChg>
      <pc:sldMasterChg chg="modSldLayout">
        <pc:chgData name="Yuriy Zabolotnyuk" userId="5293f801-6ede-4669-8a17-9af1adeb069e" providerId="ADAL" clId="{9C72D551-62FB-5E3D-901C-9F32929520A9}" dt="2026-07-05T10:17:42.616" v="334"/>
        <pc:sldMasterMkLst>
          <pc:docMk/>
          <pc:sldMasterMk cId="1944399730" sldId="2147484018"/>
        </pc:sldMasterMkLst>
        <pc:sldLayoutChg chg="delSp">
          <pc:chgData name="Yuriy Zabolotnyuk" userId="5293f801-6ede-4669-8a17-9af1adeb069e" providerId="ADAL" clId="{9C72D551-62FB-5E3D-901C-9F32929520A9}" dt="2026-07-05T10:17:42.616" v="334"/>
          <pc:sldLayoutMkLst>
            <pc:docMk/>
            <pc:sldMasterMk cId="1944399730" sldId="2147484018"/>
            <pc:sldLayoutMk cId="2291165796" sldId="2147484030"/>
          </pc:sldLayoutMkLst>
          <pc:picChg chg="del">
            <ac:chgData name="Yuriy Zabolotnyuk" userId="5293f801-6ede-4669-8a17-9af1adeb069e" providerId="ADAL" clId="{9C72D551-62FB-5E3D-901C-9F32929520A9}" dt="2026-07-05T10:17:42.616" v="334"/>
            <ac:picMkLst>
              <pc:docMk/>
              <pc:sldMasterMk cId="1944399730" sldId="2147484018"/>
              <pc:sldLayoutMk cId="2291165796" sldId="2147484030"/>
              <ac:picMk id="7" creationId="{2685B504-B300-7A47-B547-DBEC9FF7B107}"/>
            </ac:picMkLst>
          </pc:picChg>
        </pc:sldLayoutChg>
      </pc:sldMasterChg>
      <pc:sldMasterChg chg="modSldLayout">
        <pc:chgData name="Yuriy Zabolotnyuk" userId="5293f801-6ede-4669-8a17-9af1adeb069e" providerId="ADAL" clId="{9C72D551-62FB-5E3D-901C-9F32929520A9}" dt="2026-07-05T10:17:52.772" v="343"/>
        <pc:sldMasterMkLst>
          <pc:docMk/>
          <pc:sldMasterMk cId="2892688730" sldId="2147484103"/>
        </pc:sldMasterMkLst>
        <pc:sldLayoutChg chg="delSp">
          <pc:chgData name="Yuriy Zabolotnyuk" userId="5293f801-6ede-4669-8a17-9af1adeb069e" providerId="ADAL" clId="{9C72D551-62FB-5E3D-901C-9F32929520A9}" dt="2026-07-05T10:17:52.772" v="343"/>
          <pc:sldLayoutMkLst>
            <pc:docMk/>
            <pc:sldMasterMk cId="2892688730" sldId="2147484103"/>
            <pc:sldLayoutMk cId="712220764" sldId="2147484115"/>
          </pc:sldLayoutMkLst>
          <pc:picChg chg="del">
            <ac:chgData name="Yuriy Zabolotnyuk" userId="5293f801-6ede-4669-8a17-9af1adeb069e" providerId="ADAL" clId="{9C72D551-62FB-5E3D-901C-9F32929520A9}" dt="2026-07-05T10:17:52.772" v="343"/>
            <ac:picMkLst>
              <pc:docMk/>
              <pc:sldMasterMk cId="2892688730" sldId="2147484103"/>
              <pc:sldLayoutMk cId="712220764" sldId="2147484115"/>
              <ac:picMk id="7" creationId="{2685B504-B300-7A47-B547-DBEC9FF7B107}"/>
            </ac:picMkLst>
          </pc:picChg>
        </pc:sldLayoutChg>
        <pc:sldLayoutChg chg="delSp">
          <pc:chgData name="Yuriy Zabolotnyuk" userId="5293f801-6ede-4669-8a17-9af1adeb069e" providerId="ADAL" clId="{9C72D551-62FB-5E3D-901C-9F32929520A9}" dt="2026-07-05T10:17:52.772" v="343"/>
          <pc:sldLayoutMkLst>
            <pc:docMk/>
            <pc:sldMasterMk cId="2892688730" sldId="2147484103"/>
            <pc:sldLayoutMk cId="3820251920" sldId="2147484116"/>
          </pc:sldLayoutMkLst>
          <pc:picChg chg="del">
            <ac:chgData name="Yuriy Zabolotnyuk" userId="5293f801-6ede-4669-8a17-9af1adeb069e" providerId="ADAL" clId="{9C72D551-62FB-5E3D-901C-9F32929520A9}" dt="2026-07-05T10:17:52.772" v="343"/>
            <ac:picMkLst>
              <pc:docMk/>
              <pc:sldMasterMk cId="2892688730" sldId="2147484103"/>
              <pc:sldLayoutMk cId="3820251920" sldId="2147484116"/>
              <ac:picMk id="8" creationId="{423224AA-A183-CA4A-BDDA-A7ED236E648B}"/>
            </ac:picMkLst>
          </pc:picChg>
          <pc:picChg chg="del">
            <ac:chgData name="Yuriy Zabolotnyuk" userId="5293f801-6ede-4669-8a17-9af1adeb069e" providerId="ADAL" clId="{9C72D551-62FB-5E3D-901C-9F32929520A9}" dt="2026-07-05T10:17:52.772" v="343"/>
            <ac:picMkLst>
              <pc:docMk/>
              <pc:sldMasterMk cId="2892688730" sldId="2147484103"/>
              <pc:sldLayoutMk cId="3820251920" sldId="2147484116"/>
              <ac:picMk id="13" creationId="{1CCE42D8-5361-9940-B797-FFC03759880E}"/>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D0D3E168-E06C-4270-93A1-BA6F395C0456}" type="datetimeFigureOut">
              <a:rPr lang="en-US"/>
              <a:pPr>
                <a:defRPr/>
              </a:pPr>
              <a:t>7/6/26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30D07607-43F6-4AEA-9890-00BBE9F451C8}" type="slidenum">
              <a:rPr lang="en-US" altLang="en-US"/>
              <a:pPr/>
              <a:t>‹#›</a:t>
            </a:fld>
            <a:endParaRPr lang="en-US" altLang="en-US"/>
          </a:p>
        </p:txBody>
      </p:sp>
    </p:spTree>
    <p:extLst>
      <p:ext uri="{BB962C8B-B14F-4D97-AF65-F5344CB8AC3E}">
        <p14:creationId xmlns:p14="http://schemas.microsoft.com/office/powerpoint/2010/main" val="30934397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Session 2 opens the quantitative core of the course. By 13:00 students will have computed annualised volatility, beta to their bloc index, a rolling correlation matrix, an EWMA series, and a fitted GARCH(1,1) - all on their own stocks. These numbers feed directly into Assignment 1.</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Seven objectives map onto the four blocks and the lab. Objective 5 (beta / market model) is new this revision and ties to the dashboard; objective 7 makes the exam linkage explicit.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Overview: every risk number is a quantile or moment of some distribution. Group them by the modelling job - returns/P&amp;L, event counts, waiting times, bounded rates - plus the inference distributions.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workhorse and the benchmark. Two parameters, closed-form VaR, aggregates cleanly - but thin tails make it understate extreme losses, which motivates the t and EVT.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symmetric shape as the normal but heavier tails controlled by nu. The default fat-tailed choice for daily returns, GARCH innovations, and the t-copula.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the log is normal, the level is lognormal - positive and right-skewed. The natural model for prices (GBM) and for loss severities.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distribution of sums of squared normals - so it governs variances and most goodness-of-fit and likelihood-ratio tests, including several VaR backtests.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ratio of two scaled chi-squares - purpose-built to compare two variances or the fit of two models. Shows up in factor-model F-tests and variance-ratio comparisons.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tail specialist. Extreme Value Theory says exceedances over a high threshold follow a GPD, so it is the tool for very-high-confidence VaR/ES and operational-risk capital.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event-count model. Combined with a lognormal severity it gives the compound-Poisson loss model at the heart of operational-risk LDA.</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default-event model. Bernoulli is one obligor; Binomial counts defaults across n independent obligors and underlies the Kupiec exception count. Real defaults are correlated - a key caveat.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waiting-time model and the interarrival time of a Poisson process. Its constant hazard makes it the baseline for reduced-form (intensity) credit models.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Bounded on [0,1] and very flexible - the go-to for proportions and rates such as recovery/LGD, and the conjugate prior for Bayesian PD estimation.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Wrap-up map. Match support and tail behaviour to the phenomenon, then validate with Q-Q plots and goodness-of-fit before trusting a risk number.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Block 1: before we model, we must understand what real return data looks like. The three stylised facts motivate every model in Blocks 2 and 3.</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FDC93-901A-F6AD-37FB-FE7F320E1F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7F7899-9254-925E-AB91-14D7DFC4FABC}"/>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C075DB10-4BBD-0ECB-6F6C-A5328EF04AAD}"/>
              </a:ext>
            </a:extLst>
          </p:cNvPr>
          <p:cNvSpPr>
            <a:spLocks noGrp="1"/>
          </p:cNvSpPr>
          <p:nvPr>
            <p:ph type="body" sz="quarter" idx="3"/>
          </p:nvPr>
        </p:nvSpPr>
        <p:spPr/>
        <p:txBody>
          <a:bodyPr/>
          <a:lstStyle/>
          <a:p>
            <a:r>
              <a:rPr dirty="0"/>
              <a:t>Block 1: before we model, we must understand what real return data looks like.</a:t>
            </a:r>
          </a:p>
        </p:txBody>
      </p:sp>
      <p:sp>
        <p:nvSpPr>
          <p:cNvPr id="4" name="Slide Number Placeholder 3">
            <a:extLst>
              <a:ext uri="{FF2B5EF4-FFF2-40B4-BE49-F238E27FC236}">
                <a16:creationId xmlns:a16="http://schemas.microsoft.com/office/drawing/2014/main" id="{DDC9CC0B-5F15-6680-02B5-265453634952}"/>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7737206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8F1B3-580B-B4E6-E4D4-4293C1E31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209BA1-1634-B0EB-A204-6DB2DDCB87A0}"/>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3FD447E1-0753-C61F-6743-8C8F268F4571}"/>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3DB01A86-FBC5-22FF-A2B3-9F667D980F8F}"/>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0893084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8C51C-51D1-4C77-CBCA-DF399BB470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FEAD90-90CC-D6DE-816D-B2368EF0A888}"/>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6C0E5275-D8C1-2626-29BF-A5E374AF2A76}"/>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FE8EE8F7-B826-E5A4-72B5-5DD49F10F8CE}"/>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9460344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Stress time-additivity: if daily log returns are i.i.d. N(mu, sigma^2) then the T-day return is N(T mu, T sigma^2), giving the root-T scaling rule that underpins VaR scaling in Session 3.</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The lognormal price model </a:t>
            </a:r>
            <a:r>
              <a:rPr dirty="0" err="1"/>
              <a:t>formalises</a:t>
            </a:r>
            <a:r>
              <a:rPr dirty="0"/>
              <a:t> log returns and the root-t scaling of volatility, which underpins both the sqrt(252) </a:t>
            </a:r>
            <a:r>
              <a:rPr dirty="0" err="1"/>
              <a:t>annualisation</a:t>
            </a:r>
            <a:r>
              <a:rPr dirty="0"/>
              <a:t> and sqrt(T) VaR scaling in Session 3. </a:t>
            </a:r>
            <a:r>
              <a:rPr dirty="0" err="1"/>
              <a:t>Emphasise</a:t>
            </a:r>
            <a:r>
              <a:rPr dirty="0"/>
              <a:t> the caveat: root-T breaks when volatility is time-varying - exactly what the GARCH term structure fixes.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err="1"/>
              <a:t>Cont</a:t>
            </a:r>
            <a:r>
              <a:rPr dirty="0"/>
              <a:t> (2001) is the classic survey - the supplementary reading. Walk through the ACF plot from the lab: returns show no autocorrelation, squared returns show strong autocorrelation. This motivates GARCH.</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Show the Q-Q plot from the lab: points above the line at both extremes - the tell-tale sign of fat tails. A t with nu </a:t>
            </a:r>
            <a:r>
              <a:rPr dirty="0" err="1"/>
              <a:t>approx</a:t>
            </a:r>
            <a:r>
              <a:rPr dirty="0"/>
              <a:t> 6 fits far better. This matters for VaR (Session 3) and ES (Session 4).</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Reference the lab, top panel: SPY daily returns clearly cluster. Then EWMA tracks the clusters while a 21-day rolling window lags behind. This motivates all of Block 2.</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Block 2: the three volatility estimators the course uses. Historical is the baseline; EWMA adds recency weighting; GARCH(1,1) adds mean reversion. All three are implemented in the lab.</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DDCB9-C427-DCDF-A4A0-0BE1A5856C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8ABF4B-2B8D-E5A2-04BC-E2DA7FCDC707}"/>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2AC78FB8-08D7-5814-BF3C-7634753C1B43}"/>
              </a:ext>
            </a:extLst>
          </p:cNvPr>
          <p:cNvSpPr>
            <a:spLocks noGrp="1"/>
          </p:cNvSpPr>
          <p:nvPr>
            <p:ph type="body" sz="quarter" idx="3"/>
          </p:nvPr>
        </p:nvSpPr>
        <p:spPr/>
        <p:txBody>
          <a:bodyPr/>
          <a:lstStyle/>
          <a:p>
            <a:r>
              <a:t>Block 2: the three volatility estimators the course uses. Historical is the baseline; EWMA adds recency weighting; GARCH(1,1) adds mean reversion. All three are implemented in the lab.</a:t>
            </a:r>
          </a:p>
        </p:txBody>
      </p:sp>
      <p:sp>
        <p:nvSpPr>
          <p:cNvPr id="4" name="Slide Number Placeholder 3">
            <a:extLst>
              <a:ext uri="{FF2B5EF4-FFF2-40B4-BE49-F238E27FC236}">
                <a16:creationId xmlns:a16="http://schemas.microsoft.com/office/drawing/2014/main" id="{8A971359-6B40-BE6A-D92A-D5A048A4A5C3}"/>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2035279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6DDC5-DAAA-ADFD-A1CD-CBF4EA111C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7FF9-5273-9B41-2656-CC6C97013736}"/>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D62307A-8275-7297-F2EF-F33E96105E20}"/>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3DF3E837-C0E2-6A1E-F56E-E74FDA25944B}"/>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4058217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Demonstrate the ghost effect: if 15 Oct had a 5% drop, rolling vol stays elevated for exactly n days then drops on 15 Nov even if nothing happened. This is why EWMA is preferred for risk systems.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(Andersen, Bollerslev, Diebold &amp; Labys 2003 - supplementary reading). Realized variance sums squared intraday returns and converges to the integrated variance as sampling frequency rises. It is the reali</a:t>
            </a:r>
            <a:r>
              <a:rPr lang="en-US" dirty="0"/>
              <a:t>s</a:t>
            </a:r>
            <a:r>
              <a:rPr dirty="0"/>
              <a:t>ed benchmark used to score EWMA/GARCH forecasts (the QLIKE comparison).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BBDAC-CF97-A69A-62B6-AC93ECC4C2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AF190E-256A-5840-7ABA-F698EAE4A2E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4B35E4AF-8818-F011-A8C6-6A53EA307604}"/>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1A08EAB2-9A44-42B4-F315-D2B089BE3E15}"/>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8072213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4B085-C40D-C733-DB94-1D25B439B8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66187A-235A-3EE1-AA49-B386E8AD8302}"/>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1E2D5C4C-BED8-41A6-165C-B480A7B45A0B}"/>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077E8E7C-93FB-08E3-F9CE-BC66A9B61A37}"/>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6921439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Work through the recursion numerically: if sigma^2_{t-1}=0.01 and r_{t-1}=-0.03 then sigma^2_t = 0.94x0.01 + 0.06x0.0009 = 0.009454. The lab implements this loop step by step; the same recursion gives covariances.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SPY GARCH(1,1) from the lab: omega=0.024, alpha=0.155, beta=0.834, persistence=0.989, long-run </a:t>
            </a:r>
            <a:r>
              <a:rPr dirty="0" err="1"/>
              <a:t>annualised</a:t>
            </a:r>
            <a:r>
              <a:rPr dirty="0"/>
              <a:t> vol </a:t>
            </a:r>
            <a:r>
              <a:rPr dirty="0" err="1"/>
              <a:t>approx</a:t>
            </a:r>
            <a:r>
              <a:rPr dirty="0"/>
              <a:t> 16%, half-life </a:t>
            </a:r>
            <a:r>
              <a:rPr dirty="0" err="1"/>
              <a:t>approx</a:t>
            </a:r>
            <a:r>
              <a:rPr dirty="0"/>
              <a:t> 63 days. Contrast EWMA: no mean reversion (persistence = 1 by construction).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E4F3A-41DE-41AF-76DF-D9D351F2FC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B9EA29-4542-9EC5-7CAC-7CA7666BD188}"/>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9E729A74-9BBB-DA41-B890-C1BA60CD11F3}"/>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5CDB4754-A6B3-D348-5FC2-908FCFDC65DE}"/>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4504805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Walk through the lab: fit, summary table, conditional volatility series, standardised residuals. The res.conditional_volatility array is the key output feeding parametric VaR and ES in Sessions 3 to 4.</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For Assignment 1, students report ALL THREE estimates for their portfolio, then discuss which they prefer for VaR (Session 3) and why. The QLIKE comparison in the lab gives them a formal score.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The forward-looking payoff of GARCH over EWMA. When sigma^2_t is above V_L the curve slopes down; below, it slopes up. This is what justifies scaling a 1-day vol to a multi-day horizon under time-varying vol.</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Backward- vs forward-looking is the key contrast. Overlay the VIX (^VIX) on EWMA realised vol in the lab - they track closely but VIX leads at turning points. The persistent gap (implied &gt; realised) is the variance risk premium.</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Block 3: from individual volatilities to the covariance matrix, beta, and the dependence structure. This is where market risk becomes portfolio risk. Correlations are stable in calm markets and break in crises (Longin &amp; Solnik 2001).</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The covariance matrix is the fundamental object in all portfolio risk. The lab builds a rolling 63-day correlation matrix for SPY, AAPL, GS; students replicate this with their own three stocks in Assignment 1.</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Contrast slide. Pearson measures linear co-movement of the raw values; Spearman is the same formula on the ranks, so it measures monotonic co-movement and is scale-free and outlier-robust. The invariance point is the punchline: any increasing transform of a variable leaves Spearman unchanged but moves Pearson, which is why copulas (dependence with marginals removed) are described with rank measures. Anchor it with the worked example: 0.94 vs 0.88, the gap driven by the two big joint days.</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worked example. Pearson uses the actual sizes: sum of deviation products 80 over sqrt(10 x 1000) = 0.80. Spearman uses only ranks: they agree perfectly, so sum d^2 = 0 and rho = 1.00. The gap is the nonlinearity: the day-2 jump to 40 keeps the order intact (Spearman sees perfection) but bends the line (Pearson drops). The next slide shows this as a picture.</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visual punchline. On the left the raw points would be collinear except the day-2 up-day at (5,40), which levers the fitted line away from the other four points - that imperfection is why Pearson is 0.80. On the right, ranks put all five points exactly on the diagonal, so Spearman is 1.00. Use this to cement: Pearson measures straight-line fit, Spearman measures order.</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New slide (Jorion Ch.5 §5.5 risk-factor mapping). Beta is an Assignment 1 deliverable and the centrepiece of the Session 2 dashboard. Emphasise the variance split: beta^2 sigma_m^2 is systematic (undiversifiable), sigma_eps^2 is idiosyncratic (diversifiable); R^2 is the systematic share.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New slide (Jorion Ch.5 §5.4). The sample covariance matrix has n(n+1)/2 parameters and is noisy when assets approach the sample length. Ledoit-Wolf shrinkage blends it toward a structured, well-conditioned target for more stable out-of-sample portfolio risk. Relevant to Assignment 3 optimisation as well.</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Longin &amp; Solnik (2001) is the landmark paper - supplementary reading. In extreme down markets correlations spike to near 1, collapsing the diversification benefit. This underpins the 'diversification fades in crises' observation from Session 1 and LTCM.</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normAutofit fontScale="47500" lnSpcReduction="20000"/>
          </a:bodyPr>
          <a:lstStyle/>
          <a:p>
            <a:r>
              <a:rPr lang="en-US" dirty="0"/>
              <a:t>A copula is a tool that separates two questions that usually get tangled together:</a:t>
            </a:r>
          </a:p>
          <a:p>
            <a:endParaRPr lang="en-US" dirty="0"/>
          </a:p>
          <a:p>
            <a:r>
              <a:rPr lang="en-US" dirty="0"/>
              <a:t>1. How does each individual thing behave on its own? (each variable's own distribution,  its "marginal” distribution)</a:t>
            </a:r>
          </a:p>
          <a:p>
            <a:r>
              <a:rPr lang="en-US" dirty="0"/>
              <a:t>2. How do they move together? (their dependence structure)</a:t>
            </a:r>
          </a:p>
          <a:p>
            <a:endParaRPr lang="en-US" dirty="0"/>
          </a:p>
          <a:p>
            <a:r>
              <a:rPr lang="en-US" dirty="0"/>
              <a:t>A copula captures only the second part  (the "togetherness”)  stripped of the individual </a:t>
            </a:r>
            <a:r>
              <a:rPr lang="en-US" dirty="0" err="1"/>
              <a:t>behaviours</a:t>
            </a:r>
            <a:r>
              <a:rPr lang="en-US" dirty="0"/>
              <a:t>.</a:t>
            </a:r>
          </a:p>
          <a:p>
            <a:endParaRPr lang="en-US" dirty="0"/>
          </a:p>
          <a:p>
            <a:r>
              <a:rPr lang="en-US" dirty="0"/>
              <a:t>The intuition</a:t>
            </a:r>
          </a:p>
          <a:p>
            <a:endParaRPr lang="en-US" dirty="0"/>
          </a:p>
          <a:p>
            <a:r>
              <a:rPr lang="en-US" dirty="0"/>
              <a:t>Imagine two stocks, A and B. To model them jointly you need to know:</a:t>
            </a:r>
          </a:p>
          <a:p>
            <a:r>
              <a:rPr lang="en-US" dirty="0"/>
              <a:t>- how A behaves alone,</a:t>
            </a:r>
          </a:p>
          <a:p>
            <a:r>
              <a:rPr lang="en-US" dirty="0"/>
              <a:t>- how B behaves alone,</a:t>
            </a:r>
          </a:p>
          <a:p>
            <a:r>
              <a:rPr lang="en-US" dirty="0"/>
              <a:t>- and how they tend to move at the same time.</a:t>
            </a:r>
          </a:p>
          <a:p>
            <a:endParaRPr lang="en-US" dirty="0"/>
          </a:p>
          <a:p>
            <a:r>
              <a:rPr lang="en-US" dirty="0"/>
              <a:t>A copula is the recipe for that last piece. Sklar's theorem (the foundational result) says any joint distribution can be split into: each variable's own marginal, glued together by a copula. So you can model the margins and the dependence separately, then snap them back together. That flexibility is why copulas are popular — you are not forced to assume everything is jointly normal.</a:t>
            </a:r>
          </a:p>
          <a:p>
            <a:endParaRPr lang="en-US" dirty="0"/>
          </a:p>
          <a:p>
            <a:r>
              <a:rPr lang="en-US" dirty="0"/>
              <a:t>The mechanical trick</a:t>
            </a:r>
          </a:p>
          <a:p>
            <a:endParaRPr lang="en-US" dirty="0"/>
          </a:p>
          <a:p>
            <a:r>
              <a:rPr lang="en-US" dirty="0"/>
              <a:t>A copula works on ranks / percentiles, not raw values. You convert each variable to "where it falls in its own distribution" (a number between 0 and 1 — its percentile). The copula then describes how those percentiles pair up. Because it uses percentiles, it does not care whether A is a stock return and B is an interest rate measured on totally different scales — only the relative positions matter.</a:t>
            </a:r>
          </a:p>
          <a:p>
            <a:endParaRPr lang="en-US" dirty="0"/>
          </a:p>
          <a:p>
            <a:r>
              <a:rPr lang="en-US" dirty="0"/>
              <a:t>Why use in risk management -&gt; the tails</a:t>
            </a:r>
          </a:p>
          <a:p>
            <a:endParaRPr lang="en-US" dirty="0"/>
          </a:p>
          <a:p>
            <a:r>
              <a:rPr lang="en-US" dirty="0"/>
              <a:t>Plain correlation gives you a single number for average co-movement, but it misses a crucial question: do these two crash together? Copulas can capture that directly, through tail dependence.</a:t>
            </a:r>
          </a:p>
          <a:p>
            <a:endParaRPr lang="en-US" dirty="0"/>
          </a:p>
          <a:p>
            <a:pPr marL="171450" indent="-171450">
              <a:buFontTx/>
              <a:buChar char="-"/>
            </a:pPr>
            <a:r>
              <a:rPr lang="en-US" dirty="0"/>
              <a:t>A Gaussian copula has zero tail dependence: it says that in the extreme, things become effectively independent. That assumption looked fine in calm markets and catastrophically wrong in 2008 — it was the copula baked into CDO pricing (the "formula that killed Wall Street").</a:t>
            </a:r>
          </a:p>
          <a:p>
            <a:pPr marL="171450" indent="-171450">
              <a:buFontTx/>
              <a:buChar char="-"/>
            </a:pPr>
            <a:endParaRPr lang="en-US" dirty="0"/>
          </a:p>
          <a:p>
            <a:r>
              <a:rPr lang="en-US" dirty="0"/>
              <a:t>- A t-copula (or Clayton copula) has positive tail dependence: it allows joint extreme losses, matching the empirical fact that assets tend to crash together.</a:t>
            </a:r>
            <a:endParaRPr lang="en-CA" dirty="0"/>
          </a:p>
          <a:p>
            <a:endParaRPr lang="en-CA" dirty="0"/>
          </a:p>
          <a:p>
            <a:r>
              <a:rPr dirty="0"/>
              <a:t>The takeaway: correlation does not fully describe dependence, and tail dependence matters most for risk. Reference the 2008 CDO crisis (Salmon 2009, 'The formula that killed Wall Street’).</a:t>
            </a:r>
            <a:endParaRPr lang="en-US" dirty="0"/>
          </a:p>
          <a:p>
            <a:endParaRPr lang="en-CA" dirty="0"/>
          </a:p>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Worked example, part 1. The key move is ranking each stock inside its own distribution and dividing by n+1 to get uniform margins. The paired uniforms are the copula - dependence with the marginals removed. Compute C(0.5,0.5) live: count days where both stocks are below their own median (rank &lt;= 5): days 2,4,6,8, so 0.40 versus 0.25 under independence. The two pink rows (days 2 and 8) are the joint-worst days, used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n+1 and not n: 10 points create 11 intervals on the probability line, so each is 1/11 = 9.1% and rank k sits at k/11. Dividing by n would force the largest value to u=1 (the 100th percentile), which both claims we have seen the maximum possible outcome and sends the normal score to +infinity. The formal justification is that E[F(X_(k))] = k/(n+1), the unbiased percentile (Weibull plotting position). Mention that software cousins like (k-0.5)/n shift the values slightly but keep the same idea.</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Worked example, part 2. Spearman is just the correlation of the ranks: plug sum d^2 = 20 into the formula to get 0.88. Contrast Pearson (~0.94) on the raw returns to make the point that the copula/rank measure is scale-free while Pearson is not. Then the tails: A's two worst days coincide with B's two worst (lower-tail dependence 2/2), which a Gaussian copula cannot represent - motivating the t or Clayton copula and linking back to 2008.</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Block 4: hands-on. The lab notebook has five sections mapping onto today's blocks. Students use the SAME tickers and date range as Session 1; today they extend that snapshot with EWMA, GARCH, beta, and correlations.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Students leave with a CSV of daily returns, EWMA series, GARCH conditional vol, beta, and the correlation matrix - all on their own data. </a:t>
            </a:r>
            <a:r>
              <a:rPr lang="en-US" dirty="0"/>
              <a:t>V</a:t>
            </a:r>
            <a:r>
              <a:rPr dirty="0"/>
              <a:t>erify lambda=0.94 and </a:t>
            </a:r>
            <a:r>
              <a:rPr dirty="0" err="1"/>
              <a:t>arch_model</a:t>
            </a:r>
            <a:r>
              <a:rPr dirty="0"/>
              <a:t> syntax.</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Tie every takeaway back to Assignment 1. Students who completed the lab have the volatility, beta and correlation inputs ready; Session 3 computes VaR from those inputs. Remind them to save CSV snapshots with a pinned end date.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4115700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950961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1330155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Aarhus University Summer School 2026</a:t>
            </a:r>
          </a:p>
        </p:txBody>
      </p:sp>
      <p:sp>
        <p:nvSpPr>
          <p:cNvPr id="7" name="Slide Number Placeholder 6"/>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4159761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Aarhus University Summer School 2026</a:t>
            </a:r>
          </a:p>
        </p:txBody>
      </p:sp>
      <p:sp>
        <p:nvSpPr>
          <p:cNvPr id="9" name="Slide Number Placeholder 8"/>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14538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Aarhus University Summer School 2026</a:t>
            </a:r>
          </a:p>
        </p:txBody>
      </p:sp>
      <p:sp>
        <p:nvSpPr>
          <p:cNvPr id="5" name="Slide Number Placeholder 4"/>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2965185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Aarhus University Summer School 2026</a:t>
            </a:r>
          </a:p>
        </p:txBody>
      </p:sp>
      <p:sp>
        <p:nvSpPr>
          <p:cNvPr id="4" name="Slide Number Placeholder 3"/>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3000429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Aarhus University Summer School 2026</a:t>
            </a:r>
          </a:p>
        </p:txBody>
      </p:sp>
      <p:sp>
        <p:nvSpPr>
          <p:cNvPr id="7" name="Slide Number Placeholder 6"/>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917986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Aarhus University Summer School 2026</a:t>
            </a:r>
          </a:p>
        </p:txBody>
      </p:sp>
      <p:sp>
        <p:nvSpPr>
          <p:cNvPr id="7" name="Slide Number Placeholder 6"/>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1196803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318535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21847734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3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23099" y="365125"/>
            <a:ext cx="11345799" cy="1325563"/>
          </a:xfrm>
        </p:spPr>
        <p:txBody>
          <a:bodyPr lIns="0" tIns="0" rIns="0" bIns="0" anchor="t">
            <a:normAutofit/>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423101" y="1681163"/>
            <a:ext cx="6438105" cy="823912"/>
          </a:xfrm>
        </p:spPr>
        <p:txBody>
          <a:bodyPr lIns="0" tIns="0" rIns="0" bIns="0" anchor="t"/>
          <a:lstStyle>
            <a:lvl1pPr marL="0" indent="0">
              <a:buNone/>
              <a:defRPr sz="2400" b="1">
                <a:solidFill>
                  <a:schemeClr val="accent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423101" y="2671763"/>
            <a:ext cx="6438105" cy="3684588"/>
          </a:xfrm>
        </p:spPr>
        <p:txBody>
          <a:bodyPr lIns="0" tIns="0" rIns="0" bIns="0">
            <a:normAutofit/>
          </a:bodyPr>
          <a:lstStyle>
            <a:lvl1pPr marL="0" indent="0">
              <a:buFontTx/>
              <a:buNone/>
              <a:defRPr sz="2133"/>
            </a:lvl1pPr>
            <a:lvl2pPr marL="457189" indent="0">
              <a:buFontTx/>
              <a:buNone/>
              <a:defRPr sz="2400"/>
            </a:lvl2pPr>
            <a:lvl3pPr marL="914377" indent="0">
              <a:buFontTx/>
              <a:buNone/>
              <a:defRPr sz="2400"/>
            </a:lvl3pPr>
            <a:lvl4pPr marL="1371566" indent="0">
              <a:buFontTx/>
              <a:buNone/>
              <a:defRPr sz="2400"/>
            </a:lvl4pPr>
            <a:lvl5pPr marL="1828754" indent="0">
              <a:buFontTx/>
              <a:buNone/>
              <a:defRPr sz="2400"/>
            </a:lvl5pPr>
          </a:lstStyle>
          <a:p>
            <a:pPr lvl="0"/>
            <a:r>
              <a:rPr lang="en-US"/>
              <a:t>Click to edit Master text styles</a:t>
            </a:r>
          </a:p>
        </p:txBody>
      </p:sp>
      <p:sp>
        <p:nvSpPr>
          <p:cNvPr id="6" name="Content Placeholder 5"/>
          <p:cNvSpPr>
            <a:spLocks noGrp="1"/>
          </p:cNvSpPr>
          <p:nvPr>
            <p:ph sz="quarter" idx="4"/>
          </p:nvPr>
        </p:nvSpPr>
        <p:spPr>
          <a:xfrm>
            <a:off x="7299767" y="1723424"/>
            <a:ext cx="4453672" cy="3168811"/>
          </a:xfrm>
          <a:solidFill>
            <a:schemeClr val="tx1"/>
          </a:solidFill>
        </p:spPr>
        <p:txBody>
          <a:bodyPr lIns="360000" tIns="360000" rIns="360000" bIns="360000" anchor="ctr"/>
          <a:lstStyle>
            <a:lvl1pPr marL="0" indent="0" algn="l">
              <a:buFontTx/>
              <a:buNone/>
              <a:defRPr sz="24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820502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New Title Content Slide">
    <p:spTree>
      <p:nvGrpSpPr>
        <p:cNvPr id="1" name=""/>
        <p:cNvGrpSpPr/>
        <p:nvPr/>
      </p:nvGrpSpPr>
      <p:grpSpPr>
        <a:xfrm>
          <a:off x="0" y="0"/>
          <a:ext cx="0" cy="0"/>
          <a:chOff x="0" y="0"/>
          <a:chExt cx="0" cy="0"/>
        </a:xfrm>
      </p:grpSpPr>
      <p:sp>
        <p:nvSpPr>
          <p:cNvPr id="2" name="Title 1"/>
          <p:cNvSpPr>
            <a:spLocks noGrp="1"/>
          </p:cNvSpPr>
          <p:nvPr>
            <p:ph type="title"/>
          </p:nvPr>
        </p:nvSpPr>
        <p:spPr>
          <a:xfrm>
            <a:off x="423099" y="365126"/>
            <a:ext cx="11345799" cy="1076813"/>
          </a:xfrm>
        </p:spPr>
        <p:txBody>
          <a:bodyPr lIns="0" tIns="0" rIns="0" bIns="0" anchor="t">
            <a:normAutofit/>
          </a:bodyPr>
          <a:lstStyle>
            <a:lvl1pPr algn="ctr">
              <a:defRPr sz="3200"/>
            </a:lvl1pPr>
          </a:lstStyle>
          <a:p>
            <a:r>
              <a:rPr lang="en-US"/>
              <a:t>Click to edit Master title style</a:t>
            </a:r>
            <a:endParaRPr lang="en-US" dirty="0"/>
          </a:p>
        </p:txBody>
      </p:sp>
      <p:sp>
        <p:nvSpPr>
          <p:cNvPr id="4" name="Content Placeholder 3"/>
          <p:cNvSpPr>
            <a:spLocks noGrp="1"/>
          </p:cNvSpPr>
          <p:nvPr>
            <p:ph sz="half" idx="2"/>
          </p:nvPr>
        </p:nvSpPr>
        <p:spPr>
          <a:xfrm>
            <a:off x="423100" y="1535723"/>
            <a:ext cx="11345797" cy="4501661"/>
          </a:xfrm>
        </p:spPr>
        <p:txBody>
          <a:bodyPr lIns="0" tIns="0" rIns="0" bIns="0">
            <a:normAutofit/>
          </a:bodyPr>
          <a:lstStyle>
            <a:lvl1pPr marL="228594" indent="-228594">
              <a:buClr>
                <a:schemeClr val="accent1"/>
              </a:buClr>
              <a:buFont typeface="Arial" panose="020B0604020202020204" pitchFamily="34" charset="0"/>
              <a:buChar char="•"/>
              <a:defRPr sz="2667"/>
            </a:lvl1pPr>
            <a:lvl2pPr marL="685783" indent="-228594">
              <a:buClr>
                <a:schemeClr val="accent1"/>
              </a:buClr>
              <a:buFont typeface="Arial" panose="020B0604020202020204" pitchFamily="34" charset="0"/>
              <a:buChar char="•"/>
              <a:defRPr sz="2667"/>
            </a:lvl2pPr>
            <a:lvl3pPr marL="1142971" indent="-228594">
              <a:buClr>
                <a:schemeClr val="accent1"/>
              </a:buClr>
              <a:buFont typeface="Arial" panose="020B0604020202020204" pitchFamily="34" charset="0"/>
              <a:buChar char="•"/>
              <a:defRPr sz="2667"/>
            </a:lvl3pPr>
            <a:lvl4pPr marL="1600160" indent="-228594">
              <a:buClr>
                <a:schemeClr val="accent1"/>
              </a:buClr>
              <a:buFont typeface="Arial" panose="020B0604020202020204" pitchFamily="34" charset="0"/>
              <a:buChar char="•"/>
              <a:defRPr sz="2667"/>
            </a:lvl4pPr>
            <a:lvl5pPr marL="2057349" indent="-228594">
              <a:buClr>
                <a:schemeClr val="accent1"/>
              </a:buClr>
              <a:buFont typeface="Arial" panose="020B0604020202020204" pitchFamily="34" charset="0"/>
              <a:buChar char="•"/>
              <a:defRPr sz="26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203823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New Title Content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CCE42D8-5361-9940-B797-FFC03759880E}"/>
              </a:ext>
            </a:extLst>
          </p:cNvPr>
          <p:cNvPicPr>
            <a:picLocks noChangeAspect="1"/>
          </p:cNvPicPr>
          <p:nvPr/>
        </p:nvPicPr>
        <p:blipFill>
          <a:blip r:embed="rId2"/>
          <a:srcRect/>
          <a:stretch/>
        </p:blipFill>
        <p:spPr>
          <a:xfrm>
            <a:off x="0" y="1"/>
            <a:ext cx="12192000" cy="6858000"/>
          </a:xfrm>
          <a:prstGeom prst="rect">
            <a:avLst/>
          </a:prstGeom>
        </p:spPr>
      </p:pic>
      <p:sp>
        <p:nvSpPr>
          <p:cNvPr id="2" name="Title 1"/>
          <p:cNvSpPr>
            <a:spLocks noGrp="1"/>
          </p:cNvSpPr>
          <p:nvPr>
            <p:ph type="title"/>
          </p:nvPr>
        </p:nvSpPr>
        <p:spPr>
          <a:xfrm>
            <a:off x="423099" y="365126"/>
            <a:ext cx="11345799" cy="924413"/>
          </a:xfrm>
        </p:spPr>
        <p:txBody>
          <a:bodyPr lIns="0" tIns="0" rIns="0" bIns="0" anchor="t">
            <a:normAutofit/>
          </a:bodyPr>
          <a:lstStyle>
            <a:lvl1pPr algn="ctr">
              <a:defRPr sz="3200"/>
            </a:lvl1pPr>
          </a:lstStyle>
          <a:p>
            <a:r>
              <a:rPr lang="en-US"/>
              <a:t>Click to edit Master title style</a:t>
            </a:r>
            <a:endParaRPr lang="en-US" dirty="0"/>
          </a:p>
        </p:txBody>
      </p:sp>
      <p:sp>
        <p:nvSpPr>
          <p:cNvPr id="4" name="Content Placeholder 3"/>
          <p:cNvSpPr>
            <a:spLocks noGrp="1"/>
          </p:cNvSpPr>
          <p:nvPr>
            <p:ph sz="half" idx="2"/>
          </p:nvPr>
        </p:nvSpPr>
        <p:spPr>
          <a:xfrm>
            <a:off x="423100" y="1383323"/>
            <a:ext cx="11345797" cy="4380169"/>
          </a:xfrm>
        </p:spPr>
        <p:txBody>
          <a:bodyPr lIns="0" tIns="0" rIns="0" bIns="0">
            <a:normAutofit/>
          </a:bodyPr>
          <a:lstStyle>
            <a:lvl1pPr marL="228594" indent="-228594">
              <a:buClr>
                <a:schemeClr val="accent1"/>
              </a:buClr>
              <a:buFont typeface="Arial" panose="020B0604020202020204" pitchFamily="34" charset="0"/>
              <a:buChar char="•"/>
              <a:defRPr sz="2667"/>
            </a:lvl1pPr>
            <a:lvl2pPr marL="685783" indent="-228594">
              <a:buClr>
                <a:schemeClr val="accent1"/>
              </a:buClr>
              <a:buFont typeface="Arial" panose="020B0604020202020204" pitchFamily="34" charset="0"/>
              <a:buChar char="•"/>
              <a:defRPr sz="2667"/>
            </a:lvl2pPr>
            <a:lvl3pPr marL="1142971" indent="-228594">
              <a:buClr>
                <a:schemeClr val="accent1"/>
              </a:buClr>
              <a:buFont typeface="Arial" panose="020B0604020202020204" pitchFamily="34" charset="0"/>
              <a:buChar char="•"/>
              <a:defRPr sz="2667"/>
            </a:lvl3pPr>
            <a:lvl4pPr marL="1600160" indent="-228594">
              <a:buClr>
                <a:schemeClr val="accent1"/>
              </a:buClr>
              <a:buFont typeface="Arial" panose="020B0604020202020204" pitchFamily="34" charset="0"/>
              <a:buChar char="•"/>
              <a:defRPr sz="2667"/>
            </a:lvl4pPr>
            <a:lvl5pPr marL="2057349" indent="-228594">
              <a:buClr>
                <a:schemeClr val="accent1"/>
              </a:buClr>
              <a:buFont typeface="Arial" panose="020B0604020202020204" pitchFamily="34" charset="0"/>
              <a:buChar char="•"/>
              <a:defRPr sz="26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a:extLst>
              <a:ext uri="{FF2B5EF4-FFF2-40B4-BE49-F238E27FC236}">
                <a16:creationId xmlns:a16="http://schemas.microsoft.com/office/drawing/2014/main" id="{423224AA-A183-CA4A-BDDA-A7ED236E648B}"/>
              </a:ext>
            </a:extLst>
          </p:cNvPr>
          <p:cNvPicPr>
            <a:picLocks noChangeAspect="1"/>
          </p:cNvPicPr>
          <p:nvPr/>
        </p:nvPicPr>
        <p:blipFill>
          <a:blip r:embed="rId3"/>
          <a:srcRect/>
          <a:stretch/>
        </p:blipFill>
        <p:spPr>
          <a:xfrm>
            <a:off x="8875618" y="5748384"/>
            <a:ext cx="3316380" cy="1109616"/>
          </a:xfrm>
          <a:prstGeom prst="rect">
            <a:avLst/>
          </a:prstGeom>
        </p:spPr>
      </p:pic>
    </p:spTree>
    <p:extLst>
      <p:ext uri="{BB962C8B-B14F-4D97-AF65-F5344CB8AC3E}">
        <p14:creationId xmlns:p14="http://schemas.microsoft.com/office/powerpoint/2010/main" val="26311648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2314D-F56C-2D2F-97D9-F1714A9861D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79986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Aarhus University Summer School 2026</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977878-5A46-4A4D-987F-065558C472F5}" type="slidenum">
              <a:rPr lang="en-US" smtClean="0"/>
              <a:t>‹#›</a:t>
            </a:fld>
            <a:endParaRPr lang="en-US"/>
          </a:p>
        </p:txBody>
      </p:sp>
    </p:spTree>
    <p:extLst>
      <p:ext uri="{BB962C8B-B14F-4D97-AF65-F5344CB8AC3E}">
        <p14:creationId xmlns:p14="http://schemas.microsoft.com/office/powerpoint/2010/main" val="2450784130"/>
      </p:ext>
    </p:extLst>
  </p:cSld>
  <p:clrMap bg1="lt1" tx1="dk1" bg2="lt2" tx2="dk2" accent1="accent1" accent2="accent2" accent3="accent3" accent4="accent4" accent5="accent5" accent6="accent6" hlink="hlink" folHlink="folHlink"/>
  <p:sldLayoutIdLst>
    <p:sldLayoutId id="2147484118" r:id="rId1"/>
    <p:sldLayoutId id="2147484119" r:id="rId2"/>
    <p:sldLayoutId id="2147484120" r:id="rId3"/>
    <p:sldLayoutId id="2147484121" r:id="rId4"/>
    <p:sldLayoutId id="2147484122" r:id="rId5"/>
    <p:sldLayoutId id="2147484123" r:id="rId6"/>
    <p:sldLayoutId id="2147484124" r:id="rId7"/>
    <p:sldLayoutId id="2147484125" r:id="rId8"/>
    <p:sldLayoutId id="2147484126" r:id="rId9"/>
    <p:sldLayoutId id="2147484127" r:id="rId10"/>
    <p:sldLayoutId id="2147484128" r:id="rId11"/>
    <p:sldLayoutId id="2147484129" r:id="rId12"/>
    <p:sldLayoutId id="2147484130" r:id="rId13"/>
    <p:sldLayoutId id="2147484059" r:id="rId14"/>
    <p:sldLayoutId id="2147484017" r:id="rId15"/>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21.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22.emf"/></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image" Target="../media/image25.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30.xml"/><Relationship Id="rId1" Type="http://schemas.openxmlformats.org/officeDocument/2006/relationships/slideLayout" Target="../slideLayouts/slideLayout13.xml"/><Relationship Id="rId4" Type="http://schemas.openxmlformats.org/officeDocument/2006/relationships/image" Target="../media/image26.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27.e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32.xml"/><Relationship Id="rId1" Type="http://schemas.openxmlformats.org/officeDocument/2006/relationships/slideLayout" Target="../slideLayouts/slideLayout13.xml"/><Relationship Id="rId6" Type="http://schemas.openxmlformats.org/officeDocument/2006/relationships/image" Target="../media/image29.emf"/><Relationship Id="rId5" Type="http://schemas.openxmlformats.org/officeDocument/2006/relationships/oleObject" Target="../embeddings/oleObject7.bin"/><Relationship Id="rId4" Type="http://schemas.openxmlformats.org/officeDocument/2006/relationships/image" Target="../media/image28.e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33.xml"/><Relationship Id="rId1" Type="http://schemas.openxmlformats.org/officeDocument/2006/relationships/slideLayout" Target="../slideLayouts/slideLayout13.xml"/><Relationship Id="rId6" Type="http://schemas.openxmlformats.org/officeDocument/2006/relationships/image" Target="../media/image31.emf"/><Relationship Id="rId5" Type="http://schemas.openxmlformats.org/officeDocument/2006/relationships/oleObject" Target="../embeddings/oleObject9.bin"/><Relationship Id="rId4" Type="http://schemas.openxmlformats.org/officeDocument/2006/relationships/image" Target="../media/image30.e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9.xml"/><Relationship Id="rId1" Type="http://schemas.openxmlformats.org/officeDocument/2006/relationships/slideLayout" Target="../slideLayouts/slideLayout13.xml"/><Relationship Id="rId4" Type="http://schemas.openxmlformats.org/officeDocument/2006/relationships/image" Target="../media/image34.png"/></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0.xml"/><Relationship Id="rId1" Type="http://schemas.openxmlformats.org/officeDocument/2006/relationships/slideLayout" Target="../slideLayouts/slideLayout13.xml"/><Relationship Id="rId4" Type="http://schemas.openxmlformats.org/officeDocument/2006/relationships/image" Target="../media/image36.png"/></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1.xml"/><Relationship Id="rId1" Type="http://schemas.openxmlformats.org/officeDocument/2006/relationships/slideLayout" Target="../slideLayouts/slideLayout13.xml"/><Relationship Id="rId5" Type="http://schemas.openxmlformats.org/officeDocument/2006/relationships/image" Target="../media/image39.png"/><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3.xml"/><Relationship Id="rId1" Type="http://schemas.openxmlformats.org/officeDocument/2006/relationships/slideLayout" Target="../slideLayouts/slideLayout13.xml"/><Relationship Id="rId4" Type="http://schemas.openxmlformats.org/officeDocument/2006/relationships/image" Target="../media/image42.png"/></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7.xml"/><Relationship Id="rId1" Type="http://schemas.openxmlformats.org/officeDocument/2006/relationships/slideLayout" Target="../slideLayouts/slideLayout13.xml"/><Relationship Id="rId4" Type="http://schemas.openxmlformats.org/officeDocument/2006/relationships/image" Target="../media/image45.png"/></Relationships>
</file>

<file path=ppt/slides/_rels/slide4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8.xml"/><Relationship Id="rId1" Type="http://schemas.openxmlformats.org/officeDocument/2006/relationships/slideLayout" Target="../slideLayouts/slideLayout13.xml"/><Relationship Id="rId5" Type="http://schemas.openxmlformats.org/officeDocument/2006/relationships/image" Target="../media/image48.png"/><Relationship Id="rId4" Type="http://schemas.openxmlformats.org/officeDocument/2006/relationships/image" Target="../media/image47.png"/></Relationships>
</file>

<file path=ppt/slides/_rels/slide4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9.xml"/><Relationship Id="rId1" Type="http://schemas.openxmlformats.org/officeDocument/2006/relationships/slideLayout" Target="../slideLayouts/slideLayout13.xml"/><Relationship Id="rId4" Type="http://schemas.openxmlformats.org/officeDocument/2006/relationships/image" Target="../media/image50.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099" y="2112962"/>
            <a:ext cx="7273101" cy="2306638"/>
          </a:xfrm>
        </p:spPr>
        <p:txBody>
          <a:bodyPr anchor="t">
            <a:normAutofit/>
          </a:bodyPr>
          <a:lstStyle/>
          <a:p>
            <a:r>
              <a:rPr lang="en-US" dirty="0"/>
              <a:t>FINANCIAL RISK MANAGEMENT AND ENGINEERING</a:t>
            </a:r>
            <a:br>
              <a:rPr lang="en-US" dirty="0"/>
            </a:br>
            <a:br>
              <a:rPr lang="en-US" dirty="0"/>
            </a:br>
            <a:r>
              <a:rPr lang="en-US" dirty="0"/>
              <a:t>Session 2: Market Risk Basics: Returns, Volatility &amp; Correlation</a:t>
            </a:r>
          </a:p>
        </p:txBody>
      </p:sp>
      <p:pic>
        <p:nvPicPr>
          <p:cNvPr id="4" name="Picture 3" descr="New guidelines for the logo structure and university seal">
            <a:extLst>
              <a:ext uri="{FF2B5EF4-FFF2-40B4-BE49-F238E27FC236}">
                <a16:creationId xmlns:a16="http://schemas.microsoft.com/office/drawing/2014/main" id="{D6F9100D-02AF-EE22-EDE3-68F783F22630}"/>
              </a:ext>
            </a:extLst>
          </p:cNvPr>
          <p:cNvPicPr>
            <a:picLocks noChangeAspect="1"/>
          </p:cNvPicPr>
          <p:nvPr/>
        </p:nvPicPr>
        <p:blipFill>
          <a:blip r:embed="rId3"/>
          <a:srcRect t="42767" r="4" b="4"/>
          <a:stretch>
            <a:fillRect/>
          </a:stretch>
        </p:blipFill>
        <p:spPr>
          <a:xfrm>
            <a:off x="423101" y="2671763"/>
            <a:ext cx="6438105" cy="3684588"/>
          </a:xfrm>
          <a:prstGeom prst="rect">
            <a:avLst/>
          </a:prstGeom>
          <a:noFill/>
        </p:spPr>
      </p:pic>
      <p:pic>
        <p:nvPicPr>
          <p:cNvPr id="6" name="Picture 5" descr="AU's segl">
            <a:extLst>
              <a:ext uri="{FF2B5EF4-FFF2-40B4-BE49-F238E27FC236}">
                <a16:creationId xmlns:a16="http://schemas.microsoft.com/office/drawing/2014/main" id="{49BE1E43-6F81-3C41-C30C-E25204F4EEF2}"/>
              </a:ext>
            </a:extLst>
          </p:cNvPr>
          <p:cNvPicPr>
            <a:picLocks noChangeAspect="1"/>
          </p:cNvPicPr>
          <p:nvPr/>
        </p:nvPicPr>
        <p:blipFill>
          <a:blip r:embed="rId4"/>
          <a:stretch>
            <a:fillRect/>
          </a:stretch>
        </p:blipFill>
        <p:spPr>
          <a:xfrm>
            <a:off x="8153400" y="1905000"/>
            <a:ext cx="3048000" cy="304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Learning Objectives</a:t>
            </a:r>
            <a:endParaRPr b="1" dirty="0">
              <a:latin typeface="Arial" panose="020B0604020202020204" pitchFamily="34" charset="0"/>
              <a:cs typeface="Arial" panose="020B0604020202020204" pitchFamily="34" charset="0"/>
            </a:endParaRPr>
          </a:p>
        </p:txBody>
      </p:sp>
      <p:sp>
        <p:nvSpPr>
          <p:cNvPr id="4002" name="Content Placeholder"/>
          <p:cNvSpPr>
            <a:spLocks noGrp="1"/>
          </p:cNvSpPr>
          <p:nvPr>
            <p:ph sz="half" idx="2"/>
          </p:nvPr>
        </p:nvSpPr>
        <p:spPr/>
        <p:txBody>
          <a:bodyPr wrap="square">
            <a:normAutofit fontScale="92500" lnSpcReduction="10000"/>
          </a:bodyPr>
          <a:lstStyle/>
          <a:p>
            <a:pPr marL="0" indent="0">
              <a:buNone/>
            </a:pPr>
            <a:r>
              <a:rPr lang="en-CA" b="1" dirty="0"/>
              <a:t>By the end of this session, you will be able to:</a:t>
            </a:r>
          </a:p>
          <a:p>
            <a:r>
              <a:rPr lang="en-CA" dirty="0"/>
              <a:t>1. Compute simple and log returns and explain why logs are preferred (time-additivity, stationarity)</a:t>
            </a:r>
          </a:p>
          <a:p>
            <a:r>
              <a:rPr lang="en-CA" dirty="0"/>
              <a:t>2. Describe the stylised facts of returns: fat tails, volatility clustering, near-zero autocorrelation</a:t>
            </a:r>
          </a:p>
          <a:p>
            <a:r>
              <a:rPr lang="en-CA" dirty="0"/>
              <a:t>3. Implement EWMA volatility (Hull Ch.8) and interpret the RiskMetrics decay factor lambda</a:t>
            </a:r>
          </a:p>
          <a:p>
            <a:r>
              <a:rPr lang="en-CA" dirty="0"/>
              <a:t>4. Fit and interpret a GARCH(1,1) model: persistence, long-run variance, half-life</a:t>
            </a:r>
          </a:p>
          <a:p>
            <a:r>
              <a:rPr lang="en-CA" dirty="0"/>
              <a:t>5. Estimate beta with the market model and split risk into systematic vs idiosyncratic (Jorion Ch.5)</a:t>
            </a:r>
          </a:p>
          <a:p>
            <a:r>
              <a:rPr lang="en-CA" dirty="0"/>
              <a:t>6. Build a rolling correlation matrix and explain why correlations rise in crises (Longin &amp; Solnik 2001)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The Distribution Toolkit</a:t>
            </a:r>
            <a:endParaRPr b="1" dirty="0">
              <a:latin typeface="Arial" panose="020B0604020202020204" pitchFamily="34" charset="0"/>
              <a:cs typeface="Arial" panose="020B0604020202020204" pitchFamily="34" charset="0"/>
            </a:endParaRPr>
          </a:p>
        </p:txBody>
      </p:sp>
      <p:sp>
        <p:nvSpPr>
          <p:cNvPr id="4002" name="Content Placeholder"/>
          <p:cNvSpPr>
            <a:spLocks noGrp="1"/>
          </p:cNvSpPr>
          <p:nvPr>
            <p:ph sz="half" idx="2"/>
          </p:nvPr>
        </p:nvSpPr>
        <p:spPr>
          <a:xfrm>
            <a:off x="423100" y="1295400"/>
            <a:ext cx="11345797" cy="4501661"/>
          </a:xfrm>
        </p:spPr>
        <p:txBody>
          <a:bodyPr wrap="square">
            <a:normAutofit/>
          </a:bodyPr>
          <a:lstStyle/>
          <a:p>
            <a:pPr marL="0" indent="0">
              <a:buNone/>
            </a:pPr>
            <a:r>
              <a:rPr lang="en-CA" b="1" dirty="0"/>
              <a:t>Four modelling jobs</a:t>
            </a:r>
          </a:p>
          <a:p>
            <a:r>
              <a:rPr lang="en-CA" dirty="0"/>
              <a:t>Returns and P&amp;L - how big is a typical move and how fat are the tails: Normal, Student-t, Lognormal, Generalized Pareto</a:t>
            </a:r>
          </a:p>
          <a:p>
            <a:r>
              <a:rPr lang="en-CA" dirty="0"/>
              <a:t>Counts of events - how many defaults, losses or jumps: Bernoulli/Binomial, Poisson</a:t>
            </a:r>
          </a:p>
          <a:p>
            <a:r>
              <a:rPr lang="en-CA" dirty="0"/>
              <a:t>Times between events - how long until the next default or loss: Exponential</a:t>
            </a:r>
          </a:p>
          <a:p>
            <a:r>
              <a:rPr lang="en-CA" dirty="0"/>
              <a:t>Rates and proportions on [0,1] - recovery, probability of default: Beta</a:t>
            </a:r>
          </a:p>
          <a:p>
            <a:pPr marL="0" indent="0">
              <a:buNone/>
            </a:pPr>
            <a:r>
              <a:rPr lang="en-CA" b="1" dirty="0"/>
              <a:t>Inference and testing</a:t>
            </a:r>
          </a:p>
          <a:p>
            <a:r>
              <a:rPr lang="en-CA" dirty="0"/>
              <a:t>Chi-square and F underpin variance estimation, goodness-of-fit, and model-comparison tests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Normal (Gaussian) Distribution</a:t>
            </a:r>
            <a:endParaRPr b="1" dirty="0">
              <a:latin typeface="Arial" panose="020B0604020202020204" pitchFamily="34" charset="0"/>
              <a:cs typeface="Arial" panose="020B0604020202020204" pitchFamily="34" charset="0"/>
            </a:endParaRPr>
          </a:p>
        </p:txBody>
      </p:sp>
      <p:pic>
        <p:nvPicPr>
          <p:cNvPr id="4004" name="Picture 4003" descr="d_normal.png"/>
          <p:cNvPicPr>
            <a:picLocks noChangeAspect="1"/>
          </p:cNvPicPr>
          <p:nvPr/>
        </p:nvPicPr>
        <p:blipFill>
          <a:blip r:embed="rId3"/>
          <a:stretch>
            <a:fillRect/>
          </a:stretch>
        </p:blipFill>
        <p:spPr>
          <a:xfrm>
            <a:off x="2905705" y="982636"/>
            <a:ext cx="6380589" cy="764049"/>
          </a:xfrm>
          <a:prstGeom prst="rect">
            <a:avLst/>
          </a:prstGeom>
        </p:spPr>
      </p:pic>
      <p:sp>
        <p:nvSpPr>
          <p:cNvPr id="2" name="Content Placeholder"/>
          <p:cNvSpPr>
            <a:spLocks noGrp="1"/>
          </p:cNvSpPr>
          <p:nvPr>
            <p:ph sz="half" idx="2"/>
          </p:nvPr>
        </p:nvSpPr>
        <p:spPr>
          <a:xfrm>
            <a:off x="420624" y="2295144"/>
            <a:ext cx="11347704" cy="3758184"/>
          </a:xfrm>
        </p:spPr>
        <p:txBody>
          <a:bodyPr wrap="square">
            <a:normAutofit fontScale="77500" lnSpcReduction="20000"/>
          </a:bodyPr>
          <a:lstStyle/>
          <a:p>
            <a:pPr marL="0" indent="0">
              <a:buNone/>
            </a:pPr>
            <a:r>
              <a:rPr lang="en-CA" b="1" dirty="0"/>
              <a:t>Main feature</a:t>
            </a:r>
          </a:p>
          <a:p>
            <a:r>
              <a:rPr lang="en-CA" dirty="0"/>
              <a:t>Symmetric bell curve fully described by its mean mu and variance sigma^2</a:t>
            </a:r>
          </a:p>
          <a:p>
            <a:r>
              <a:rPr lang="en-CA" dirty="0"/>
              <a:t>Thin tails (kurtosis = 3); a sum of independent normals is again normal</a:t>
            </a:r>
          </a:p>
          <a:p>
            <a:r>
              <a:rPr lang="en-CA" dirty="0"/>
              <a:t>Justified by the Central Limit Theorem for sums of many small shocks</a:t>
            </a:r>
          </a:p>
          <a:p>
            <a:pPr marL="0" indent="0">
              <a:buNone/>
            </a:pPr>
            <a:r>
              <a:rPr lang="en-CA" b="1" dirty="0"/>
              <a:t>Benefits</a:t>
            </a:r>
          </a:p>
          <a:p>
            <a:r>
              <a:rPr lang="en-CA" dirty="0"/>
              <a:t>Analytically tractable - closed-form VaR = mu + sigma x z_alpha and simple portfolio aggregation</a:t>
            </a:r>
          </a:p>
          <a:p>
            <a:r>
              <a:rPr lang="en-CA" dirty="0"/>
              <a:t>Only two parameters to estimate; the backbone of the variance-covariance method</a:t>
            </a:r>
          </a:p>
          <a:p>
            <a:pPr marL="0" indent="0">
              <a:buNone/>
            </a:pPr>
            <a:r>
              <a:rPr lang="en-CA" b="1" dirty="0"/>
              <a:t>Uses in risk management</a:t>
            </a:r>
          </a:p>
          <a:p>
            <a:r>
              <a:rPr lang="en-CA" dirty="0"/>
              <a:t>Parametric (delta-normal) VaR and RiskMetrics; portfolio return modelling</a:t>
            </a:r>
          </a:p>
          <a:p>
            <a:r>
              <a:rPr lang="en-CA" dirty="0"/>
              <a:t>Normal log-returns underlie Black-Scholes; the null hypothesis in normality tests</a:t>
            </a:r>
          </a:p>
          <a:p>
            <a:r>
              <a:rPr lang="en-CA" dirty="0"/>
              <a:t>Caveat: underestimates extreme losses - real returns are fat-tailed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Student-t Distribution</a:t>
            </a:r>
            <a:endParaRPr b="1" dirty="0">
              <a:latin typeface="Arial" panose="020B0604020202020204" pitchFamily="34" charset="0"/>
              <a:cs typeface="Arial" panose="020B0604020202020204" pitchFamily="34" charset="0"/>
            </a:endParaRPr>
          </a:p>
        </p:txBody>
      </p:sp>
      <p:pic>
        <p:nvPicPr>
          <p:cNvPr id="4006" name="Picture 4005" descr="d_t.png"/>
          <p:cNvPicPr>
            <a:picLocks noChangeAspect="1"/>
          </p:cNvPicPr>
          <p:nvPr/>
        </p:nvPicPr>
        <p:blipFill>
          <a:blip r:embed="rId3"/>
          <a:stretch>
            <a:fillRect/>
          </a:stretch>
        </p:blipFill>
        <p:spPr>
          <a:xfrm>
            <a:off x="2743200" y="1143000"/>
            <a:ext cx="6352592" cy="780288"/>
          </a:xfrm>
          <a:prstGeom prst="rect">
            <a:avLst/>
          </a:prstGeom>
        </p:spPr>
      </p:pic>
      <p:sp>
        <p:nvSpPr>
          <p:cNvPr id="2" name="Content Placeholder"/>
          <p:cNvSpPr>
            <a:spLocks noGrp="1"/>
          </p:cNvSpPr>
          <p:nvPr>
            <p:ph sz="half" idx="2"/>
          </p:nvPr>
        </p:nvSpPr>
        <p:spPr>
          <a:xfrm>
            <a:off x="420624" y="2295144"/>
            <a:ext cx="11347704" cy="3758184"/>
          </a:xfrm>
        </p:spPr>
        <p:txBody>
          <a:bodyPr wrap="square">
            <a:normAutofit fontScale="77500" lnSpcReduction="20000"/>
          </a:bodyPr>
          <a:lstStyle/>
          <a:p>
            <a:pPr marL="0" indent="0">
              <a:buNone/>
            </a:pPr>
            <a:r>
              <a:rPr lang="en-CA" b="1" dirty="0"/>
              <a:t>Main feature</a:t>
            </a:r>
          </a:p>
          <a:p>
            <a:r>
              <a:rPr lang="en-CA" dirty="0"/>
              <a:t>Symmetric like the normal but with heavier tails; the degrees of freedom nu control tail thickness</a:t>
            </a:r>
          </a:p>
          <a:p>
            <a:r>
              <a:rPr lang="en-CA" dirty="0"/>
              <a:t>Excess kurtosis when nu &gt; 4; as nu grows it converges to the normal</a:t>
            </a:r>
          </a:p>
          <a:p>
            <a:pPr marL="0" indent="0">
              <a:buNone/>
            </a:pPr>
            <a:r>
              <a:rPr lang="en-CA" b="1" dirty="0"/>
              <a:t>Benefits</a:t>
            </a:r>
          </a:p>
          <a:p>
            <a:r>
              <a:rPr lang="en-CA" dirty="0"/>
              <a:t>Captures fat tails and extreme moves the normal misses, with just one extra parameter</a:t>
            </a:r>
          </a:p>
          <a:p>
            <a:r>
              <a:rPr lang="en-CA" dirty="0"/>
              <a:t>Standardised t is a drop-in innovation for GARCH-t volatility models</a:t>
            </a:r>
          </a:p>
          <a:p>
            <a:pPr marL="0" indent="0">
              <a:buNone/>
            </a:pPr>
            <a:r>
              <a:rPr lang="en-CA" b="1" dirty="0"/>
              <a:t>Uses in risk management</a:t>
            </a:r>
          </a:p>
          <a:p>
            <a:r>
              <a:rPr lang="en-CA" dirty="0"/>
              <a:t>Fat-tailed VaR and Expected Shortfall; GARCH(1,1)-t daily return models</a:t>
            </a:r>
          </a:p>
          <a:p>
            <a:r>
              <a:rPr lang="en-CA" dirty="0"/>
              <a:t>The t-copula for joint tail dependence (joint crashes across assets)</a:t>
            </a:r>
          </a:p>
          <a:p>
            <a:r>
              <a:rPr lang="en-CA" dirty="0"/>
              <a:t>Small-sample inference and regression t-statistics (e.g. testing whether a beta is significant)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Lognormal Distribution</a:t>
            </a:r>
            <a:endParaRPr b="1" dirty="0">
              <a:latin typeface="Arial" panose="020B0604020202020204" pitchFamily="34" charset="0"/>
              <a:cs typeface="Arial" panose="020B0604020202020204" pitchFamily="34" charset="0"/>
            </a:endParaRPr>
          </a:p>
        </p:txBody>
      </p:sp>
      <p:pic>
        <p:nvPicPr>
          <p:cNvPr id="4008" name="Picture 4007" descr="d_lognorm.png"/>
          <p:cNvPicPr>
            <a:picLocks noChangeAspect="1"/>
          </p:cNvPicPr>
          <p:nvPr/>
        </p:nvPicPr>
        <p:blipFill>
          <a:blip r:embed="rId3"/>
          <a:stretch>
            <a:fillRect/>
          </a:stretch>
        </p:blipFill>
        <p:spPr>
          <a:xfrm>
            <a:off x="2492628" y="1190479"/>
            <a:ext cx="7203695" cy="502920"/>
          </a:xfrm>
          <a:prstGeom prst="rect">
            <a:avLst/>
          </a:prstGeom>
        </p:spPr>
      </p:pic>
      <p:sp>
        <p:nvSpPr>
          <p:cNvPr id="2" name="Content Placeholder"/>
          <p:cNvSpPr>
            <a:spLocks noGrp="1"/>
          </p:cNvSpPr>
          <p:nvPr>
            <p:ph sz="half" idx="2"/>
          </p:nvPr>
        </p:nvSpPr>
        <p:spPr>
          <a:xfrm>
            <a:off x="420624" y="2295144"/>
            <a:ext cx="11347704" cy="3758184"/>
          </a:xfrm>
        </p:spPr>
        <p:txBody>
          <a:bodyPr wrap="square">
            <a:normAutofit fontScale="92500" lnSpcReduction="20000"/>
          </a:bodyPr>
          <a:lstStyle/>
          <a:p>
            <a:pPr marL="0" indent="0">
              <a:buNone/>
            </a:pPr>
            <a:r>
              <a:rPr lang="en-CA" b="1" dirty="0"/>
              <a:t>Main feature</a:t>
            </a:r>
          </a:p>
          <a:p>
            <a:r>
              <a:rPr lang="en-CA" dirty="0"/>
              <a:t>A variable whose logarithm is normal; strictly positive and right-skewed</a:t>
            </a:r>
          </a:p>
          <a:p>
            <a:r>
              <a:rPr lang="en-CA" dirty="0"/>
              <a:t>Arises from multiplicative (compounding) growth rather than additive shocks</a:t>
            </a:r>
          </a:p>
          <a:p>
            <a:pPr marL="0" indent="0">
              <a:buNone/>
            </a:pPr>
            <a:r>
              <a:rPr lang="en-CA" b="1" dirty="0"/>
              <a:t>Benefits</a:t>
            </a:r>
          </a:p>
          <a:p>
            <a:r>
              <a:rPr lang="en-CA" dirty="0"/>
              <a:t>Never goes negative - the natural model for prices, values and loss sizes</a:t>
            </a:r>
          </a:p>
          <a:p>
            <a:r>
              <a:rPr lang="en-CA" dirty="0"/>
              <a:t>Consistent with geometric Brownian motion and normal log-returns</a:t>
            </a:r>
          </a:p>
          <a:p>
            <a:pPr marL="0" indent="0">
              <a:buNone/>
            </a:pPr>
            <a:r>
              <a:rPr lang="en-CA" b="1" dirty="0"/>
              <a:t>Uses in risk management</a:t>
            </a:r>
          </a:p>
          <a:p>
            <a:r>
              <a:rPr lang="en-CA" dirty="0"/>
              <a:t>Asset and stock PRICE modelling (the Black-Scholes underlying)</a:t>
            </a:r>
          </a:p>
          <a:p>
            <a:r>
              <a:rPr lang="en-CA" dirty="0"/>
              <a:t>Loss SEVERITY in operational-risk loss-distribution models; positive quantities such as rates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Chi-Square Distribution</a:t>
            </a:r>
            <a:endParaRPr b="1" dirty="0">
              <a:latin typeface="Arial" panose="020B0604020202020204" pitchFamily="34" charset="0"/>
              <a:cs typeface="Arial" panose="020B0604020202020204" pitchFamily="34" charset="0"/>
            </a:endParaRPr>
          </a:p>
        </p:txBody>
      </p:sp>
      <p:pic>
        <p:nvPicPr>
          <p:cNvPr id="4010" name="Picture 4009" descr="d_chi2.png"/>
          <p:cNvPicPr>
            <a:picLocks noChangeAspect="1"/>
          </p:cNvPicPr>
          <p:nvPr/>
        </p:nvPicPr>
        <p:blipFill>
          <a:blip r:embed="rId3"/>
          <a:stretch>
            <a:fillRect/>
          </a:stretch>
        </p:blipFill>
        <p:spPr>
          <a:xfrm>
            <a:off x="3657600" y="1013695"/>
            <a:ext cx="4573762" cy="856488"/>
          </a:xfrm>
          <a:prstGeom prst="rect">
            <a:avLst/>
          </a:prstGeom>
        </p:spPr>
      </p:pic>
      <p:sp>
        <p:nvSpPr>
          <p:cNvPr id="2" name="Content Placeholder"/>
          <p:cNvSpPr>
            <a:spLocks noGrp="1"/>
          </p:cNvSpPr>
          <p:nvPr>
            <p:ph sz="half" idx="2"/>
          </p:nvPr>
        </p:nvSpPr>
        <p:spPr>
          <a:xfrm>
            <a:off x="420624" y="2295144"/>
            <a:ext cx="11347704" cy="3758184"/>
          </a:xfrm>
        </p:spPr>
        <p:txBody>
          <a:bodyPr wrap="square">
            <a:normAutofit fontScale="85000" lnSpcReduction="20000"/>
          </a:bodyPr>
          <a:lstStyle/>
          <a:p>
            <a:pPr marL="0" indent="0">
              <a:buNone/>
            </a:pPr>
            <a:r>
              <a:rPr lang="en-CA" b="1" dirty="0"/>
              <a:t>Main feature</a:t>
            </a:r>
          </a:p>
          <a:p>
            <a:r>
              <a:rPr lang="en-CA" dirty="0"/>
              <a:t>The distribution of a sum of k squared standard normals; positive and right-skewed</a:t>
            </a:r>
          </a:p>
          <a:p>
            <a:r>
              <a:rPr lang="en-CA" dirty="0"/>
              <a:t>Mean = k and variance = 2k; approaches the normal as the degrees of freedom k grow</a:t>
            </a:r>
          </a:p>
          <a:p>
            <a:pPr marL="0" indent="0">
              <a:buNone/>
            </a:pPr>
            <a:r>
              <a:rPr lang="en-CA" b="1" dirty="0"/>
              <a:t>Benefits</a:t>
            </a:r>
          </a:p>
          <a:p>
            <a:r>
              <a:rPr lang="en-CA" dirty="0"/>
              <a:t>Links naturally to variances (sums of squares) and to likelihood-based tests</a:t>
            </a:r>
          </a:p>
          <a:p>
            <a:pPr marL="0" indent="0">
              <a:buNone/>
            </a:pPr>
            <a:r>
              <a:rPr lang="en-CA" b="1" dirty="0"/>
              <a:t>Uses in risk management</a:t>
            </a:r>
          </a:p>
          <a:p>
            <a:r>
              <a:rPr lang="en-CA" dirty="0"/>
              <a:t>Variance and covariance inference; goodness-of-fit and normality tests (Jarque-Bera is chi-square with 2 df)</a:t>
            </a:r>
          </a:p>
          <a:p>
            <a:r>
              <a:rPr lang="en-CA" dirty="0"/>
              <a:t>Likelihood-ratio tests for nested models (e.g. ARCH vs GARCH)</a:t>
            </a:r>
          </a:p>
          <a:p>
            <a:r>
              <a:rPr lang="en-CA" dirty="0"/>
              <a:t>VaR backtesting: the Kupiec POF and Christoffersen independence tests are chi-square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F-Distribution</a:t>
            </a:r>
            <a:endParaRPr b="1" dirty="0">
              <a:latin typeface="Arial" panose="020B0604020202020204" pitchFamily="34" charset="0"/>
              <a:cs typeface="Arial" panose="020B0604020202020204" pitchFamily="34" charset="0"/>
            </a:endParaRPr>
          </a:p>
        </p:txBody>
      </p:sp>
      <p:pic>
        <p:nvPicPr>
          <p:cNvPr id="4012" name="Picture 4011" descr="d_F.png"/>
          <p:cNvPicPr>
            <a:picLocks noChangeAspect="1"/>
          </p:cNvPicPr>
          <p:nvPr/>
        </p:nvPicPr>
        <p:blipFill>
          <a:blip r:embed="rId3"/>
          <a:stretch>
            <a:fillRect/>
          </a:stretch>
        </p:blipFill>
        <p:spPr>
          <a:xfrm>
            <a:off x="2819400" y="1061719"/>
            <a:ext cx="6149637" cy="856488"/>
          </a:xfrm>
          <a:prstGeom prst="rect">
            <a:avLst/>
          </a:prstGeom>
        </p:spPr>
      </p:pic>
      <p:sp>
        <p:nvSpPr>
          <p:cNvPr id="2" name="Content Placeholder"/>
          <p:cNvSpPr>
            <a:spLocks noGrp="1"/>
          </p:cNvSpPr>
          <p:nvPr>
            <p:ph sz="half" idx="2"/>
          </p:nvPr>
        </p:nvSpPr>
        <p:spPr>
          <a:xfrm>
            <a:off x="420624" y="2295144"/>
            <a:ext cx="11347704" cy="3758184"/>
          </a:xfrm>
        </p:spPr>
        <p:txBody>
          <a:bodyPr wrap="square">
            <a:normAutofit fontScale="92500" lnSpcReduction="20000"/>
          </a:bodyPr>
          <a:lstStyle/>
          <a:p>
            <a:pPr marL="0" indent="0">
              <a:buNone/>
            </a:pPr>
            <a:r>
              <a:rPr lang="en-CA" b="1" dirty="0"/>
              <a:t>Main feature</a:t>
            </a:r>
          </a:p>
          <a:p>
            <a:r>
              <a:rPr lang="en-CA" dirty="0"/>
              <a:t>The ratio of two independent scaled chi-square variables; positive and right-skewed</a:t>
            </a:r>
          </a:p>
          <a:p>
            <a:r>
              <a:rPr lang="en-CA" dirty="0"/>
              <a:t>Two degrees-of-freedom parameters (numerator and denominator)</a:t>
            </a:r>
          </a:p>
          <a:p>
            <a:pPr marL="0" indent="0">
              <a:buNone/>
            </a:pPr>
            <a:r>
              <a:rPr lang="en-CA" b="1" dirty="0"/>
              <a:t>Benefits</a:t>
            </a:r>
          </a:p>
          <a:p>
            <a:r>
              <a:rPr lang="en-CA" dirty="0"/>
              <a:t>Purpose-built to compare two variances or the fit of two nested models</a:t>
            </a:r>
          </a:p>
          <a:p>
            <a:pPr marL="0" indent="0">
              <a:buNone/>
            </a:pPr>
            <a:r>
              <a:rPr lang="en-CA" b="1" dirty="0"/>
              <a:t>Uses in risk management</a:t>
            </a:r>
          </a:p>
          <a:p>
            <a:r>
              <a:rPr lang="en-CA" dirty="0"/>
              <a:t>Joint significance tests in factor models and regressions (an F-test on several betas at once)</a:t>
            </a:r>
          </a:p>
          <a:p>
            <a:r>
              <a:rPr lang="en-CA" dirty="0"/>
              <a:t>Comparing volatility between two periods or assets (variance-ratio tests); ANOVA in factor analysis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Generalized Pareto Distribution (EVT)</a:t>
            </a:r>
            <a:endParaRPr b="1" dirty="0">
              <a:latin typeface="Arial" panose="020B0604020202020204" pitchFamily="34" charset="0"/>
              <a:cs typeface="Arial" panose="020B0604020202020204" pitchFamily="34" charset="0"/>
            </a:endParaRPr>
          </a:p>
        </p:txBody>
      </p:sp>
      <p:pic>
        <p:nvPicPr>
          <p:cNvPr id="4014" name="Picture 4013" descr="d_gpd.png"/>
          <p:cNvPicPr>
            <a:picLocks noChangeAspect="1"/>
          </p:cNvPicPr>
          <p:nvPr/>
        </p:nvPicPr>
        <p:blipFill>
          <a:blip r:embed="rId3"/>
          <a:stretch>
            <a:fillRect/>
          </a:stretch>
        </p:blipFill>
        <p:spPr>
          <a:xfrm>
            <a:off x="1905000" y="1124712"/>
            <a:ext cx="7954514" cy="780288"/>
          </a:xfrm>
          <a:prstGeom prst="rect">
            <a:avLst/>
          </a:prstGeom>
        </p:spPr>
      </p:pic>
      <p:sp>
        <p:nvSpPr>
          <p:cNvPr id="2" name="Content Placeholder"/>
          <p:cNvSpPr>
            <a:spLocks noGrp="1"/>
          </p:cNvSpPr>
          <p:nvPr>
            <p:ph sz="half" idx="2"/>
          </p:nvPr>
        </p:nvSpPr>
        <p:spPr>
          <a:xfrm>
            <a:off x="420624" y="2295144"/>
            <a:ext cx="11347704" cy="3758184"/>
          </a:xfrm>
        </p:spPr>
        <p:txBody>
          <a:bodyPr wrap="square">
            <a:normAutofit fontScale="85000" lnSpcReduction="20000"/>
          </a:bodyPr>
          <a:lstStyle/>
          <a:p>
            <a:pPr marL="0" indent="0">
              <a:buNone/>
            </a:pPr>
            <a:r>
              <a:rPr lang="en-CA" b="1" dirty="0"/>
              <a:t>Main feature</a:t>
            </a:r>
          </a:p>
          <a:p>
            <a:r>
              <a:rPr lang="en-CA" dirty="0"/>
              <a:t>Models only the TAIL - the distribution of exceedances over a high threshold (peaks-over-threshold)</a:t>
            </a:r>
          </a:p>
          <a:p>
            <a:r>
              <a:rPr lang="en-CA" dirty="0"/>
              <a:t>The shape parameter xi sets tail heaviness; xi &gt; 0 gives a heavy (power-law) tail</a:t>
            </a:r>
          </a:p>
          <a:p>
            <a:pPr marL="0" indent="0">
              <a:buNone/>
            </a:pPr>
            <a:r>
              <a:rPr lang="en-CA" b="1" dirty="0"/>
              <a:t>Benefits</a:t>
            </a:r>
          </a:p>
          <a:p>
            <a:r>
              <a:rPr lang="en-CA" dirty="0"/>
              <a:t>Concentrates the data on the extremes and is theoretically justified for tails (Pickands-Balkema-de Haan)</a:t>
            </a:r>
          </a:p>
          <a:p>
            <a:r>
              <a:rPr lang="en-CA" dirty="0"/>
              <a:t>Extrapolates beyond the largest observed loss - essential for rare events</a:t>
            </a:r>
          </a:p>
          <a:p>
            <a:pPr marL="0" indent="0">
              <a:buNone/>
            </a:pPr>
            <a:r>
              <a:rPr lang="en-CA" b="1" dirty="0"/>
              <a:t>Uses in risk management</a:t>
            </a:r>
          </a:p>
          <a:p>
            <a:r>
              <a:rPr lang="en-CA" dirty="0"/>
              <a:t>Extreme VaR and Expected Shortfall at very high confidence (99.9%); operational-risk capital</a:t>
            </a:r>
          </a:p>
          <a:p>
            <a:r>
              <a:rPr lang="en-CA" dirty="0"/>
              <a:t>Tail-index estimation and tail stress testing (Extreme Value Theory)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Poisson Distribution</a:t>
            </a:r>
            <a:endParaRPr b="1" dirty="0">
              <a:latin typeface="Arial" panose="020B0604020202020204" pitchFamily="34" charset="0"/>
              <a:cs typeface="Arial" panose="020B0604020202020204" pitchFamily="34" charset="0"/>
            </a:endParaRPr>
          </a:p>
        </p:txBody>
      </p:sp>
      <p:pic>
        <p:nvPicPr>
          <p:cNvPr id="4016" name="Picture 4015" descr="d_poisson.png"/>
          <p:cNvPicPr>
            <a:picLocks noChangeAspect="1"/>
          </p:cNvPicPr>
          <p:nvPr/>
        </p:nvPicPr>
        <p:blipFill>
          <a:blip r:embed="rId3"/>
          <a:stretch>
            <a:fillRect/>
          </a:stretch>
        </p:blipFill>
        <p:spPr>
          <a:xfrm>
            <a:off x="3396626" y="1143000"/>
            <a:ext cx="5398748" cy="780288"/>
          </a:xfrm>
          <a:prstGeom prst="rect">
            <a:avLst/>
          </a:prstGeom>
        </p:spPr>
      </p:pic>
      <p:sp>
        <p:nvSpPr>
          <p:cNvPr id="2" name="Content Placeholder"/>
          <p:cNvSpPr>
            <a:spLocks noGrp="1"/>
          </p:cNvSpPr>
          <p:nvPr>
            <p:ph sz="half" idx="2"/>
          </p:nvPr>
        </p:nvSpPr>
        <p:spPr>
          <a:xfrm>
            <a:off x="420624" y="2295144"/>
            <a:ext cx="11347704" cy="3758184"/>
          </a:xfrm>
        </p:spPr>
        <p:txBody>
          <a:bodyPr wrap="square">
            <a:normAutofit fontScale="85000" lnSpcReduction="10000"/>
          </a:bodyPr>
          <a:lstStyle/>
          <a:p>
            <a:pPr marL="0" indent="0">
              <a:buNone/>
            </a:pPr>
            <a:r>
              <a:rPr lang="en-CA" b="1" dirty="0"/>
              <a:t>Main feature</a:t>
            </a:r>
          </a:p>
          <a:p>
            <a:r>
              <a:rPr lang="en-CA" dirty="0"/>
              <a:t>Counts of rare, independent events in a fixed interval, governed by a single rate lambda</a:t>
            </a:r>
          </a:p>
          <a:p>
            <a:r>
              <a:rPr lang="en-CA" dirty="0"/>
              <a:t>Mean = variance = lambda; sums of independent Poissons are again Poisson</a:t>
            </a:r>
          </a:p>
          <a:p>
            <a:pPr marL="0" indent="0">
              <a:buNone/>
            </a:pPr>
            <a:r>
              <a:rPr lang="en-CA" b="1" dirty="0"/>
              <a:t>Benefits</a:t>
            </a:r>
          </a:p>
          <a:p>
            <a:r>
              <a:rPr lang="en-CA" dirty="0"/>
              <a:t>The simplest event-count model and the building block of compound loss models</a:t>
            </a:r>
          </a:p>
          <a:p>
            <a:pPr marL="0" indent="0">
              <a:buNone/>
            </a:pPr>
            <a:r>
              <a:rPr lang="en-CA" b="1" dirty="0"/>
              <a:t>Uses in risk management</a:t>
            </a:r>
          </a:p>
          <a:p>
            <a:r>
              <a:rPr lang="en-CA" dirty="0"/>
              <a:t>Operational-loss FREQUENCY in the compound-Poisson loss-distribution approach (frequency x severity)</a:t>
            </a:r>
          </a:p>
          <a:p>
            <a:r>
              <a:rPr lang="en-CA" dirty="0"/>
              <a:t>Number of defaults in a pool; jump counts in jump-diffusion; arrival of claims or trades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Bernoulli and Binomial Distributions</a:t>
            </a:r>
            <a:endParaRPr b="1" dirty="0">
              <a:latin typeface="Arial" panose="020B0604020202020204" pitchFamily="34" charset="0"/>
              <a:cs typeface="Arial" panose="020B0604020202020204" pitchFamily="34" charset="0"/>
            </a:endParaRPr>
          </a:p>
        </p:txBody>
      </p:sp>
      <p:pic>
        <p:nvPicPr>
          <p:cNvPr id="4018" name="Picture 4017" descr="d_binom.png"/>
          <p:cNvPicPr>
            <a:picLocks noChangeAspect="1"/>
          </p:cNvPicPr>
          <p:nvPr/>
        </p:nvPicPr>
        <p:blipFill>
          <a:blip r:embed="rId3"/>
          <a:stretch>
            <a:fillRect/>
          </a:stretch>
        </p:blipFill>
        <p:spPr>
          <a:xfrm>
            <a:off x="3218805" y="1572768"/>
            <a:ext cx="5751341" cy="502920"/>
          </a:xfrm>
          <a:prstGeom prst="rect">
            <a:avLst/>
          </a:prstGeom>
        </p:spPr>
      </p:pic>
      <p:sp>
        <p:nvSpPr>
          <p:cNvPr id="2" name="Content Placeholder"/>
          <p:cNvSpPr>
            <a:spLocks noGrp="1"/>
          </p:cNvSpPr>
          <p:nvPr>
            <p:ph sz="half" idx="2"/>
          </p:nvPr>
        </p:nvSpPr>
        <p:spPr>
          <a:xfrm>
            <a:off x="420624" y="2295144"/>
            <a:ext cx="11347704" cy="3758184"/>
          </a:xfrm>
        </p:spPr>
        <p:txBody>
          <a:bodyPr wrap="square">
            <a:normAutofit fontScale="92500" lnSpcReduction="20000"/>
          </a:bodyPr>
          <a:lstStyle/>
          <a:p>
            <a:pPr marL="0" indent="0">
              <a:buNone/>
            </a:pPr>
            <a:r>
              <a:rPr lang="en-CA" b="1" dirty="0"/>
              <a:t>Main feature</a:t>
            </a:r>
          </a:p>
          <a:p>
            <a:r>
              <a:rPr lang="en-CA" dirty="0"/>
              <a:t>Bernoulli: a single yes/no outcome (default or no default) with probability p</a:t>
            </a:r>
          </a:p>
          <a:p>
            <a:r>
              <a:rPr lang="en-CA" dirty="0"/>
              <a:t>Binomial: the number of defaults among n independent obligors, each with probability p</a:t>
            </a:r>
          </a:p>
          <a:p>
            <a:pPr marL="0" indent="0">
              <a:buNone/>
            </a:pPr>
            <a:r>
              <a:rPr lang="en-CA" b="1" dirty="0"/>
              <a:t>Benefits</a:t>
            </a:r>
          </a:p>
          <a:p>
            <a:r>
              <a:rPr lang="en-CA" dirty="0"/>
              <a:t>The natural, interpretable model for default events and probabilities of default (PD)</a:t>
            </a:r>
          </a:p>
          <a:p>
            <a:pPr marL="0" indent="0">
              <a:buNone/>
            </a:pPr>
            <a:r>
              <a:rPr lang="en-CA" b="1" dirty="0"/>
              <a:t>Uses in risk management</a:t>
            </a:r>
          </a:p>
          <a:p>
            <a:r>
              <a:rPr lang="en-CA" dirty="0"/>
              <a:t>Credit default modelling and PD; binomial trees for option pricing</a:t>
            </a:r>
          </a:p>
          <a:p>
            <a:r>
              <a:rPr lang="en-CA" dirty="0"/>
              <a:t>Counting VaR exceptions in backtesting (the basis of the Kupiec test)</a:t>
            </a:r>
          </a:p>
          <a:p>
            <a:r>
              <a:rPr lang="en-CA" dirty="0"/>
              <a:t>Caveat: real defaults are correlated - independence understates portfolio tail risk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Exponential Distribution</a:t>
            </a:r>
            <a:endParaRPr b="1" dirty="0">
              <a:latin typeface="Arial" panose="020B0604020202020204" pitchFamily="34" charset="0"/>
              <a:cs typeface="Arial" panose="020B0604020202020204" pitchFamily="34" charset="0"/>
            </a:endParaRPr>
          </a:p>
        </p:txBody>
      </p:sp>
      <p:pic>
        <p:nvPicPr>
          <p:cNvPr id="4020" name="Picture 4019" descr="d_exp.png"/>
          <p:cNvPicPr>
            <a:picLocks noChangeAspect="1"/>
          </p:cNvPicPr>
          <p:nvPr/>
        </p:nvPicPr>
        <p:blipFill>
          <a:blip r:embed="rId3"/>
          <a:stretch>
            <a:fillRect/>
          </a:stretch>
        </p:blipFill>
        <p:spPr>
          <a:xfrm>
            <a:off x="2660475" y="1572768"/>
            <a:ext cx="6868001" cy="502920"/>
          </a:xfrm>
          <a:prstGeom prst="rect">
            <a:avLst/>
          </a:prstGeom>
        </p:spPr>
      </p:pic>
      <p:sp>
        <p:nvSpPr>
          <p:cNvPr id="2" name="Content Placeholder"/>
          <p:cNvSpPr>
            <a:spLocks noGrp="1"/>
          </p:cNvSpPr>
          <p:nvPr>
            <p:ph sz="half" idx="2"/>
          </p:nvPr>
        </p:nvSpPr>
        <p:spPr>
          <a:xfrm>
            <a:off x="420624" y="2295144"/>
            <a:ext cx="11347704" cy="3758184"/>
          </a:xfrm>
        </p:spPr>
        <p:txBody>
          <a:bodyPr wrap="square">
            <a:normAutofit lnSpcReduction="10000"/>
          </a:bodyPr>
          <a:lstStyle/>
          <a:p>
            <a:pPr marL="0" indent="0">
              <a:buNone/>
            </a:pPr>
            <a:r>
              <a:rPr lang="en-CA" b="1" dirty="0"/>
              <a:t>Main feature</a:t>
            </a:r>
          </a:p>
          <a:p>
            <a:r>
              <a:rPr lang="en-CA" dirty="0"/>
              <a:t>The time until the first event (or between events); a constant hazard rate lambda</a:t>
            </a:r>
          </a:p>
          <a:p>
            <a:r>
              <a:rPr lang="en-CA" dirty="0"/>
              <a:t>Memoryless: elapsed time does not change the remaining waiting time</a:t>
            </a:r>
          </a:p>
          <a:p>
            <a:pPr marL="0" indent="0">
              <a:buNone/>
            </a:pPr>
            <a:r>
              <a:rPr lang="en-CA" b="1" dirty="0"/>
              <a:t>Benefits</a:t>
            </a:r>
          </a:p>
          <a:p>
            <a:r>
              <a:rPr lang="en-CA" dirty="0"/>
              <a:t>A simple survival/hazard model; the interarrival time of a Poisson process</a:t>
            </a:r>
          </a:p>
          <a:p>
            <a:pPr marL="0" indent="0">
              <a:buNone/>
            </a:pPr>
            <a:r>
              <a:rPr lang="en-CA" b="1" dirty="0"/>
              <a:t>Uses in risk management</a:t>
            </a:r>
          </a:p>
          <a:p>
            <a:r>
              <a:rPr lang="en-CA" dirty="0"/>
              <a:t>Reduced-form (intensity) credit models: time-to-default with hazard lambda</a:t>
            </a:r>
          </a:p>
          <a:p>
            <a:r>
              <a:rPr lang="en-CA" dirty="0"/>
              <a:t>Interarrival times of losses and jumps; survival and waiting-time analysis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Beta Distribution</a:t>
            </a:r>
            <a:endParaRPr b="1" dirty="0">
              <a:latin typeface="Arial" panose="020B0604020202020204" pitchFamily="34" charset="0"/>
              <a:cs typeface="Arial" panose="020B0604020202020204" pitchFamily="34" charset="0"/>
            </a:endParaRPr>
          </a:p>
        </p:txBody>
      </p:sp>
      <p:pic>
        <p:nvPicPr>
          <p:cNvPr id="4022" name="Picture 4021" descr="d_beta.png"/>
          <p:cNvPicPr>
            <a:picLocks noChangeAspect="1"/>
          </p:cNvPicPr>
          <p:nvPr/>
        </p:nvPicPr>
        <p:blipFill>
          <a:blip r:embed="rId3"/>
          <a:stretch>
            <a:fillRect/>
          </a:stretch>
        </p:blipFill>
        <p:spPr>
          <a:xfrm>
            <a:off x="3048000" y="1016748"/>
            <a:ext cx="5598506" cy="856488"/>
          </a:xfrm>
          <a:prstGeom prst="rect">
            <a:avLst/>
          </a:prstGeom>
        </p:spPr>
      </p:pic>
      <p:sp>
        <p:nvSpPr>
          <p:cNvPr id="2" name="Content Placeholder"/>
          <p:cNvSpPr>
            <a:spLocks noGrp="1"/>
          </p:cNvSpPr>
          <p:nvPr>
            <p:ph sz="half" idx="2"/>
          </p:nvPr>
        </p:nvSpPr>
        <p:spPr>
          <a:xfrm>
            <a:off x="420624" y="2295144"/>
            <a:ext cx="11347704" cy="3758184"/>
          </a:xfrm>
        </p:spPr>
        <p:txBody>
          <a:bodyPr wrap="square">
            <a:normAutofit fontScale="92500" lnSpcReduction="10000"/>
          </a:bodyPr>
          <a:lstStyle/>
          <a:p>
            <a:pPr marL="0" indent="0">
              <a:buNone/>
            </a:pPr>
            <a:r>
              <a:rPr lang="en-CA" b="1" dirty="0"/>
              <a:t>Main feature</a:t>
            </a:r>
          </a:p>
          <a:p>
            <a:r>
              <a:rPr lang="en-CA" dirty="0"/>
              <a:t>Bounded on [0,1] with two shape parameters a and b; can be U-shaped, bell-shaped or skewed</a:t>
            </a:r>
          </a:p>
          <a:p>
            <a:pPr marL="0" indent="0">
              <a:buNone/>
            </a:pPr>
            <a:r>
              <a:rPr lang="en-CA" b="1" dirty="0"/>
              <a:t>Benefits</a:t>
            </a:r>
          </a:p>
          <a:p>
            <a:r>
              <a:rPr lang="en-CA" dirty="0"/>
              <a:t>The flexible default choice for proportions, rates and probabilities; conjugate prior for Bernoulli</a:t>
            </a:r>
          </a:p>
          <a:p>
            <a:pPr marL="0" indent="0">
              <a:buNone/>
            </a:pPr>
            <a:r>
              <a:rPr lang="en-CA" b="1" dirty="0"/>
              <a:t>Uses in risk management</a:t>
            </a:r>
          </a:p>
          <a:p>
            <a:r>
              <a:rPr lang="en-CA" dirty="0"/>
              <a:t>Recovery rates and loss-given-default (LGD) modelling</a:t>
            </a:r>
          </a:p>
          <a:p>
            <a:r>
              <a:rPr lang="en-CA" dirty="0"/>
              <a:t>Bayesian estimation of default probabilities; any quantity constrained to [0,1]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Choosing the Right Distribution</a:t>
            </a:r>
            <a:endParaRPr b="1" dirty="0">
              <a:latin typeface="Arial" panose="020B0604020202020204" pitchFamily="34" charset="0"/>
              <a:cs typeface="Arial" panose="020B0604020202020204" pitchFamily="34" charset="0"/>
            </a:endParaRPr>
          </a:p>
        </p:txBody>
      </p:sp>
      <p:sp>
        <p:nvSpPr>
          <p:cNvPr id="4024" name="Content Placeholder"/>
          <p:cNvSpPr>
            <a:spLocks noGrp="1"/>
          </p:cNvSpPr>
          <p:nvPr>
            <p:ph sz="half" idx="2"/>
          </p:nvPr>
        </p:nvSpPr>
        <p:spPr/>
        <p:txBody>
          <a:bodyPr wrap="square">
            <a:normAutofit fontScale="92500" lnSpcReduction="20000"/>
          </a:bodyPr>
          <a:lstStyle/>
          <a:p>
            <a:pPr marL="0" indent="0">
              <a:buNone/>
            </a:pPr>
            <a:r>
              <a:rPr lang="en-CA" b="1" dirty="0"/>
              <a:t>Market risk</a:t>
            </a:r>
          </a:p>
          <a:p>
            <a:r>
              <a:rPr lang="en-CA" dirty="0"/>
              <a:t>Normal for quick parametric VaR; Student-t and Generalized Pareto when tails are fat; Lognormal for prices and severities</a:t>
            </a:r>
          </a:p>
          <a:p>
            <a:pPr marL="0" indent="0">
              <a:buNone/>
            </a:pPr>
            <a:r>
              <a:rPr lang="en-CA" b="1" dirty="0"/>
              <a:t>Credit risk</a:t>
            </a:r>
          </a:p>
          <a:p>
            <a:r>
              <a:rPr lang="en-CA" dirty="0"/>
              <a:t>Bernoulli/Binomial for defaults; Exponential for time-to-default; Beta for recovery / loss-given-default</a:t>
            </a:r>
          </a:p>
          <a:p>
            <a:pPr marL="0" indent="0">
              <a:buNone/>
            </a:pPr>
            <a:r>
              <a:rPr lang="en-CA" b="1" dirty="0"/>
              <a:t>Operational risk</a:t>
            </a:r>
          </a:p>
          <a:p>
            <a:r>
              <a:rPr lang="en-CA" dirty="0"/>
              <a:t>Compound Poisson x Lognormal for frequency x severity; Generalized Pareto for the extreme tail</a:t>
            </a:r>
          </a:p>
          <a:p>
            <a:pPr marL="0" indent="0">
              <a:buNone/>
            </a:pPr>
            <a:r>
              <a:rPr lang="en-CA" b="1" dirty="0"/>
              <a:t>Inference and testing</a:t>
            </a:r>
          </a:p>
          <a:p>
            <a:r>
              <a:rPr lang="en-CA" dirty="0"/>
              <a:t>Chi-square for variance and goodness-of-fit; F for comparing variances and joint significance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Block 1: Stylised Facts of Financial Returns</a:t>
            </a:r>
            <a:endParaRPr b="1" dirty="0">
              <a:latin typeface="Arial" panose="020B0604020202020204" pitchFamily="34" charset="0"/>
              <a:cs typeface="Arial" panose="020B0604020202020204" pitchFamily="34" charset="0"/>
            </a:endParaRPr>
          </a:p>
        </p:txBody>
      </p:sp>
      <p:sp>
        <p:nvSpPr>
          <p:cNvPr id="4004" name="Content Placeholder"/>
          <p:cNvSpPr>
            <a:spLocks noGrp="1"/>
          </p:cNvSpPr>
          <p:nvPr>
            <p:ph sz="half" idx="2"/>
          </p:nvPr>
        </p:nvSpPr>
        <p:spPr/>
        <p:txBody>
          <a:bodyPr wrap="square">
            <a:normAutofit/>
          </a:bodyPr>
          <a:lstStyle/>
          <a:p>
            <a:pPr marL="0" indent="0">
              <a:buNone/>
            </a:pPr>
            <a:r>
              <a:rPr lang="en-CA" b="1" dirty="0"/>
              <a:t>The empirical regularities every risk model must capture</a:t>
            </a:r>
          </a:p>
          <a:p>
            <a:r>
              <a:rPr lang="en-CA" dirty="0"/>
              <a:t>Before modelling volatility, we look at what real daily return data actually looks like.</a:t>
            </a:r>
          </a:p>
          <a:p>
            <a:r>
              <a:rPr lang="en-CA" dirty="0"/>
              <a:t>Three stylized facts:</a:t>
            </a:r>
          </a:p>
          <a:p>
            <a:pPr lvl="1"/>
            <a:r>
              <a:rPr lang="en-CA" dirty="0"/>
              <a:t>fat tails</a:t>
            </a:r>
          </a:p>
          <a:p>
            <a:pPr lvl="1"/>
            <a:r>
              <a:rPr lang="en-CA" dirty="0"/>
              <a:t>volatility clustering</a:t>
            </a:r>
          </a:p>
          <a:p>
            <a:pPr lvl="1"/>
            <a:r>
              <a:rPr lang="en-CA" dirty="0"/>
              <a:t>near-zero autocorrelation in levels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16733-556D-5A91-47BB-19B12FFA526B}"/>
            </a:ext>
          </a:extLst>
        </p:cNvPr>
        <p:cNvGrpSpPr/>
        <p:nvPr/>
      </p:nvGrpSpPr>
      <p:grpSpPr>
        <a:xfrm>
          <a:off x="0" y="0"/>
          <a:ext cx="0" cy="0"/>
          <a:chOff x="0" y="0"/>
          <a:chExt cx="0" cy="0"/>
        </a:xfrm>
      </p:grpSpPr>
      <p:sp>
        <p:nvSpPr>
          <p:cNvPr id="4003" name="Title">
            <a:extLst>
              <a:ext uri="{FF2B5EF4-FFF2-40B4-BE49-F238E27FC236}">
                <a16:creationId xmlns:a16="http://schemas.microsoft.com/office/drawing/2014/main" id="{6A47BACC-04C1-7249-E665-7860015EFFD9}"/>
              </a:ext>
            </a:extLst>
          </p:cNvPr>
          <p:cNvSpPr>
            <a:spLocks noGrp="1"/>
          </p:cNvSpPr>
          <p:nvPr>
            <p:ph type="title"/>
          </p:nvPr>
        </p:nvSpPr>
        <p:spPr/>
        <p:txBody>
          <a:bodyPr/>
          <a:lstStyle/>
          <a:p>
            <a:r>
              <a:rPr lang="en-US" altLang="en-US" b="1" dirty="0">
                <a:latin typeface="Arial" panose="020B0604020202020204" pitchFamily="34" charset="0"/>
                <a:cs typeface="Arial" panose="020B0604020202020204" pitchFamily="34" charset="0"/>
              </a:rPr>
              <a:t>Exchange Rates Changes: Normally Distributed</a:t>
            </a:r>
            <a:endParaRPr b="1" dirty="0">
              <a:latin typeface="Arial" panose="020B0604020202020204" pitchFamily="34" charset="0"/>
              <a:cs typeface="Arial" panose="020B0604020202020204" pitchFamily="34" charset="0"/>
            </a:endParaRPr>
          </a:p>
        </p:txBody>
      </p:sp>
      <p:graphicFrame>
        <p:nvGraphicFramePr>
          <p:cNvPr id="4" name="Group 43">
            <a:extLst>
              <a:ext uri="{FF2B5EF4-FFF2-40B4-BE49-F238E27FC236}">
                <a16:creationId xmlns:a16="http://schemas.microsoft.com/office/drawing/2014/main" id="{0EB06B81-8C7B-4B3D-B811-95B91F3DD0A0}"/>
              </a:ext>
            </a:extLst>
          </p:cNvPr>
          <p:cNvGraphicFramePr>
            <a:graphicFrameLocks/>
          </p:cNvGraphicFramePr>
          <p:nvPr>
            <p:extLst>
              <p:ext uri="{D42A27DB-BD31-4B8C-83A1-F6EECF244321}">
                <p14:modId xmlns:p14="http://schemas.microsoft.com/office/powerpoint/2010/main" val="1260118544"/>
              </p:ext>
            </p:extLst>
          </p:nvPr>
        </p:nvGraphicFramePr>
        <p:xfrm>
          <a:off x="1271587" y="1752600"/>
          <a:ext cx="9648825" cy="3713164"/>
        </p:xfrm>
        <a:graphic>
          <a:graphicData uri="http://schemas.openxmlformats.org/drawingml/2006/table">
            <a:tbl>
              <a:tblPr/>
              <a:tblGrid>
                <a:gridCol w="2822670">
                  <a:extLst>
                    <a:ext uri="{9D8B030D-6E8A-4147-A177-3AD203B41FA5}">
                      <a16:colId xmlns:a16="http://schemas.microsoft.com/office/drawing/2014/main" val="20000"/>
                    </a:ext>
                  </a:extLst>
                </a:gridCol>
                <a:gridCol w="3267406">
                  <a:extLst>
                    <a:ext uri="{9D8B030D-6E8A-4147-A177-3AD203B41FA5}">
                      <a16:colId xmlns:a16="http://schemas.microsoft.com/office/drawing/2014/main" val="20001"/>
                    </a:ext>
                  </a:extLst>
                </a:gridCol>
                <a:gridCol w="3558749">
                  <a:extLst>
                    <a:ext uri="{9D8B030D-6E8A-4147-A177-3AD203B41FA5}">
                      <a16:colId xmlns:a16="http://schemas.microsoft.com/office/drawing/2014/main" val="20002"/>
                    </a:ext>
                  </a:extLst>
                </a:gridCol>
              </a:tblGrid>
              <a:tr h="530452">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CA" sz="2800" b="0" i="0" u="none" strike="noStrike" cap="none" normalizeH="0" baseline="0" dirty="0">
                        <a:ln>
                          <a:noFill/>
                        </a:ln>
                        <a:solidFill>
                          <a:schemeClr val="tx1"/>
                        </a:solidFill>
                        <a:effectLst/>
                        <a:latin typeface="Arial" charset="0"/>
                      </a:endParaRPr>
                    </a:p>
                  </a:txBody>
                  <a:tcPr marL="92075" marR="92075" marT="46046" marB="4604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Real World (%)</a:t>
                      </a:r>
                    </a:p>
                  </a:txBody>
                  <a:tcPr marL="92075" marR="92075" marT="46046" marB="4604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Normal Model (%)</a:t>
                      </a:r>
                    </a:p>
                  </a:txBody>
                  <a:tcPr marL="92075" marR="92075" marT="46046" marB="4604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530452">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a:ln>
                            <a:noFill/>
                          </a:ln>
                          <a:solidFill>
                            <a:schemeClr val="tx1"/>
                          </a:solidFill>
                          <a:effectLst/>
                          <a:latin typeface="Arial" charset="0"/>
                        </a:rPr>
                        <a:t>&gt;1 SD</a:t>
                      </a:r>
                    </a:p>
                  </a:txBody>
                  <a:tcPr marL="92075" marR="92075" marT="46046" marB="4604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a:ln>
                            <a:noFill/>
                          </a:ln>
                          <a:solidFill>
                            <a:schemeClr val="tx1"/>
                          </a:solidFill>
                          <a:effectLst/>
                          <a:latin typeface="Arial" charset="0"/>
                        </a:rPr>
                        <a:t>23.32</a:t>
                      </a:r>
                    </a:p>
                  </a:txBody>
                  <a:tcPr marL="92075" marR="92075" marT="46046" marB="4604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a:ln>
                            <a:noFill/>
                          </a:ln>
                          <a:solidFill>
                            <a:schemeClr val="tx1"/>
                          </a:solidFill>
                          <a:effectLst/>
                          <a:latin typeface="Arial" charset="0"/>
                        </a:rPr>
                        <a:t>31.73</a:t>
                      </a:r>
                    </a:p>
                  </a:txBody>
                  <a:tcPr marL="92075" marR="92075" marT="46046" marB="4604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530452">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a:ln>
                            <a:noFill/>
                          </a:ln>
                          <a:solidFill>
                            <a:schemeClr val="tx1"/>
                          </a:solidFill>
                          <a:effectLst/>
                          <a:latin typeface="Arial" charset="0"/>
                        </a:rPr>
                        <a:t>&gt;2SD</a:t>
                      </a:r>
                    </a:p>
                  </a:txBody>
                  <a:tcPr marL="92075" marR="92075" marT="46046" marB="4604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a:ln>
                            <a:noFill/>
                          </a:ln>
                          <a:solidFill>
                            <a:schemeClr val="tx1"/>
                          </a:solidFill>
                          <a:effectLst/>
                          <a:latin typeface="Arial" charset="0"/>
                        </a:rPr>
                        <a:t>4.67</a:t>
                      </a:r>
                    </a:p>
                  </a:txBody>
                  <a:tcPr marL="92075" marR="92075" marT="46046" marB="4604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a:ln>
                            <a:noFill/>
                          </a:ln>
                          <a:solidFill>
                            <a:schemeClr val="tx1"/>
                          </a:solidFill>
                          <a:effectLst/>
                          <a:latin typeface="Arial" charset="0"/>
                        </a:rPr>
                        <a:t>4.55</a:t>
                      </a:r>
                    </a:p>
                  </a:txBody>
                  <a:tcPr marL="92075" marR="92075" marT="46046" marB="4604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530452">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a:ln>
                            <a:noFill/>
                          </a:ln>
                          <a:solidFill>
                            <a:schemeClr val="tx1"/>
                          </a:solidFill>
                          <a:effectLst/>
                          <a:latin typeface="Arial" charset="0"/>
                        </a:rPr>
                        <a:t>&gt;3SD</a:t>
                      </a:r>
                    </a:p>
                  </a:txBody>
                  <a:tcPr marL="92075" marR="92075" marT="46046" marB="4604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a:ln>
                            <a:noFill/>
                          </a:ln>
                          <a:solidFill>
                            <a:schemeClr val="tx1"/>
                          </a:solidFill>
                          <a:effectLst/>
                          <a:latin typeface="Arial" charset="0"/>
                        </a:rPr>
                        <a:t>1.30</a:t>
                      </a:r>
                    </a:p>
                  </a:txBody>
                  <a:tcPr marL="92075" marR="92075" marT="46046" marB="4604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a:ln>
                            <a:noFill/>
                          </a:ln>
                          <a:solidFill>
                            <a:schemeClr val="tx1"/>
                          </a:solidFill>
                          <a:effectLst/>
                          <a:latin typeface="Arial" charset="0"/>
                        </a:rPr>
                        <a:t>0.27</a:t>
                      </a:r>
                    </a:p>
                  </a:txBody>
                  <a:tcPr marL="92075" marR="92075" marT="46046" marB="4604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530452">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a:ln>
                            <a:noFill/>
                          </a:ln>
                          <a:solidFill>
                            <a:schemeClr val="tx1"/>
                          </a:solidFill>
                          <a:effectLst/>
                          <a:latin typeface="Arial" charset="0"/>
                        </a:rPr>
                        <a:t>&gt;4SD</a:t>
                      </a:r>
                    </a:p>
                  </a:txBody>
                  <a:tcPr marL="92075" marR="92075" marT="46046" marB="4604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a:ln>
                            <a:noFill/>
                          </a:ln>
                          <a:solidFill>
                            <a:schemeClr val="tx1"/>
                          </a:solidFill>
                          <a:effectLst/>
                          <a:latin typeface="Arial" charset="0"/>
                        </a:rPr>
                        <a:t>0.49</a:t>
                      </a:r>
                    </a:p>
                  </a:txBody>
                  <a:tcPr marL="92075" marR="92075" marT="46046" marB="4604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a:ln>
                            <a:noFill/>
                          </a:ln>
                          <a:solidFill>
                            <a:schemeClr val="tx1"/>
                          </a:solidFill>
                          <a:effectLst/>
                          <a:latin typeface="Arial" charset="0"/>
                        </a:rPr>
                        <a:t>0.01</a:t>
                      </a:r>
                    </a:p>
                  </a:txBody>
                  <a:tcPr marL="92075" marR="92075" marT="46046" marB="4604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530452">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a:ln>
                            <a:noFill/>
                          </a:ln>
                          <a:solidFill>
                            <a:schemeClr val="tx1"/>
                          </a:solidFill>
                          <a:effectLst/>
                          <a:latin typeface="Arial" charset="0"/>
                        </a:rPr>
                        <a:t>&gt;5SD</a:t>
                      </a:r>
                    </a:p>
                  </a:txBody>
                  <a:tcPr marL="92075" marR="92075" marT="46046" marB="4604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a:ln>
                            <a:noFill/>
                          </a:ln>
                          <a:solidFill>
                            <a:schemeClr val="tx1"/>
                          </a:solidFill>
                          <a:effectLst/>
                          <a:latin typeface="Arial" charset="0"/>
                        </a:rPr>
                        <a:t>0.24</a:t>
                      </a:r>
                    </a:p>
                  </a:txBody>
                  <a:tcPr marL="92075" marR="92075" marT="46046" marB="4604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a:ln>
                            <a:noFill/>
                          </a:ln>
                          <a:solidFill>
                            <a:schemeClr val="tx1"/>
                          </a:solidFill>
                          <a:effectLst/>
                          <a:latin typeface="Arial" charset="0"/>
                        </a:rPr>
                        <a:t>0.00</a:t>
                      </a:r>
                    </a:p>
                  </a:txBody>
                  <a:tcPr marL="92075" marR="92075" marT="46046" marB="4604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530452">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a:ln>
                            <a:noFill/>
                          </a:ln>
                          <a:solidFill>
                            <a:schemeClr val="tx1"/>
                          </a:solidFill>
                          <a:effectLst/>
                          <a:latin typeface="Arial" charset="0"/>
                        </a:rPr>
                        <a:t>&gt;6SD</a:t>
                      </a:r>
                    </a:p>
                  </a:txBody>
                  <a:tcPr marL="92075" marR="92075" marT="46046" marB="4604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a:ln>
                            <a:noFill/>
                          </a:ln>
                          <a:solidFill>
                            <a:schemeClr val="tx1"/>
                          </a:solidFill>
                          <a:effectLst/>
                          <a:latin typeface="Arial" charset="0"/>
                        </a:rPr>
                        <a:t>0.13</a:t>
                      </a:r>
                    </a:p>
                  </a:txBody>
                  <a:tcPr marL="92075" marR="92075" marT="46046" marB="4604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a:ln>
                            <a:noFill/>
                          </a:ln>
                          <a:solidFill>
                            <a:schemeClr val="tx1"/>
                          </a:solidFill>
                          <a:effectLst/>
                          <a:latin typeface="Arial" charset="0"/>
                        </a:rPr>
                        <a:t>0.00</a:t>
                      </a:r>
                    </a:p>
                  </a:txBody>
                  <a:tcPr marL="92075" marR="92075" marT="46046" marB="4604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7605551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75749-8BF5-1D31-1BE6-8FE1A1B4B8DB}"/>
            </a:ext>
          </a:extLst>
        </p:cNvPr>
        <p:cNvGrpSpPr/>
        <p:nvPr/>
      </p:nvGrpSpPr>
      <p:grpSpPr>
        <a:xfrm>
          <a:off x="0" y="0"/>
          <a:ext cx="0" cy="0"/>
          <a:chOff x="0" y="0"/>
          <a:chExt cx="0" cy="0"/>
        </a:xfrm>
      </p:grpSpPr>
      <p:sp>
        <p:nvSpPr>
          <p:cNvPr id="4003" name="Title">
            <a:extLst>
              <a:ext uri="{FF2B5EF4-FFF2-40B4-BE49-F238E27FC236}">
                <a16:creationId xmlns:a16="http://schemas.microsoft.com/office/drawing/2014/main" id="{825AA643-E6A1-BAFF-9458-F0BFAEA47108}"/>
              </a:ext>
            </a:extLst>
          </p:cNvPr>
          <p:cNvSpPr>
            <a:spLocks noGrp="1"/>
          </p:cNvSpPr>
          <p:nvPr>
            <p:ph type="title"/>
          </p:nvPr>
        </p:nvSpPr>
        <p:spPr/>
        <p:txBody>
          <a:bodyPr/>
          <a:lstStyle/>
          <a:p>
            <a:r>
              <a:rPr lang="en-US" altLang="en-US" b="1" dirty="0">
                <a:latin typeface="Arial" panose="020B0604020202020204" pitchFamily="34" charset="0"/>
                <a:cs typeface="Arial" panose="020B0604020202020204" pitchFamily="34" charset="0"/>
              </a:rPr>
              <a:t>Heavy Tails</a:t>
            </a:r>
            <a:endParaRPr b="1" dirty="0">
              <a:latin typeface="Arial" panose="020B0604020202020204" pitchFamily="34" charset="0"/>
              <a:cs typeface="Arial" panose="020B0604020202020204" pitchFamily="34" charset="0"/>
            </a:endParaRPr>
          </a:p>
        </p:txBody>
      </p:sp>
      <p:sp>
        <p:nvSpPr>
          <p:cNvPr id="4004" name="Content Placeholder">
            <a:extLst>
              <a:ext uri="{FF2B5EF4-FFF2-40B4-BE49-F238E27FC236}">
                <a16:creationId xmlns:a16="http://schemas.microsoft.com/office/drawing/2014/main" id="{F32884A3-9A88-7898-0CF9-A97DA9F9A5D5}"/>
              </a:ext>
            </a:extLst>
          </p:cNvPr>
          <p:cNvSpPr>
            <a:spLocks noGrp="1"/>
          </p:cNvSpPr>
          <p:nvPr>
            <p:ph sz="half" idx="2"/>
          </p:nvPr>
        </p:nvSpPr>
        <p:spPr/>
        <p:txBody>
          <a:bodyPr wrap="square">
            <a:normAutofit/>
          </a:bodyPr>
          <a:lstStyle/>
          <a:p>
            <a:r>
              <a:rPr lang="en-US" altLang="en-US" sz="2800" dirty="0">
                <a:cs typeface="Arial" panose="020B0604020202020204" pitchFamily="34" charset="0"/>
              </a:rPr>
              <a:t>Daily exchange rate changes are not normally distributed</a:t>
            </a:r>
          </a:p>
          <a:p>
            <a:pPr lvl="1"/>
            <a:r>
              <a:rPr lang="en-US" altLang="en-US" sz="2400" dirty="0">
                <a:cs typeface="Arial" panose="020B0604020202020204" pitchFamily="34" charset="0"/>
              </a:rPr>
              <a:t>The distribution has heavier tails than the normal distribution</a:t>
            </a:r>
          </a:p>
          <a:p>
            <a:pPr lvl="1"/>
            <a:r>
              <a:rPr lang="en-US" altLang="en-US" sz="2400" dirty="0">
                <a:cs typeface="Arial" panose="020B0604020202020204" pitchFamily="34" charset="0"/>
              </a:rPr>
              <a:t>It is more peaked than the normal distribution</a:t>
            </a:r>
          </a:p>
          <a:p>
            <a:r>
              <a:rPr lang="en-US" altLang="en-US" sz="2800" dirty="0">
                <a:cs typeface="Arial" panose="020B0604020202020204" pitchFamily="34" charset="0"/>
              </a:rPr>
              <a:t>This means that small changes and large changes are more likely than the normal distribution would suggest</a:t>
            </a:r>
          </a:p>
          <a:p>
            <a:r>
              <a:rPr lang="en-US" altLang="en-US" sz="2800" dirty="0">
                <a:cs typeface="Arial" panose="020B0604020202020204" pitchFamily="34" charset="0"/>
              </a:rPr>
              <a:t>Many market variables have this property, known as excess kurtosis </a:t>
            </a:r>
          </a:p>
        </p:txBody>
      </p:sp>
    </p:spTree>
    <p:extLst>
      <p:ext uri="{BB962C8B-B14F-4D97-AF65-F5344CB8AC3E}">
        <p14:creationId xmlns:p14="http://schemas.microsoft.com/office/powerpoint/2010/main" val="11499053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41C0F-3AE6-B31C-A786-CC9C13C2B9EF}"/>
            </a:ext>
          </a:extLst>
        </p:cNvPr>
        <p:cNvGrpSpPr/>
        <p:nvPr/>
      </p:nvGrpSpPr>
      <p:grpSpPr>
        <a:xfrm>
          <a:off x="0" y="0"/>
          <a:ext cx="0" cy="0"/>
          <a:chOff x="0" y="0"/>
          <a:chExt cx="0" cy="0"/>
        </a:xfrm>
      </p:grpSpPr>
      <p:sp>
        <p:nvSpPr>
          <p:cNvPr id="4003" name="Title">
            <a:extLst>
              <a:ext uri="{FF2B5EF4-FFF2-40B4-BE49-F238E27FC236}">
                <a16:creationId xmlns:a16="http://schemas.microsoft.com/office/drawing/2014/main" id="{509F17D7-7EFF-3086-D715-99C9F41D8FC4}"/>
              </a:ext>
            </a:extLst>
          </p:cNvPr>
          <p:cNvSpPr>
            <a:spLocks noGrp="1"/>
          </p:cNvSpPr>
          <p:nvPr>
            <p:ph type="title"/>
          </p:nvPr>
        </p:nvSpPr>
        <p:spPr/>
        <p:txBody>
          <a:bodyPr/>
          <a:lstStyle/>
          <a:p>
            <a:r>
              <a:rPr lang="en-US" altLang="en-US" b="1" dirty="0">
                <a:latin typeface="Arial" panose="020B0604020202020204" pitchFamily="34" charset="0"/>
                <a:cs typeface="Arial" panose="020B0604020202020204" pitchFamily="34" charset="0"/>
              </a:rPr>
              <a:t>Normal and Heavy-Tailed Distribution</a:t>
            </a:r>
            <a:endParaRPr b="1" dirty="0">
              <a:latin typeface="Arial" panose="020B0604020202020204" pitchFamily="34" charset="0"/>
              <a:cs typeface="Arial" panose="020B0604020202020204" pitchFamily="34" charset="0"/>
            </a:endParaRPr>
          </a:p>
        </p:txBody>
      </p:sp>
      <p:pic>
        <p:nvPicPr>
          <p:cNvPr id="4" name="Picture 2">
            <a:extLst>
              <a:ext uri="{FF2B5EF4-FFF2-40B4-BE49-F238E27FC236}">
                <a16:creationId xmlns:a16="http://schemas.microsoft.com/office/drawing/2014/main" id="{3511C0EF-9479-3AC3-5C7D-2AA1B41E08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946419"/>
            <a:ext cx="8248650" cy="49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Tree>
    <p:extLst>
      <p:ext uri="{BB962C8B-B14F-4D97-AF65-F5344CB8AC3E}">
        <p14:creationId xmlns:p14="http://schemas.microsoft.com/office/powerpoint/2010/main" val="12999889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Simple vs Log Returns</a:t>
            </a:r>
            <a:endParaRPr b="1" dirty="0">
              <a:latin typeface="Arial" panose="020B0604020202020204" pitchFamily="34" charset="0"/>
              <a:cs typeface="Arial" panose="020B0604020202020204" pitchFamily="34" charset="0"/>
            </a:endParaRPr>
          </a:p>
        </p:txBody>
      </p:sp>
      <p:pic>
        <p:nvPicPr>
          <p:cNvPr id="4006" name="Picture 4005" descr="f_returns.png"/>
          <p:cNvPicPr>
            <a:picLocks noChangeAspect="1"/>
          </p:cNvPicPr>
          <p:nvPr/>
        </p:nvPicPr>
        <p:blipFill>
          <a:blip r:embed="rId3"/>
          <a:stretch>
            <a:fillRect/>
          </a:stretch>
        </p:blipFill>
        <p:spPr>
          <a:xfrm>
            <a:off x="3096302" y="1441939"/>
            <a:ext cx="4840689" cy="624605"/>
          </a:xfrm>
          <a:prstGeom prst="rect">
            <a:avLst/>
          </a:prstGeom>
        </p:spPr>
      </p:pic>
      <p:pic>
        <p:nvPicPr>
          <p:cNvPr id="4007" name="Picture 4006" descr="f_addit.png"/>
          <p:cNvPicPr>
            <a:picLocks noChangeAspect="1"/>
          </p:cNvPicPr>
          <p:nvPr/>
        </p:nvPicPr>
        <p:blipFill>
          <a:blip r:embed="rId4"/>
          <a:stretch>
            <a:fillRect/>
          </a:stretch>
        </p:blipFill>
        <p:spPr>
          <a:xfrm>
            <a:off x="2946169" y="2212848"/>
            <a:ext cx="6296613" cy="475488"/>
          </a:xfrm>
          <a:prstGeom prst="rect">
            <a:avLst/>
          </a:prstGeom>
        </p:spPr>
      </p:pic>
      <p:sp>
        <p:nvSpPr>
          <p:cNvPr id="2" name="Content Placeholder"/>
          <p:cNvSpPr>
            <a:spLocks noGrp="1"/>
          </p:cNvSpPr>
          <p:nvPr>
            <p:ph sz="half" idx="2"/>
          </p:nvPr>
        </p:nvSpPr>
        <p:spPr>
          <a:xfrm>
            <a:off x="420624" y="2889504"/>
            <a:ext cx="11347704" cy="3163824"/>
          </a:xfrm>
        </p:spPr>
        <p:txBody>
          <a:bodyPr wrap="square">
            <a:normAutofit fontScale="70000" lnSpcReduction="20000"/>
          </a:bodyPr>
          <a:lstStyle/>
          <a:p>
            <a:pPr marL="0" indent="0">
              <a:buNone/>
            </a:pPr>
            <a:r>
              <a:rPr lang="en-CA" b="1" dirty="0"/>
              <a:t>Two definitions</a:t>
            </a:r>
          </a:p>
          <a:p>
            <a:r>
              <a:rPr lang="en-CA" dirty="0"/>
              <a:t>Simple return R(t) is the price-relative change; log return r(t) = ln[P(t) / P(t-1)] is approximately R(t) for small moves</a:t>
            </a:r>
          </a:p>
          <a:p>
            <a:r>
              <a:rPr lang="en-CA" dirty="0"/>
              <a:t>Log returns are time-additive: the multi-day log return is the sum of the daily log returns</a:t>
            </a:r>
          </a:p>
          <a:p>
            <a:r>
              <a:rPr lang="en-CA" dirty="0"/>
              <a:t>Simple returns are portfolio-additive: R(p) is the weighted sum of the constituent simple returns</a:t>
            </a:r>
          </a:p>
          <a:p>
            <a:endParaRPr lang="en-CA" dirty="0"/>
          </a:p>
          <a:p>
            <a:pPr marL="0" indent="0">
              <a:buNone/>
            </a:pPr>
            <a:r>
              <a:rPr lang="en-CA" b="1" dirty="0"/>
              <a:t>Why risk management uses log returns</a:t>
            </a:r>
          </a:p>
          <a:p>
            <a:r>
              <a:rPr lang="en-CA" dirty="0"/>
              <a:t>Additivity, symmetry and approximate stationarity make modelling tractable</a:t>
            </a:r>
          </a:p>
          <a:p>
            <a:r>
              <a:rPr lang="en-CA" dirty="0"/>
              <a:t>Annualize: </a:t>
            </a:r>
            <a:r>
              <a:rPr lang="en-CA" dirty="0" err="1"/>
              <a:t>st.dev</a:t>
            </a:r>
            <a:r>
              <a:rPr lang="en-CA" dirty="0"/>
              <a:t> (annual) = </a:t>
            </a:r>
            <a:r>
              <a:rPr lang="en-CA" dirty="0" err="1"/>
              <a:t>st.dev</a:t>
            </a:r>
            <a:r>
              <a:rPr lang="en-CA" dirty="0"/>
              <a:t> (daily) x sqrt(252) and </a:t>
            </a:r>
            <a:r>
              <a:rPr lang="en-CA" dirty="0" err="1"/>
              <a:t>av.return</a:t>
            </a:r>
            <a:r>
              <a:rPr lang="en-CA" dirty="0"/>
              <a:t>(annual) = </a:t>
            </a:r>
            <a:r>
              <a:rPr lang="en-CA" dirty="0" err="1"/>
              <a:t>av.return</a:t>
            </a:r>
            <a:r>
              <a:rPr lang="en-CA" dirty="0"/>
              <a:t>(daily) x 252</a:t>
            </a:r>
          </a:p>
          <a:p>
            <a:r>
              <a:rPr lang="en-CA" dirty="0"/>
              <a:t>Data: yfinance adjusted Close (splits and dividends), daily frequency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The Lognormal Model and Square-Root-of-Time</a:t>
            </a:r>
            <a:endParaRPr b="1" dirty="0">
              <a:latin typeface="Arial" panose="020B0604020202020204" pitchFamily="34" charset="0"/>
              <a:cs typeface="Arial" panose="020B0604020202020204" pitchFamily="34" charset="0"/>
            </a:endParaRPr>
          </a:p>
        </p:txBody>
      </p:sp>
      <p:pic>
        <p:nvPicPr>
          <p:cNvPr id="4008" name="Picture 4007" descr="f_lognormal.png"/>
          <p:cNvPicPr>
            <a:picLocks noChangeAspect="1"/>
          </p:cNvPicPr>
          <p:nvPr/>
        </p:nvPicPr>
        <p:blipFill>
          <a:blip r:embed="rId3"/>
          <a:stretch>
            <a:fillRect/>
          </a:stretch>
        </p:blipFill>
        <p:spPr>
          <a:xfrm>
            <a:off x="3130600" y="1066800"/>
            <a:ext cx="5927750" cy="475488"/>
          </a:xfrm>
          <a:prstGeom prst="rect">
            <a:avLst/>
          </a:prstGeom>
        </p:spPr>
      </p:pic>
      <p:pic>
        <p:nvPicPr>
          <p:cNvPr id="4009" name="Picture 4008" descr="f_sqrt.png"/>
          <p:cNvPicPr>
            <a:picLocks noChangeAspect="1"/>
          </p:cNvPicPr>
          <p:nvPr/>
        </p:nvPicPr>
        <p:blipFill>
          <a:blip r:embed="rId4"/>
          <a:stretch>
            <a:fillRect/>
          </a:stretch>
        </p:blipFill>
        <p:spPr>
          <a:xfrm>
            <a:off x="3135884" y="1752600"/>
            <a:ext cx="5917184" cy="475488"/>
          </a:xfrm>
          <a:prstGeom prst="rect">
            <a:avLst/>
          </a:prstGeom>
        </p:spPr>
      </p:pic>
      <p:sp>
        <p:nvSpPr>
          <p:cNvPr id="2" name="Content Placeholder"/>
          <p:cNvSpPr>
            <a:spLocks noGrp="1"/>
          </p:cNvSpPr>
          <p:nvPr>
            <p:ph sz="half" idx="2"/>
          </p:nvPr>
        </p:nvSpPr>
        <p:spPr>
          <a:xfrm>
            <a:off x="420624" y="2590800"/>
            <a:ext cx="11347704" cy="3163824"/>
          </a:xfrm>
        </p:spPr>
        <p:txBody>
          <a:bodyPr wrap="square">
            <a:noAutofit/>
          </a:bodyPr>
          <a:lstStyle/>
          <a:p>
            <a:pPr marL="0" indent="0">
              <a:buNone/>
            </a:pPr>
            <a:r>
              <a:rPr lang="en-CA" sz="2000" b="1" dirty="0"/>
              <a:t>The lognormal price model (Jorion Ch.5)</a:t>
            </a:r>
          </a:p>
          <a:p>
            <a:r>
              <a:rPr lang="en-CA" sz="2000" dirty="0"/>
              <a:t>Prices follow geometric Brownian motion, so log returns are normal and prices are lognormal (never negative)</a:t>
            </a:r>
          </a:p>
          <a:p>
            <a:r>
              <a:rPr lang="en-CA" sz="2000" dirty="0"/>
              <a:t>The drift scales with time t; the standard deviation scales with sqrt(t) - the square-root-of-time rule</a:t>
            </a:r>
          </a:p>
          <a:p>
            <a:endParaRPr lang="en-CA" sz="2000" dirty="0"/>
          </a:p>
          <a:p>
            <a:pPr marL="0" indent="0">
              <a:buNone/>
            </a:pPr>
            <a:r>
              <a:rPr lang="en-CA" sz="2000" b="1" dirty="0"/>
              <a:t>Why it matters for risk</a:t>
            </a:r>
          </a:p>
          <a:p>
            <a:r>
              <a:rPr lang="en-CA" sz="2000" dirty="0"/>
              <a:t>Motivates log returns and the sqrt(252) annualisation used throughout EWMA and GARCH</a:t>
            </a:r>
          </a:p>
          <a:p>
            <a:r>
              <a:rPr lang="en-CA" sz="2000" dirty="0"/>
              <a:t>Underpins sqrt(T) VaR scaling in Session 3: a 10-day VaR = 1-day VaR x sqrt(10) IF returns are i.i.d. with constant vol</a:t>
            </a:r>
          </a:p>
          <a:p>
            <a:r>
              <a:rPr lang="en-CA" sz="2000" dirty="0"/>
              <a:t>The rule breaks under volatility clustering - the GARCH term structure (later this session) is the correction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Empirical Properties of Financial Returns</a:t>
            </a:r>
            <a:endParaRPr b="1" dirty="0">
              <a:latin typeface="Arial" panose="020B0604020202020204" pitchFamily="34" charset="0"/>
              <a:cs typeface="Arial" panose="020B0604020202020204" pitchFamily="34" charset="0"/>
            </a:endParaRPr>
          </a:p>
        </p:txBody>
      </p:sp>
      <p:sp>
        <p:nvSpPr>
          <p:cNvPr id="4010" name="Content Placeholder"/>
          <p:cNvSpPr>
            <a:spLocks noGrp="1"/>
          </p:cNvSpPr>
          <p:nvPr>
            <p:ph sz="half" idx="2"/>
          </p:nvPr>
        </p:nvSpPr>
        <p:spPr>
          <a:xfrm>
            <a:off x="423100" y="1066800"/>
            <a:ext cx="11345797" cy="4501661"/>
          </a:xfrm>
        </p:spPr>
        <p:txBody>
          <a:bodyPr wrap="square">
            <a:noAutofit/>
          </a:bodyPr>
          <a:lstStyle/>
          <a:p>
            <a:pPr marL="0" indent="0">
              <a:buNone/>
            </a:pPr>
            <a:r>
              <a:rPr lang="en-CA" sz="2000" b="1" dirty="0"/>
              <a:t>1) Fat tails (leptokurtosis)</a:t>
            </a:r>
          </a:p>
          <a:p>
            <a:r>
              <a:rPr lang="en-CA" sz="2000" dirty="0"/>
              <a:t>Excess kurtosis &gt; 0 for most assets; S&amp;P 500 daily kurtosis is roughly 10 to 20</a:t>
            </a:r>
          </a:p>
          <a:p>
            <a:r>
              <a:rPr lang="en-CA" sz="2000" dirty="0"/>
              <a:t>The normal underestimates extreme events by an order of magnitude - VaR and ES need fat-tailed distributions</a:t>
            </a:r>
          </a:p>
          <a:p>
            <a:pPr marL="0" indent="0">
              <a:buNone/>
            </a:pPr>
            <a:r>
              <a:rPr lang="en-CA" sz="2000" b="1" dirty="0"/>
              <a:t>2) Volatility clustering</a:t>
            </a:r>
          </a:p>
          <a:p>
            <a:r>
              <a:rPr lang="en-CA" sz="2000" dirty="0"/>
              <a:t>Large moves follow large moves; calm follows calm (Mandelbrot 1963)</a:t>
            </a:r>
          </a:p>
          <a:p>
            <a:r>
              <a:rPr lang="en-CA" sz="2000" dirty="0"/>
              <a:t>Returns r(t) show near-zero autocorrelation, but squared returns r</a:t>
            </a:r>
            <a:r>
              <a:rPr lang="en-CA" sz="2000" baseline="30000" dirty="0"/>
              <a:t>2</a:t>
            </a:r>
            <a:r>
              <a:rPr lang="en-CA" sz="2000" dirty="0"/>
              <a:t>(t) are strongly autocorrelated</a:t>
            </a:r>
          </a:p>
          <a:p>
            <a:pPr marL="0" indent="0">
              <a:buNone/>
            </a:pPr>
            <a:r>
              <a:rPr lang="en-CA" sz="2000" dirty="0"/>
              <a:t>3)</a:t>
            </a:r>
            <a:r>
              <a:rPr lang="en-CA" sz="2000" b="1" dirty="0"/>
              <a:t>Asymmetry (leverage effect)</a:t>
            </a:r>
          </a:p>
          <a:p>
            <a:r>
              <a:rPr lang="en-CA" sz="2000" dirty="0"/>
              <a:t>Negative returns raise future volatility more than positive returns (Black 1976); return/vol-change correlation approx -0.7 for the S&amp;P 500</a:t>
            </a:r>
          </a:p>
          <a:p>
            <a:r>
              <a:rPr lang="en-CA" sz="2000" dirty="0"/>
              <a:t>Captured by GJR-GARCH and EGARCH</a:t>
            </a:r>
          </a:p>
          <a:p>
            <a:pPr marL="0" indent="0">
              <a:buNone/>
            </a:pPr>
            <a:r>
              <a:rPr lang="en-CA" sz="2000" dirty="0"/>
              <a:t>4) </a:t>
            </a:r>
            <a:r>
              <a:rPr lang="en-CA" sz="2000" b="1" dirty="0"/>
              <a:t>Near-zero autocorrelation of returns</a:t>
            </a:r>
          </a:p>
          <a:p>
            <a:r>
              <a:rPr lang="en-CA" sz="2000" dirty="0"/>
              <a:t>Daily returns are largely unpredictable, consistent with weak-form efficiency</a:t>
            </a:r>
          </a:p>
          <a:p>
            <a:r>
              <a:rPr lang="en-CA" sz="2000" dirty="0"/>
              <a:t>But r(t) and r</a:t>
            </a:r>
            <a:r>
              <a:rPr lang="en-CA" sz="2000" baseline="30000" dirty="0"/>
              <a:t>2</a:t>
            </a:r>
            <a:r>
              <a:rPr lang="en-CA" sz="2000" dirty="0"/>
              <a:t>(t) are strongly autocorrelated - volatility is predictable even when direction is not (Jorion Ch.5)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Fat Tails: Normal vs Student-t</a:t>
            </a:r>
            <a:endParaRPr b="1" dirty="0">
              <a:latin typeface="Arial" panose="020B0604020202020204" pitchFamily="34" charset="0"/>
              <a:cs typeface="Arial" panose="020B0604020202020204" pitchFamily="34" charset="0"/>
            </a:endParaRPr>
          </a:p>
        </p:txBody>
      </p:sp>
      <p:pic>
        <p:nvPicPr>
          <p:cNvPr id="4012" name="Picture 4011" descr="f_kurt.png"/>
          <p:cNvPicPr>
            <a:picLocks noChangeAspect="1"/>
          </p:cNvPicPr>
          <p:nvPr/>
        </p:nvPicPr>
        <p:blipFill>
          <a:blip r:embed="rId3"/>
          <a:stretch>
            <a:fillRect/>
          </a:stretch>
        </p:blipFill>
        <p:spPr>
          <a:xfrm>
            <a:off x="2743200" y="1002877"/>
            <a:ext cx="6484529" cy="762000"/>
          </a:xfrm>
          <a:prstGeom prst="rect">
            <a:avLst/>
          </a:prstGeom>
        </p:spPr>
      </p:pic>
      <p:sp>
        <p:nvSpPr>
          <p:cNvPr id="2" name="Content Placeholder"/>
          <p:cNvSpPr>
            <a:spLocks noGrp="1"/>
          </p:cNvSpPr>
          <p:nvPr>
            <p:ph sz="half" idx="2"/>
          </p:nvPr>
        </p:nvSpPr>
        <p:spPr>
          <a:xfrm>
            <a:off x="420624" y="2057400"/>
            <a:ext cx="11347704" cy="3785616"/>
          </a:xfrm>
        </p:spPr>
        <p:txBody>
          <a:bodyPr wrap="square">
            <a:normAutofit fontScale="77500" lnSpcReduction="20000"/>
          </a:bodyPr>
          <a:lstStyle/>
          <a:p>
            <a:pPr marL="0" indent="0">
              <a:buNone/>
            </a:pPr>
            <a:r>
              <a:rPr lang="en-CA" b="1" dirty="0"/>
              <a:t>The problem with the normal</a:t>
            </a:r>
          </a:p>
          <a:p>
            <a:r>
              <a:rPr lang="en-CA" dirty="0"/>
              <a:t>Under the normal a 99% VaR sits at 2.33 sigma, and a 3-sigma day has probability 0.13%</a:t>
            </a:r>
          </a:p>
          <a:p>
            <a:r>
              <a:rPr lang="en-CA" dirty="0"/>
              <a:t>The normal predicts a 3-sigma S&amp;P 500 day about once per 741 years; historically, it is roughly once per 2 to 3 years</a:t>
            </a:r>
          </a:p>
          <a:p>
            <a:r>
              <a:rPr lang="en-CA" dirty="0"/>
              <a:t>Jarque-Bera rejects normality for virtually every daily return series</a:t>
            </a:r>
          </a:p>
          <a:p>
            <a:endParaRPr lang="en-CA" dirty="0"/>
          </a:p>
          <a:p>
            <a:pPr marL="0" indent="0">
              <a:buNone/>
            </a:pPr>
            <a:r>
              <a:rPr lang="en-CA" b="1" dirty="0"/>
              <a:t>The fix: Student-t and EVT</a:t>
            </a:r>
          </a:p>
          <a:p>
            <a:r>
              <a:rPr lang="en-CA" dirty="0"/>
              <a:t>The t(nu) distribution has heavier tails; typical nu approx 4 to 8; as nu grows it approaches the normal</a:t>
            </a:r>
          </a:p>
          <a:p>
            <a:r>
              <a:rPr lang="en-CA" dirty="0"/>
              <a:t>GARCH(1,1) with t errors (arch library) captures fat tails inside a time-series model</a:t>
            </a:r>
          </a:p>
          <a:p>
            <a:r>
              <a:rPr lang="en-CA" dirty="0"/>
              <a:t>Extreme Value Theory (Peaks-Over-Threshold with the GPD) models the tail directly</a:t>
            </a:r>
          </a:p>
          <a:p>
            <a:r>
              <a:rPr lang="en-CA" dirty="0"/>
              <a:t>Historical simulation captures fat tails with no distributional assumption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Volatility Clustering</a:t>
            </a:r>
            <a:endParaRPr b="1" dirty="0">
              <a:latin typeface="Arial" panose="020B0604020202020204" pitchFamily="34" charset="0"/>
              <a:cs typeface="Arial" panose="020B0604020202020204" pitchFamily="34" charset="0"/>
            </a:endParaRPr>
          </a:p>
        </p:txBody>
      </p:sp>
      <p:sp>
        <p:nvSpPr>
          <p:cNvPr id="4014" name="Content Placeholder"/>
          <p:cNvSpPr>
            <a:spLocks noGrp="1"/>
          </p:cNvSpPr>
          <p:nvPr>
            <p:ph sz="half" idx="2"/>
          </p:nvPr>
        </p:nvSpPr>
        <p:spPr/>
        <p:txBody>
          <a:bodyPr wrap="square">
            <a:normAutofit fontScale="92500" lnSpcReduction="10000"/>
          </a:bodyPr>
          <a:lstStyle/>
          <a:p>
            <a:pPr marL="0" indent="0">
              <a:buNone/>
            </a:pPr>
            <a:r>
              <a:rPr lang="en-CA" b="1" dirty="0"/>
              <a:t>The statistical signature</a:t>
            </a:r>
          </a:p>
          <a:p>
            <a:r>
              <a:rPr lang="en-CA" dirty="0"/>
              <a:t>Periods of high volatility cluster together in time</a:t>
            </a:r>
          </a:p>
          <a:p>
            <a:r>
              <a:rPr lang="en-CA" dirty="0"/>
              <a:t>Returns r(t): autocorrelation approx 0 at all lags (random-walk-like)</a:t>
            </a:r>
          </a:p>
          <a:p>
            <a:r>
              <a:rPr lang="en-CA" dirty="0"/>
              <a:t>Squared returns r</a:t>
            </a:r>
            <a:r>
              <a:rPr lang="en-CA" baseline="30000" dirty="0"/>
              <a:t>2</a:t>
            </a:r>
            <a:r>
              <a:rPr lang="en-CA" dirty="0"/>
              <a:t>(t): strong positive autocorrelation out to 100+ lags</a:t>
            </a:r>
          </a:p>
          <a:p>
            <a:endParaRPr lang="en-CA" dirty="0"/>
          </a:p>
          <a:p>
            <a:pPr marL="0" indent="0">
              <a:buNone/>
            </a:pPr>
            <a:r>
              <a:rPr lang="en-CA" b="1" dirty="0"/>
              <a:t>Why it matters</a:t>
            </a:r>
          </a:p>
          <a:p>
            <a:r>
              <a:rPr lang="en-CA" dirty="0"/>
              <a:t>Rolling 21-day vol swings widely: GFC 2008 (approx 80% annualised), COVID 2020 (approx 90%)</a:t>
            </a:r>
          </a:p>
          <a:p>
            <a:r>
              <a:rPr lang="en-CA" dirty="0"/>
              <a:t>VIX (implied vol) correlates approx 0.85 with EWMA realised vol</a:t>
            </a:r>
          </a:p>
          <a:p>
            <a:r>
              <a:rPr lang="en-CA" dirty="0"/>
              <a:t>A static historical sigma is a poor risk measure - we need adaptive models (EWMA, GARCH)</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Block 2: Volatility Models</a:t>
            </a:r>
            <a:endParaRPr b="1" dirty="0">
              <a:latin typeface="Arial" panose="020B0604020202020204" pitchFamily="34" charset="0"/>
              <a:cs typeface="Arial" panose="020B0604020202020204" pitchFamily="34" charset="0"/>
            </a:endParaRPr>
          </a:p>
        </p:txBody>
      </p:sp>
      <p:sp>
        <p:nvSpPr>
          <p:cNvPr id="4016" name="Content Placeholder"/>
          <p:cNvSpPr>
            <a:spLocks noGrp="1"/>
          </p:cNvSpPr>
          <p:nvPr>
            <p:ph sz="half" idx="2"/>
          </p:nvPr>
        </p:nvSpPr>
        <p:spPr/>
        <p:txBody>
          <a:bodyPr wrap="square">
            <a:normAutofit/>
          </a:bodyPr>
          <a:lstStyle/>
          <a:p>
            <a:pPr marL="0" indent="0">
              <a:buNone/>
            </a:pPr>
            <a:r>
              <a:rPr lang="en-CA" b="1" dirty="0"/>
              <a:t>Historical  -  EWMA  -  GARCH(1,1)  -  from Hull Ch.8</a:t>
            </a:r>
          </a:p>
          <a:p>
            <a:r>
              <a:rPr lang="en-CA" dirty="0"/>
              <a:t>Historical rolling volatility is the simple baseline</a:t>
            </a:r>
          </a:p>
          <a:p>
            <a:r>
              <a:rPr lang="en-CA" dirty="0"/>
              <a:t>EWMA weights recent data more heavily with a single decay factor</a:t>
            </a:r>
          </a:p>
          <a:p>
            <a:r>
              <a:rPr lang="en-CA" dirty="0"/>
              <a:t>GARCH(1,1) adds a long-run level and mean reversion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D0896-4A84-B4A0-0322-C4A1BF75A5A6}"/>
            </a:ext>
          </a:extLst>
        </p:cNvPr>
        <p:cNvGrpSpPr/>
        <p:nvPr/>
      </p:nvGrpSpPr>
      <p:grpSpPr>
        <a:xfrm>
          <a:off x="0" y="0"/>
          <a:ext cx="0" cy="0"/>
          <a:chOff x="0" y="0"/>
          <a:chExt cx="0" cy="0"/>
        </a:xfrm>
      </p:grpSpPr>
      <p:sp>
        <p:nvSpPr>
          <p:cNvPr id="4015" name="Title">
            <a:extLst>
              <a:ext uri="{FF2B5EF4-FFF2-40B4-BE49-F238E27FC236}">
                <a16:creationId xmlns:a16="http://schemas.microsoft.com/office/drawing/2014/main" id="{2C8D5800-66A4-65EC-CA07-32E7EEA5DBAA}"/>
              </a:ext>
            </a:extLst>
          </p:cNvPr>
          <p:cNvSpPr>
            <a:spLocks noGrp="1"/>
          </p:cNvSpPr>
          <p:nvPr>
            <p:ph type="title"/>
          </p:nvPr>
        </p:nvSpPr>
        <p:spPr/>
        <p:txBody>
          <a:bodyPr/>
          <a:lstStyle/>
          <a:p>
            <a:r>
              <a:rPr lang="en-US" altLang="en-US" b="1" dirty="0">
                <a:latin typeface="Arial" panose="020B0604020202020204" pitchFamily="34" charset="0"/>
                <a:cs typeface="Arial" panose="020B0604020202020204" pitchFamily="34" charset="0"/>
              </a:rPr>
              <a:t>Standard Approach to Estimating Volatility</a:t>
            </a:r>
            <a:endParaRPr b="1" dirty="0">
              <a:latin typeface="Arial" panose="020B0604020202020204" pitchFamily="34" charset="0"/>
              <a:cs typeface="Arial" panose="020B0604020202020204" pitchFamily="34" charset="0"/>
            </a:endParaRPr>
          </a:p>
        </p:txBody>
      </p:sp>
      <p:sp>
        <p:nvSpPr>
          <p:cNvPr id="4016" name="Content Placeholder">
            <a:extLst>
              <a:ext uri="{FF2B5EF4-FFF2-40B4-BE49-F238E27FC236}">
                <a16:creationId xmlns:a16="http://schemas.microsoft.com/office/drawing/2014/main" id="{F3E1FB76-9EBD-EB6C-96EA-565A287A073B}"/>
              </a:ext>
            </a:extLst>
          </p:cNvPr>
          <p:cNvSpPr>
            <a:spLocks noGrp="1"/>
          </p:cNvSpPr>
          <p:nvPr>
            <p:ph sz="half" idx="2"/>
          </p:nvPr>
        </p:nvSpPr>
        <p:spPr/>
        <p:txBody>
          <a:bodyPr wrap="square">
            <a:normAutofit/>
          </a:bodyPr>
          <a:lstStyle/>
          <a:p>
            <a:r>
              <a:rPr lang="en-US" altLang="en-US" sz="3600" dirty="0">
                <a:cs typeface="Arial" panose="020B0604020202020204" pitchFamily="34" charset="0"/>
              </a:rPr>
              <a:t>Define </a:t>
            </a:r>
            <a:r>
              <a:rPr lang="en-US" altLang="en-US" sz="3600" dirty="0" err="1">
                <a:latin typeface="Symbol" panose="05050102010706020507" pitchFamily="18" charset="2"/>
                <a:cs typeface="Arial" panose="020B0604020202020204" pitchFamily="34" charset="0"/>
              </a:rPr>
              <a:t>s</a:t>
            </a:r>
            <a:r>
              <a:rPr lang="en-US" altLang="en-US" sz="3600" i="1" baseline="-25000" dirty="0" err="1">
                <a:latin typeface="Times New Roman" panose="02020603050405020304" pitchFamily="18" charset="0"/>
                <a:cs typeface="Arial" panose="020B0604020202020204" pitchFamily="34" charset="0"/>
              </a:rPr>
              <a:t>n</a:t>
            </a:r>
            <a:r>
              <a:rPr lang="en-US" altLang="en-US" sz="3600" dirty="0">
                <a:cs typeface="Arial" panose="020B0604020202020204" pitchFamily="34" charset="0"/>
              </a:rPr>
              <a:t> as the volatility per day between day </a:t>
            </a:r>
            <a:r>
              <a:rPr lang="en-US" altLang="en-US" sz="3600" i="1" dirty="0">
                <a:latin typeface="Times New Roman" panose="02020603050405020304" pitchFamily="18" charset="0"/>
                <a:cs typeface="Arial" panose="020B0604020202020204" pitchFamily="34" charset="0"/>
              </a:rPr>
              <a:t>n</a:t>
            </a:r>
            <a:r>
              <a:rPr lang="en-US" altLang="en-US" sz="3600" i="1" dirty="0">
                <a:cs typeface="Arial" panose="020B0604020202020204" pitchFamily="34" charset="0"/>
              </a:rPr>
              <a:t>−</a:t>
            </a:r>
            <a:r>
              <a:rPr lang="en-US" altLang="en-US" sz="3600" dirty="0">
                <a:cs typeface="Arial" panose="020B0604020202020204" pitchFamily="34" charset="0"/>
              </a:rPr>
              <a:t>1 and day </a:t>
            </a:r>
            <a:r>
              <a:rPr lang="en-US" altLang="en-US" sz="3600" i="1" dirty="0">
                <a:latin typeface="Times New Roman" panose="02020603050405020304" pitchFamily="18" charset="0"/>
                <a:cs typeface="Arial" panose="020B0604020202020204" pitchFamily="34" charset="0"/>
              </a:rPr>
              <a:t>n</a:t>
            </a:r>
            <a:r>
              <a:rPr lang="en-US" altLang="en-US" sz="3600" i="1" dirty="0">
                <a:cs typeface="Arial" panose="020B0604020202020204" pitchFamily="34" charset="0"/>
              </a:rPr>
              <a:t>, </a:t>
            </a:r>
            <a:r>
              <a:rPr lang="en-US" altLang="en-US" sz="3600" dirty="0">
                <a:cs typeface="Arial" panose="020B0604020202020204" pitchFamily="34" charset="0"/>
              </a:rPr>
              <a:t>as estimated at end of day</a:t>
            </a:r>
            <a:r>
              <a:rPr lang="en-US" altLang="en-US" sz="3600" i="1" dirty="0">
                <a:cs typeface="Arial" panose="020B0604020202020204" pitchFamily="34" charset="0"/>
              </a:rPr>
              <a:t> </a:t>
            </a:r>
            <a:r>
              <a:rPr lang="en-US" altLang="en-US" sz="3600" i="1" dirty="0">
                <a:latin typeface="Times New Roman" panose="02020603050405020304" pitchFamily="18" charset="0"/>
                <a:cs typeface="Arial" panose="020B0604020202020204" pitchFamily="34" charset="0"/>
              </a:rPr>
              <a:t>n</a:t>
            </a:r>
            <a:r>
              <a:rPr lang="en-US" altLang="en-US" sz="3600" i="1" dirty="0">
                <a:cs typeface="Arial" panose="020B0604020202020204" pitchFamily="34" charset="0"/>
              </a:rPr>
              <a:t>−</a:t>
            </a:r>
            <a:r>
              <a:rPr lang="en-US" altLang="en-US" sz="3600" dirty="0">
                <a:cs typeface="Arial" panose="020B0604020202020204" pitchFamily="34" charset="0"/>
              </a:rPr>
              <a:t>1</a:t>
            </a:r>
            <a:endParaRPr lang="en-US" altLang="en-US" sz="3600" i="1" dirty="0">
              <a:cs typeface="Arial" panose="020B0604020202020204" pitchFamily="34" charset="0"/>
            </a:endParaRPr>
          </a:p>
          <a:p>
            <a:r>
              <a:rPr lang="en-US" altLang="en-US" sz="3600" dirty="0">
                <a:cs typeface="Arial" panose="020B0604020202020204" pitchFamily="34" charset="0"/>
              </a:rPr>
              <a:t>Define </a:t>
            </a:r>
            <a:r>
              <a:rPr lang="en-US" altLang="en-US" sz="3600" i="1" dirty="0">
                <a:latin typeface="Times New Roman" panose="02020603050405020304" pitchFamily="18" charset="0"/>
                <a:cs typeface="Arial" panose="020B0604020202020204" pitchFamily="34" charset="0"/>
              </a:rPr>
              <a:t>S</a:t>
            </a:r>
            <a:r>
              <a:rPr lang="en-US" altLang="en-US" sz="3600" i="1" baseline="-25000" dirty="0">
                <a:latin typeface="Times New Roman" panose="02020603050405020304" pitchFamily="18" charset="0"/>
                <a:cs typeface="Arial" panose="020B0604020202020204" pitchFamily="34" charset="0"/>
              </a:rPr>
              <a:t>i</a:t>
            </a:r>
            <a:r>
              <a:rPr lang="en-US" altLang="en-US" sz="3600" dirty="0">
                <a:cs typeface="Arial" panose="020B0604020202020204" pitchFamily="34" charset="0"/>
              </a:rPr>
              <a:t> as the value of market variable at end of day </a:t>
            </a:r>
            <a:r>
              <a:rPr lang="en-US" altLang="en-US" sz="3600" i="1" dirty="0">
                <a:latin typeface="Times New Roman" panose="02020603050405020304" pitchFamily="18" charset="0"/>
                <a:cs typeface="Arial" panose="020B0604020202020204" pitchFamily="34" charset="0"/>
              </a:rPr>
              <a:t>i</a:t>
            </a:r>
            <a:endParaRPr lang="en-US" altLang="en-US" sz="3600" i="1" dirty="0">
              <a:cs typeface="Arial" panose="020B0604020202020204" pitchFamily="34" charset="0"/>
            </a:endParaRPr>
          </a:p>
          <a:p>
            <a:r>
              <a:rPr lang="en-US" altLang="en-US" sz="3600" dirty="0">
                <a:cs typeface="Arial" panose="020B0604020202020204" pitchFamily="34" charset="0"/>
              </a:rPr>
              <a:t>Define </a:t>
            </a:r>
            <a:r>
              <a:rPr lang="en-US" altLang="en-US" sz="3600" i="1" dirty="0" err="1">
                <a:latin typeface="Times New Roman" panose="02020603050405020304" pitchFamily="18" charset="0"/>
                <a:cs typeface="Arial" panose="020B0604020202020204" pitchFamily="34" charset="0"/>
              </a:rPr>
              <a:t>u</a:t>
            </a:r>
            <a:r>
              <a:rPr lang="en-US" altLang="en-US" sz="3600" i="1" baseline="-25000" dirty="0" err="1">
                <a:latin typeface="Times New Roman" panose="02020603050405020304" pitchFamily="18" charset="0"/>
                <a:cs typeface="Arial" panose="020B0604020202020204" pitchFamily="34" charset="0"/>
              </a:rPr>
              <a:t>i</a:t>
            </a:r>
            <a:r>
              <a:rPr lang="en-US" altLang="en-US" sz="3600" i="1" dirty="0">
                <a:cs typeface="Arial" panose="020B0604020202020204" pitchFamily="34" charset="0"/>
              </a:rPr>
              <a:t>= </a:t>
            </a:r>
            <a:r>
              <a:rPr lang="en-US" altLang="en-US" sz="3600" dirty="0">
                <a:latin typeface="Times New Roman" panose="02020603050405020304" pitchFamily="18" charset="0"/>
                <a:cs typeface="Arial" panose="020B0604020202020204" pitchFamily="34" charset="0"/>
              </a:rPr>
              <a:t>ln</a:t>
            </a:r>
            <a:r>
              <a:rPr lang="en-US" altLang="en-US" sz="3600" dirty="0">
                <a:cs typeface="Arial" panose="020B0604020202020204" pitchFamily="34" charset="0"/>
              </a:rPr>
              <a:t>(</a:t>
            </a:r>
            <a:r>
              <a:rPr lang="en-US" altLang="en-US" sz="3600" i="1" dirty="0">
                <a:latin typeface="Times New Roman" panose="02020603050405020304" pitchFamily="18" charset="0"/>
                <a:cs typeface="Arial" panose="020B0604020202020204" pitchFamily="34" charset="0"/>
              </a:rPr>
              <a:t>S</a:t>
            </a:r>
            <a:r>
              <a:rPr lang="en-US" altLang="en-US" sz="3600" i="1" baseline="-25000" dirty="0">
                <a:latin typeface="Times New Roman" panose="02020603050405020304" pitchFamily="18" charset="0"/>
                <a:cs typeface="Arial" panose="020B0604020202020204" pitchFamily="34" charset="0"/>
              </a:rPr>
              <a:t>i</a:t>
            </a:r>
            <a:r>
              <a:rPr lang="en-US" altLang="en-US" sz="3600" i="1" dirty="0">
                <a:latin typeface="Times New Roman" panose="02020603050405020304" pitchFamily="18" charset="0"/>
                <a:cs typeface="Arial" panose="020B0604020202020204" pitchFamily="34" charset="0"/>
              </a:rPr>
              <a:t>/S</a:t>
            </a:r>
            <a:r>
              <a:rPr lang="en-US" altLang="en-US" sz="3600" i="1" baseline="-25000" dirty="0">
                <a:latin typeface="Times New Roman" panose="02020603050405020304" pitchFamily="18" charset="0"/>
                <a:cs typeface="Arial" panose="020B0604020202020204" pitchFamily="34" charset="0"/>
              </a:rPr>
              <a:t>i-</a:t>
            </a:r>
            <a:r>
              <a:rPr lang="en-US" altLang="en-US" sz="3600" baseline="-25000" dirty="0">
                <a:latin typeface="Times New Roman" panose="02020603050405020304" pitchFamily="18" charset="0"/>
                <a:cs typeface="Arial" panose="020B0604020202020204" pitchFamily="34" charset="0"/>
              </a:rPr>
              <a:t>1</a:t>
            </a:r>
            <a:r>
              <a:rPr lang="en-US" altLang="en-US" sz="3600" dirty="0">
                <a:cs typeface="Arial" panose="020B0604020202020204" pitchFamily="34" charset="0"/>
              </a:rPr>
              <a:t>)</a:t>
            </a:r>
          </a:p>
          <a:p>
            <a:pPr>
              <a:buNone/>
            </a:pPr>
            <a:endParaRPr lang="en-US" altLang="en-US" sz="3600" dirty="0">
              <a:cs typeface="Arial" panose="020B0604020202020204" pitchFamily="34" charset="0"/>
            </a:endParaRPr>
          </a:p>
          <a:p>
            <a:pPr>
              <a:buNone/>
            </a:pPr>
            <a:endParaRPr lang="en-US" altLang="en-US" sz="3600" dirty="0">
              <a:cs typeface="Arial" panose="020B0604020202020204" pitchFamily="34" charset="0"/>
            </a:endParaRPr>
          </a:p>
        </p:txBody>
      </p:sp>
      <p:graphicFrame>
        <p:nvGraphicFramePr>
          <p:cNvPr id="2" name="Object 4">
            <a:extLst>
              <a:ext uri="{FF2B5EF4-FFF2-40B4-BE49-F238E27FC236}">
                <a16:creationId xmlns:a16="http://schemas.microsoft.com/office/drawing/2014/main" id="{C20D70F6-0D68-35AE-21F7-CABDDA52947A}"/>
              </a:ext>
            </a:extLst>
          </p:cNvPr>
          <p:cNvGraphicFramePr>
            <a:graphicFrameLocks/>
          </p:cNvGraphicFramePr>
          <p:nvPr>
            <p:extLst>
              <p:ext uri="{D42A27DB-BD31-4B8C-83A1-F6EECF244321}">
                <p14:modId xmlns:p14="http://schemas.microsoft.com/office/powerpoint/2010/main" val="2211668746"/>
              </p:ext>
            </p:extLst>
          </p:nvPr>
        </p:nvGraphicFramePr>
        <p:xfrm>
          <a:off x="609600" y="3894259"/>
          <a:ext cx="4262437" cy="2143125"/>
        </p:xfrm>
        <a:graphic>
          <a:graphicData uri="http://schemas.openxmlformats.org/presentationml/2006/ole">
            <mc:AlternateContent xmlns:mc="http://schemas.openxmlformats.org/markup-compatibility/2006">
              <mc:Choice xmlns:v="urn:schemas-microsoft-com:vml" Requires="v">
                <p:oleObj name="Equation" r:id="rId3" imgW="1495472" imgH="809531" progId="Equation.2">
                  <p:embed/>
                </p:oleObj>
              </mc:Choice>
              <mc:Fallback>
                <p:oleObj name="Equation" r:id="rId3" imgW="1495472" imgH="809531" progId="Equation.2">
                  <p:embed/>
                  <p:pic>
                    <p:nvPicPr>
                      <p:cNvPr id="2" name="Object 4">
                        <a:extLst>
                          <a:ext uri="{FF2B5EF4-FFF2-40B4-BE49-F238E27FC236}">
                            <a16:creationId xmlns:a16="http://schemas.microsoft.com/office/drawing/2014/main" id="{C20D70F6-0D68-35AE-21F7-CABDDA52947A}"/>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3894259"/>
                        <a:ext cx="4262437" cy="214312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7369087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B9B22-DC0E-9488-B975-4E8B02C70F15}"/>
            </a:ext>
          </a:extLst>
        </p:cNvPr>
        <p:cNvGrpSpPr/>
        <p:nvPr/>
      </p:nvGrpSpPr>
      <p:grpSpPr>
        <a:xfrm>
          <a:off x="0" y="0"/>
          <a:ext cx="0" cy="0"/>
          <a:chOff x="0" y="0"/>
          <a:chExt cx="0" cy="0"/>
        </a:xfrm>
      </p:grpSpPr>
      <p:sp>
        <p:nvSpPr>
          <p:cNvPr id="4015" name="Title">
            <a:extLst>
              <a:ext uri="{FF2B5EF4-FFF2-40B4-BE49-F238E27FC236}">
                <a16:creationId xmlns:a16="http://schemas.microsoft.com/office/drawing/2014/main" id="{9A06043F-07AF-FF65-7A95-E5AB1B6A28E4}"/>
              </a:ext>
            </a:extLst>
          </p:cNvPr>
          <p:cNvSpPr>
            <a:spLocks noGrp="1"/>
          </p:cNvSpPr>
          <p:nvPr>
            <p:ph type="title"/>
          </p:nvPr>
        </p:nvSpPr>
        <p:spPr/>
        <p:txBody>
          <a:bodyPr/>
          <a:lstStyle/>
          <a:p>
            <a:r>
              <a:rPr lang="en-US" altLang="en-US" b="1" dirty="0">
                <a:latin typeface="Arial" panose="020B0604020202020204" pitchFamily="34" charset="0"/>
                <a:cs typeface="Arial" panose="020B0604020202020204" pitchFamily="34" charset="0"/>
              </a:rPr>
              <a:t>Simplifications Usually Made in </a:t>
            </a:r>
            <a:br>
              <a:rPr lang="en-US" altLang="en-US" b="1" dirty="0">
                <a:latin typeface="Arial" panose="020B0604020202020204" pitchFamily="34" charset="0"/>
                <a:cs typeface="Arial" panose="020B0604020202020204" pitchFamily="34" charset="0"/>
              </a:rPr>
            </a:br>
            <a:r>
              <a:rPr lang="en-US" altLang="en-US" b="1" dirty="0">
                <a:latin typeface="Arial" panose="020B0604020202020204" pitchFamily="34" charset="0"/>
                <a:cs typeface="Arial" panose="020B0604020202020204" pitchFamily="34" charset="0"/>
              </a:rPr>
              <a:t>Risk Management</a:t>
            </a:r>
            <a:endParaRPr b="1" dirty="0">
              <a:latin typeface="Arial" panose="020B0604020202020204" pitchFamily="34" charset="0"/>
              <a:cs typeface="Arial" panose="020B0604020202020204" pitchFamily="34" charset="0"/>
            </a:endParaRPr>
          </a:p>
        </p:txBody>
      </p:sp>
      <p:sp>
        <p:nvSpPr>
          <p:cNvPr id="4016" name="Content Placeholder">
            <a:extLst>
              <a:ext uri="{FF2B5EF4-FFF2-40B4-BE49-F238E27FC236}">
                <a16:creationId xmlns:a16="http://schemas.microsoft.com/office/drawing/2014/main" id="{8C114EE5-55BA-3D3F-CB5F-50F99D725483}"/>
              </a:ext>
            </a:extLst>
          </p:cNvPr>
          <p:cNvSpPr>
            <a:spLocks noGrp="1"/>
          </p:cNvSpPr>
          <p:nvPr>
            <p:ph sz="half" idx="2"/>
          </p:nvPr>
        </p:nvSpPr>
        <p:spPr/>
        <p:txBody>
          <a:bodyPr wrap="square">
            <a:normAutofit/>
          </a:bodyPr>
          <a:lstStyle/>
          <a:p>
            <a:r>
              <a:rPr lang="en-US" altLang="en-US" sz="3600" dirty="0">
                <a:cs typeface="Arial" panose="020B0604020202020204" pitchFamily="34" charset="0"/>
              </a:rPr>
              <a:t>Define</a:t>
            </a:r>
            <a:r>
              <a:rPr lang="en-US" altLang="en-US" sz="3600" i="1" dirty="0">
                <a:cs typeface="Arial" panose="020B0604020202020204" pitchFamily="34" charset="0"/>
              </a:rPr>
              <a:t> </a:t>
            </a:r>
            <a:r>
              <a:rPr lang="en-US" altLang="en-US" sz="3600" i="1" dirty="0" err="1">
                <a:latin typeface="Times New Roman" panose="02020603050405020304" pitchFamily="18" charset="0"/>
                <a:cs typeface="Arial" panose="020B0604020202020204" pitchFamily="34" charset="0"/>
              </a:rPr>
              <a:t>u</a:t>
            </a:r>
            <a:r>
              <a:rPr lang="en-US" altLang="en-US" sz="3600" i="1" baseline="-25000" dirty="0" err="1">
                <a:latin typeface="Times New Roman" panose="02020603050405020304" pitchFamily="18" charset="0"/>
                <a:cs typeface="Arial" panose="020B0604020202020204" pitchFamily="34" charset="0"/>
              </a:rPr>
              <a:t>i</a:t>
            </a:r>
            <a:r>
              <a:rPr lang="en-US" altLang="en-US" sz="3600" dirty="0">
                <a:cs typeface="Arial" panose="020B0604020202020204" pitchFamily="34" charset="0"/>
              </a:rPr>
              <a:t> as </a:t>
            </a:r>
            <a:r>
              <a:rPr lang="en-US" altLang="en-US" sz="3600" dirty="0">
                <a:latin typeface="Times New Roman" panose="02020603050405020304" pitchFamily="18" charset="0"/>
                <a:cs typeface="Arial" panose="020B0604020202020204" pitchFamily="34" charset="0"/>
              </a:rPr>
              <a:t>(</a:t>
            </a:r>
            <a:r>
              <a:rPr lang="en-US" altLang="en-US" sz="3600" i="1" dirty="0">
                <a:latin typeface="Times New Roman" panose="02020603050405020304" pitchFamily="18" charset="0"/>
                <a:cs typeface="Arial" panose="020B0604020202020204" pitchFamily="34" charset="0"/>
              </a:rPr>
              <a:t>S</a:t>
            </a:r>
            <a:r>
              <a:rPr lang="en-US" altLang="en-US" sz="3600" i="1" baseline="-25000" dirty="0">
                <a:latin typeface="Times New Roman" panose="02020603050405020304" pitchFamily="18" charset="0"/>
                <a:cs typeface="Arial" panose="020B0604020202020204" pitchFamily="34" charset="0"/>
              </a:rPr>
              <a:t>i</a:t>
            </a:r>
            <a:r>
              <a:rPr lang="en-US" altLang="en-US" sz="3600" i="1" dirty="0">
                <a:latin typeface="Times New Roman" panose="02020603050405020304" pitchFamily="18" charset="0"/>
                <a:cs typeface="Arial" panose="020B0604020202020204" pitchFamily="34" charset="0"/>
              </a:rPr>
              <a:t>−S</a:t>
            </a:r>
            <a:r>
              <a:rPr lang="en-US" altLang="en-US" sz="3600" i="1" baseline="-25000" dirty="0">
                <a:latin typeface="Times New Roman" panose="02020603050405020304" pitchFamily="18" charset="0"/>
                <a:cs typeface="Arial" panose="020B0604020202020204" pitchFamily="34" charset="0"/>
              </a:rPr>
              <a:t>i−</a:t>
            </a:r>
            <a:r>
              <a:rPr lang="en-US" altLang="en-US" sz="3600" baseline="-25000" dirty="0">
                <a:latin typeface="Times New Roman" panose="02020603050405020304" pitchFamily="18" charset="0"/>
                <a:cs typeface="Arial" panose="020B0604020202020204" pitchFamily="34" charset="0"/>
              </a:rPr>
              <a:t>1</a:t>
            </a:r>
            <a:r>
              <a:rPr lang="en-US" altLang="en-US" sz="3600" dirty="0">
                <a:latin typeface="Times New Roman" panose="02020603050405020304" pitchFamily="18" charset="0"/>
                <a:cs typeface="Arial" panose="020B0604020202020204" pitchFamily="34" charset="0"/>
              </a:rPr>
              <a:t>)</a:t>
            </a:r>
            <a:r>
              <a:rPr lang="en-US" altLang="en-US" sz="3600" i="1" dirty="0">
                <a:latin typeface="Times New Roman" panose="02020603050405020304" pitchFamily="18" charset="0"/>
                <a:cs typeface="Arial" panose="020B0604020202020204" pitchFamily="34" charset="0"/>
              </a:rPr>
              <a:t>/S</a:t>
            </a:r>
            <a:r>
              <a:rPr lang="en-US" altLang="en-US" sz="3600" i="1" baseline="-25000" dirty="0">
                <a:latin typeface="Times New Roman" panose="02020603050405020304" pitchFamily="18" charset="0"/>
                <a:cs typeface="Arial" panose="020B0604020202020204" pitchFamily="34" charset="0"/>
              </a:rPr>
              <a:t>i−</a:t>
            </a:r>
            <a:r>
              <a:rPr lang="en-US" altLang="en-US" sz="3600" baseline="-25000" dirty="0">
                <a:latin typeface="Times New Roman" panose="02020603050405020304" pitchFamily="18" charset="0"/>
                <a:cs typeface="Arial" panose="020B0604020202020204" pitchFamily="34" charset="0"/>
              </a:rPr>
              <a:t>1</a:t>
            </a:r>
          </a:p>
          <a:p>
            <a:r>
              <a:rPr lang="en-US" altLang="en-US" sz="3600" dirty="0">
                <a:cs typeface="Arial" panose="020B0604020202020204" pitchFamily="34" charset="0"/>
              </a:rPr>
              <a:t>Assume that the mean value of </a:t>
            </a:r>
            <a:r>
              <a:rPr lang="en-US" altLang="en-US" sz="3600" i="1" dirty="0" err="1">
                <a:latin typeface="Times New Roman" panose="02020603050405020304" pitchFamily="18" charset="0"/>
                <a:cs typeface="Arial" panose="020B0604020202020204" pitchFamily="34" charset="0"/>
              </a:rPr>
              <a:t>u</a:t>
            </a:r>
            <a:r>
              <a:rPr lang="en-US" altLang="en-US" sz="3600" i="1" baseline="-25000" dirty="0" err="1">
                <a:latin typeface="Times New Roman" panose="02020603050405020304" pitchFamily="18" charset="0"/>
                <a:cs typeface="Arial" panose="020B0604020202020204" pitchFamily="34" charset="0"/>
              </a:rPr>
              <a:t>i</a:t>
            </a:r>
            <a:r>
              <a:rPr lang="en-US" altLang="en-US" sz="3600" dirty="0">
                <a:cs typeface="Arial" panose="020B0604020202020204" pitchFamily="34" charset="0"/>
              </a:rPr>
              <a:t> is zero</a:t>
            </a:r>
          </a:p>
          <a:p>
            <a:r>
              <a:rPr lang="en-US" altLang="en-US" sz="3600" dirty="0">
                <a:cs typeface="Arial" panose="020B0604020202020204" pitchFamily="34" charset="0"/>
              </a:rPr>
              <a:t>Replace </a:t>
            </a:r>
            <a:r>
              <a:rPr lang="en-US" altLang="en-US" sz="3600" i="1" dirty="0">
                <a:latin typeface="Times New Roman" panose="02020603050405020304" pitchFamily="18" charset="0"/>
                <a:cs typeface="Arial" panose="020B0604020202020204" pitchFamily="34" charset="0"/>
              </a:rPr>
              <a:t>m−</a:t>
            </a:r>
            <a:r>
              <a:rPr lang="en-US" altLang="en-US" sz="3600" dirty="0">
                <a:latin typeface="Times New Roman" panose="02020603050405020304" pitchFamily="18" charset="0"/>
                <a:cs typeface="Arial" panose="020B0604020202020204" pitchFamily="34" charset="0"/>
              </a:rPr>
              <a:t>1</a:t>
            </a:r>
            <a:r>
              <a:rPr lang="en-US" altLang="en-US" sz="3600" dirty="0">
                <a:cs typeface="Arial" panose="020B0604020202020204" pitchFamily="34" charset="0"/>
              </a:rPr>
              <a:t> by </a:t>
            </a:r>
            <a:r>
              <a:rPr lang="en-US" altLang="en-US" sz="3600" i="1" dirty="0">
                <a:latin typeface="Times New Roman" panose="02020603050405020304" pitchFamily="18" charset="0"/>
                <a:cs typeface="Arial" panose="020B0604020202020204" pitchFamily="34" charset="0"/>
              </a:rPr>
              <a:t>m</a:t>
            </a:r>
            <a:endParaRPr lang="en-US" altLang="en-US" sz="3600" dirty="0">
              <a:cs typeface="Arial" panose="020B0604020202020204" pitchFamily="34" charset="0"/>
            </a:endParaRPr>
          </a:p>
          <a:p>
            <a:pPr>
              <a:buNone/>
            </a:pPr>
            <a:endParaRPr lang="en-US" altLang="en-US" sz="3600" dirty="0">
              <a:cs typeface="Arial" panose="020B0604020202020204" pitchFamily="34" charset="0"/>
            </a:endParaRPr>
          </a:p>
          <a:p>
            <a:pPr>
              <a:buNone/>
            </a:pPr>
            <a:r>
              <a:rPr lang="en-US" altLang="en-US" sz="3600" dirty="0">
                <a:cs typeface="Arial" panose="020B0604020202020204" pitchFamily="34" charset="0"/>
              </a:rPr>
              <a:t>This gives</a:t>
            </a:r>
          </a:p>
          <a:p>
            <a:pPr>
              <a:buNone/>
            </a:pPr>
            <a:endParaRPr lang="en-US" altLang="en-US" sz="3600" dirty="0">
              <a:cs typeface="Arial" panose="020B0604020202020204" pitchFamily="34" charset="0"/>
            </a:endParaRPr>
          </a:p>
          <a:p>
            <a:pPr>
              <a:buNone/>
            </a:pPr>
            <a:endParaRPr lang="en-US" altLang="en-US" sz="3600" dirty="0">
              <a:cs typeface="Arial" panose="020B0604020202020204" pitchFamily="34" charset="0"/>
            </a:endParaRPr>
          </a:p>
        </p:txBody>
      </p:sp>
      <p:graphicFrame>
        <p:nvGraphicFramePr>
          <p:cNvPr id="3" name="Object 4">
            <a:extLst>
              <a:ext uri="{FF2B5EF4-FFF2-40B4-BE49-F238E27FC236}">
                <a16:creationId xmlns:a16="http://schemas.microsoft.com/office/drawing/2014/main" id="{170F6C14-2BFF-808A-C456-BCC5F7AB8F4B}"/>
              </a:ext>
            </a:extLst>
          </p:cNvPr>
          <p:cNvGraphicFramePr>
            <a:graphicFrameLocks/>
          </p:cNvGraphicFramePr>
          <p:nvPr>
            <p:extLst>
              <p:ext uri="{D42A27DB-BD31-4B8C-83A1-F6EECF244321}">
                <p14:modId xmlns:p14="http://schemas.microsoft.com/office/powerpoint/2010/main" val="962979182"/>
              </p:ext>
            </p:extLst>
          </p:nvPr>
        </p:nvGraphicFramePr>
        <p:xfrm>
          <a:off x="2895600" y="3449595"/>
          <a:ext cx="2971800" cy="1324586"/>
        </p:xfrm>
        <a:graphic>
          <a:graphicData uri="http://schemas.openxmlformats.org/presentationml/2006/ole">
            <mc:AlternateContent xmlns:mc="http://schemas.openxmlformats.org/markup-compatibility/2006">
              <mc:Choice xmlns:v="urn:schemas-microsoft-com:vml" Requires="v">
                <p:oleObj name="Equation" r:id="rId3" imgW="962069" imgH="314203" progId="Equation.2">
                  <p:embed/>
                </p:oleObj>
              </mc:Choice>
              <mc:Fallback>
                <p:oleObj name="Equation" r:id="rId3" imgW="962069" imgH="314203" progId="Equation.2">
                  <p:embed/>
                  <p:pic>
                    <p:nvPicPr>
                      <p:cNvPr id="3" name="Object 4">
                        <a:extLst>
                          <a:ext uri="{FF2B5EF4-FFF2-40B4-BE49-F238E27FC236}">
                            <a16:creationId xmlns:a16="http://schemas.microsoft.com/office/drawing/2014/main" id="{170F6C14-2BFF-808A-C456-BCC5F7AB8F4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3449595"/>
                        <a:ext cx="2971800" cy="1324586"/>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8288347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Historical (Rolling) Volatility</a:t>
            </a:r>
            <a:endParaRPr b="1" dirty="0">
              <a:latin typeface="Arial" panose="020B0604020202020204" pitchFamily="34" charset="0"/>
              <a:cs typeface="Arial" panose="020B0604020202020204" pitchFamily="34" charset="0"/>
            </a:endParaRPr>
          </a:p>
        </p:txBody>
      </p:sp>
      <p:pic>
        <p:nvPicPr>
          <p:cNvPr id="4018" name="Picture 4017" descr="f_hist.png"/>
          <p:cNvPicPr>
            <a:picLocks noChangeAspect="1"/>
          </p:cNvPicPr>
          <p:nvPr/>
        </p:nvPicPr>
        <p:blipFill>
          <a:blip r:embed="rId3"/>
          <a:stretch>
            <a:fillRect/>
          </a:stretch>
        </p:blipFill>
        <p:spPr>
          <a:xfrm>
            <a:off x="3429000" y="980167"/>
            <a:ext cx="4574156" cy="923544"/>
          </a:xfrm>
          <a:prstGeom prst="rect">
            <a:avLst/>
          </a:prstGeom>
        </p:spPr>
      </p:pic>
      <p:sp>
        <p:nvSpPr>
          <p:cNvPr id="2" name="Content Placeholder"/>
          <p:cNvSpPr>
            <a:spLocks noGrp="1"/>
          </p:cNvSpPr>
          <p:nvPr>
            <p:ph sz="half" idx="2"/>
          </p:nvPr>
        </p:nvSpPr>
        <p:spPr>
          <a:xfrm>
            <a:off x="420624" y="2267712"/>
            <a:ext cx="11347704" cy="3785616"/>
          </a:xfrm>
        </p:spPr>
        <p:txBody>
          <a:bodyPr wrap="square">
            <a:normAutofit fontScale="85000" lnSpcReduction="20000"/>
          </a:bodyPr>
          <a:lstStyle/>
          <a:p>
            <a:pPr marL="0" indent="0">
              <a:buNone/>
            </a:pPr>
            <a:r>
              <a:rPr lang="en-CA" b="1" dirty="0"/>
              <a:t>The simplest estimator</a:t>
            </a:r>
          </a:p>
          <a:p>
            <a:r>
              <a:rPr lang="en-CA" dirty="0"/>
              <a:t>Sample standard deviation of log returns over a trailing window of n days (zero-mean simplification)</a:t>
            </a:r>
          </a:p>
          <a:p>
            <a:r>
              <a:rPr lang="en-CA" dirty="0"/>
              <a:t>RiskMetrics default n = 25; Basel internal-models minimum n = 250 trading days; annualise by sqrt(252)</a:t>
            </a:r>
          </a:p>
          <a:p>
            <a:pPr marL="0" indent="0">
              <a:buNone/>
            </a:pPr>
            <a:r>
              <a:rPr lang="en-CA" b="1" dirty="0"/>
              <a:t>Strengths and weaknesses</a:t>
            </a:r>
          </a:p>
          <a:p>
            <a:r>
              <a:rPr lang="en-CA" dirty="0"/>
              <a:t>Pro: simple, no parametric assumption, automatically captures fat tails</a:t>
            </a:r>
          </a:p>
          <a:p>
            <a:r>
              <a:rPr lang="en-CA" dirty="0"/>
              <a:t>Con: equal-weights every observation - a big event stays in the estimate until it falls off the window</a:t>
            </a:r>
          </a:p>
          <a:p>
            <a:r>
              <a:rPr lang="en-CA" dirty="0"/>
              <a:t>Ghost effect: vol drops sharply exactly n days after a shock even if markets stayed calm</a:t>
            </a:r>
          </a:p>
          <a:p>
            <a:r>
              <a:rPr lang="en-CA" dirty="0"/>
              <a:t>Python: rets.rolling(window).std() * np.sqrt(252)</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Realized Volatility</a:t>
            </a:r>
            <a:endParaRPr b="1" dirty="0">
              <a:latin typeface="Arial" panose="020B0604020202020204" pitchFamily="34" charset="0"/>
              <a:cs typeface="Arial" panose="020B0604020202020204" pitchFamily="34" charset="0"/>
            </a:endParaRPr>
          </a:p>
        </p:txBody>
      </p:sp>
      <p:pic>
        <p:nvPicPr>
          <p:cNvPr id="4020" name="Picture 4019" descr="f_rv.png"/>
          <p:cNvPicPr>
            <a:picLocks noChangeAspect="1"/>
          </p:cNvPicPr>
          <p:nvPr/>
        </p:nvPicPr>
        <p:blipFill>
          <a:blip r:embed="rId3"/>
          <a:stretch>
            <a:fillRect/>
          </a:stretch>
        </p:blipFill>
        <p:spPr>
          <a:xfrm>
            <a:off x="4020561" y="985983"/>
            <a:ext cx="4150877" cy="847344"/>
          </a:xfrm>
          <a:prstGeom prst="rect">
            <a:avLst/>
          </a:prstGeom>
        </p:spPr>
      </p:pic>
      <p:sp>
        <p:nvSpPr>
          <p:cNvPr id="2" name="Content Placeholder"/>
          <p:cNvSpPr>
            <a:spLocks noGrp="1"/>
          </p:cNvSpPr>
          <p:nvPr>
            <p:ph sz="half" idx="2"/>
          </p:nvPr>
        </p:nvSpPr>
        <p:spPr>
          <a:xfrm>
            <a:off x="420624" y="2267712"/>
            <a:ext cx="11347704" cy="3785616"/>
          </a:xfrm>
        </p:spPr>
        <p:txBody>
          <a:bodyPr wrap="square">
            <a:normAutofit fontScale="85000" lnSpcReduction="10000"/>
          </a:bodyPr>
          <a:lstStyle/>
          <a:p>
            <a:pPr marL="0" indent="0">
              <a:buNone/>
            </a:pPr>
            <a:r>
              <a:rPr lang="en-CA" b="1" dirty="0"/>
              <a:t>Measuring volatility from high-frequency data</a:t>
            </a:r>
          </a:p>
          <a:p>
            <a:r>
              <a:rPr lang="en-CA" dirty="0"/>
              <a:t>Realized variance sums squared intraday returns over the day; realized vol is its square root</a:t>
            </a:r>
          </a:p>
          <a:p>
            <a:r>
              <a:rPr lang="en-CA" dirty="0"/>
              <a:t>As sampling frequency rises, RV converges to the true (integrated) variance - a nearly model-free measure</a:t>
            </a:r>
          </a:p>
          <a:p>
            <a:r>
              <a:rPr lang="en-CA" dirty="0"/>
              <a:t>Far more accurate than a single daily squared return as a volatility proxy</a:t>
            </a:r>
          </a:p>
          <a:p>
            <a:pPr marL="0" indent="0">
              <a:buNone/>
            </a:pPr>
            <a:r>
              <a:rPr lang="en-CA" b="1" dirty="0"/>
              <a:t>Why it matters (Andersen, Bollerslev, Diebold &amp; Labys 2003)</a:t>
            </a:r>
          </a:p>
          <a:p>
            <a:r>
              <a:rPr lang="en-CA" dirty="0"/>
              <a:t>Turns latent volatility into something we can observe and forecast directly</a:t>
            </a:r>
          </a:p>
          <a:p>
            <a:r>
              <a:rPr lang="en-CA" dirty="0"/>
              <a:t>Serves as the realised benchmark when scoring EWMA and GARCH forecasts (the QLIKE loss)</a:t>
            </a:r>
          </a:p>
          <a:p>
            <a:r>
              <a:rPr lang="en-CA" dirty="0"/>
              <a:t>Practical caveat: microstructure noise and non-trading hours require careful sampling (e.g. 5-minute returns)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348DB-E357-ADA0-3298-422819676719}"/>
            </a:ext>
          </a:extLst>
        </p:cNvPr>
        <p:cNvGrpSpPr/>
        <p:nvPr/>
      </p:nvGrpSpPr>
      <p:grpSpPr>
        <a:xfrm>
          <a:off x="0" y="0"/>
          <a:ext cx="0" cy="0"/>
          <a:chOff x="0" y="0"/>
          <a:chExt cx="0" cy="0"/>
        </a:xfrm>
      </p:grpSpPr>
      <p:sp>
        <p:nvSpPr>
          <p:cNvPr id="4015" name="Title">
            <a:extLst>
              <a:ext uri="{FF2B5EF4-FFF2-40B4-BE49-F238E27FC236}">
                <a16:creationId xmlns:a16="http://schemas.microsoft.com/office/drawing/2014/main" id="{D294E2F8-B16C-D45B-9079-4000153661FE}"/>
              </a:ext>
            </a:extLst>
          </p:cNvPr>
          <p:cNvSpPr>
            <a:spLocks noGrp="1"/>
          </p:cNvSpPr>
          <p:nvPr>
            <p:ph type="title"/>
          </p:nvPr>
        </p:nvSpPr>
        <p:spPr/>
        <p:txBody>
          <a:bodyPr/>
          <a:lstStyle/>
          <a:p>
            <a:r>
              <a:rPr lang="en-US" altLang="en-US" b="1" dirty="0">
                <a:latin typeface="Arial" panose="020B0604020202020204" pitchFamily="34" charset="0"/>
                <a:cs typeface="Arial" panose="020B0604020202020204" pitchFamily="34" charset="0"/>
              </a:rPr>
              <a:t>Weighting Scheme</a:t>
            </a:r>
            <a:endParaRPr b="1" dirty="0">
              <a:latin typeface="Arial" panose="020B0604020202020204" pitchFamily="34" charset="0"/>
              <a:cs typeface="Arial" panose="020B0604020202020204" pitchFamily="34" charset="0"/>
            </a:endParaRPr>
          </a:p>
        </p:txBody>
      </p:sp>
      <p:sp>
        <p:nvSpPr>
          <p:cNvPr id="4016" name="Content Placeholder">
            <a:extLst>
              <a:ext uri="{FF2B5EF4-FFF2-40B4-BE49-F238E27FC236}">
                <a16:creationId xmlns:a16="http://schemas.microsoft.com/office/drawing/2014/main" id="{3A56CE81-DA3E-1D81-B0D3-87760CB492D1}"/>
              </a:ext>
            </a:extLst>
          </p:cNvPr>
          <p:cNvSpPr>
            <a:spLocks noGrp="1"/>
          </p:cNvSpPr>
          <p:nvPr>
            <p:ph sz="half" idx="2"/>
          </p:nvPr>
        </p:nvSpPr>
        <p:spPr/>
        <p:txBody>
          <a:bodyPr wrap="square">
            <a:normAutofit/>
          </a:bodyPr>
          <a:lstStyle/>
          <a:p>
            <a:pPr>
              <a:buNone/>
            </a:pPr>
            <a:r>
              <a:rPr lang="en-US" altLang="en-US" sz="3600" dirty="0">
                <a:cs typeface="Arial" panose="020B0604020202020204" pitchFamily="34" charset="0"/>
              </a:rPr>
              <a:t>	Instead of assigning equal weights to the observations we can set</a:t>
            </a:r>
          </a:p>
          <a:p>
            <a:pPr>
              <a:buNone/>
            </a:pPr>
            <a:endParaRPr lang="en-US" altLang="en-US" sz="3600" dirty="0">
              <a:cs typeface="Arial" panose="020B0604020202020204" pitchFamily="34" charset="0"/>
            </a:endParaRPr>
          </a:p>
          <a:p>
            <a:pPr>
              <a:buNone/>
            </a:pPr>
            <a:endParaRPr lang="en-US" altLang="en-US" sz="3600" dirty="0">
              <a:cs typeface="Arial" panose="020B0604020202020204" pitchFamily="34" charset="0"/>
            </a:endParaRPr>
          </a:p>
          <a:p>
            <a:pPr>
              <a:buNone/>
            </a:pPr>
            <a:endParaRPr lang="en-US" altLang="en-US" sz="3600" dirty="0">
              <a:cs typeface="Arial" panose="020B0604020202020204" pitchFamily="34" charset="0"/>
            </a:endParaRPr>
          </a:p>
        </p:txBody>
      </p:sp>
      <p:graphicFrame>
        <p:nvGraphicFramePr>
          <p:cNvPr id="2" name="Object 5">
            <a:extLst>
              <a:ext uri="{FF2B5EF4-FFF2-40B4-BE49-F238E27FC236}">
                <a16:creationId xmlns:a16="http://schemas.microsoft.com/office/drawing/2014/main" id="{9BC76420-CA08-B736-8BFF-ED4EC6DD50C0}"/>
              </a:ext>
            </a:extLst>
          </p:cNvPr>
          <p:cNvGraphicFramePr>
            <a:graphicFrameLocks/>
          </p:cNvGraphicFramePr>
          <p:nvPr>
            <p:extLst>
              <p:ext uri="{D42A27DB-BD31-4B8C-83A1-F6EECF244321}">
                <p14:modId xmlns:p14="http://schemas.microsoft.com/office/powerpoint/2010/main" val="3454734001"/>
              </p:ext>
            </p:extLst>
          </p:nvPr>
        </p:nvGraphicFramePr>
        <p:xfrm>
          <a:off x="685800" y="2817202"/>
          <a:ext cx="2965450" cy="2505075"/>
        </p:xfrm>
        <a:graphic>
          <a:graphicData uri="http://schemas.openxmlformats.org/presentationml/2006/ole">
            <mc:AlternateContent xmlns:mc="http://schemas.openxmlformats.org/markup-compatibility/2006">
              <mc:Choice xmlns:v="urn:schemas-microsoft-com:vml" Requires="v">
                <p:oleObj name="Equation" r:id="rId3" imgW="952621" imgH="904817" progId="Equation.2">
                  <p:embed/>
                </p:oleObj>
              </mc:Choice>
              <mc:Fallback>
                <p:oleObj name="Equation" r:id="rId3" imgW="952621" imgH="904817" progId="Equation.2">
                  <p:embed/>
                  <p:pic>
                    <p:nvPicPr>
                      <p:cNvPr id="2" name="Object 5">
                        <a:extLst>
                          <a:ext uri="{FF2B5EF4-FFF2-40B4-BE49-F238E27FC236}">
                            <a16:creationId xmlns:a16="http://schemas.microsoft.com/office/drawing/2014/main" id="{9BC76420-CA08-B736-8BFF-ED4EC6DD50C0}"/>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2817202"/>
                        <a:ext cx="2965450" cy="2505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6374722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CE61C-1531-0F37-F0E7-3FB2594072D7}"/>
            </a:ext>
          </a:extLst>
        </p:cNvPr>
        <p:cNvGrpSpPr/>
        <p:nvPr/>
      </p:nvGrpSpPr>
      <p:grpSpPr>
        <a:xfrm>
          <a:off x="0" y="0"/>
          <a:ext cx="0" cy="0"/>
          <a:chOff x="0" y="0"/>
          <a:chExt cx="0" cy="0"/>
        </a:xfrm>
      </p:grpSpPr>
      <p:sp>
        <p:nvSpPr>
          <p:cNvPr id="4015" name="Title">
            <a:extLst>
              <a:ext uri="{FF2B5EF4-FFF2-40B4-BE49-F238E27FC236}">
                <a16:creationId xmlns:a16="http://schemas.microsoft.com/office/drawing/2014/main" id="{AC51A864-EC53-E827-0428-7DB6C7CD8740}"/>
              </a:ext>
            </a:extLst>
          </p:cNvPr>
          <p:cNvSpPr>
            <a:spLocks noGrp="1"/>
          </p:cNvSpPr>
          <p:nvPr>
            <p:ph type="title"/>
          </p:nvPr>
        </p:nvSpPr>
        <p:spPr/>
        <p:txBody>
          <a:bodyPr/>
          <a:lstStyle/>
          <a:p>
            <a:r>
              <a:rPr lang="en-US" altLang="en-US" b="1" dirty="0">
                <a:latin typeface="Arial" panose="020B0604020202020204" pitchFamily="34" charset="0"/>
                <a:cs typeface="Arial" panose="020B0604020202020204" pitchFamily="34" charset="0"/>
              </a:rPr>
              <a:t>ARCH(m) Model</a:t>
            </a:r>
            <a:endParaRPr b="1" dirty="0">
              <a:latin typeface="Arial" panose="020B0604020202020204" pitchFamily="34" charset="0"/>
              <a:cs typeface="Arial" panose="020B0604020202020204" pitchFamily="34" charset="0"/>
            </a:endParaRPr>
          </a:p>
        </p:txBody>
      </p:sp>
      <p:sp>
        <p:nvSpPr>
          <p:cNvPr id="4016" name="Content Placeholder">
            <a:extLst>
              <a:ext uri="{FF2B5EF4-FFF2-40B4-BE49-F238E27FC236}">
                <a16:creationId xmlns:a16="http://schemas.microsoft.com/office/drawing/2014/main" id="{5ACACDAD-2C21-98C9-3191-E550220C329D}"/>
              </a:ext>
            </a:extLst>
          </p:cNvPr>
          <p:cNvSpPr>
            <a:spLocks noGrp="1"/>
          </p:cNvSpPr>
          <p:nvPr>
            <p:ph sz="half" idx="2"/>
          </p:nvPr>
        </p:nvSpPr>
        <p:spPr/>
        <p:txBody>
          <a:bodyPr wrap="square">
            <a:normAutofit/>
          </a:bodyPr>
          <a:lstStyle/>
          <a:p>
            <a:pPr>
              <a:buNone/>
            </a:pPr>
            <a:r>
              <a:rPr lang="en-US" altLang="en-US" sz="3600" dirty="0">
                <a:cs typeface="Arial" panose="020B0604020202020204" pitchFamily="34" charset="0"/>
              </a:rPr>
              <a:t>	In an ARCH(m) model we also assign some weight to the long-run variance rate, </a:t>
            </a:r>
            <a:r>
              <a:rPr lang="en-US" altLang="en-US" sz="3600" i="1" dirty="0">
                <a:latin typeface="Times New Roman" panose="02020603050405020304" pitchFamily="18" charset="0"/>
                <a:cs typeface="Arial" panose="020B0604020202020204" pitchFamily="34" charset="0"/>
              </a:rPr>
              <a:t>V</a:t>
            </a:r>
            <a:r>
              <a:rPr lang="en-US" altLang="en-US" sz="3600" i="1" baseline="-25000" dirty="0">
                <a:latin typeface="Times New Roman" panose="02020603050405020304" pitchFamily="18" charset="0"/>
                <a:cs typeface="Arial" panose="020B0604020202020204" pitchFamily="34" charset="0"/>
              </a:rPr>
              <a:t>L</a:t>
            </a:r>
            <a:r>
              <a:rPr lang="en-US" altLang="en-US" sz="3600" dirty="0">
                <a:cs typeface="Arial" panose="020B0604020202020204" pitchFamily="34" charset="0"/>
              </a:rPr>
              <a:t>:</a:t>
            </a:r>
          </a:p>
          <a:p>
            <a:pPr>
              <a:buNone/>
            </a:pPr>
            <a:endParaRPr lang="en-US" altLang="en-US" sz="3600" dirty="0">
              <a:cs typeface="Arial" panose="020B0604020202020204" pitchFamily="34" charset="0"/>
            </a:endParaRPr>
          </a:p>
          <a:p>
            <a:pPr>
              <a:buNone/>
            </a:pPr>
            <a:endParaRPr lang="en-US" altLang="en-US" sz="3600" dirty="0">
              <a:cs typeface="Arial" panose="020B0604020202020204" pitchFamily="34" charset="0"/>
            </a:endParaRPr>
          </a:p>
        </p:txBody>
      </p:sp>
      <p:graphicFrame>
        <p:nvGraphicFramePr>
          <p:cNvPr id="3" name="Object 4">
            <a:extLst>
              <a:ext uri="{FF2B5EF4-FFF2-40B4-BE49-F238E27FC236}">
                <a16:creationId xmlns:a16="http://schemas.microsoft.com/office/drawing/2014/main" id="{1A31C990-1C96-2F4B-FE5E-38FFB73E332F}"/>
              </a:ext>
            </a:extLst>
          </p:cNvPr>
          <p:cNvGraphicFramePr>
            <a:graphicFrameLocks/>
          </p:cNvGraphicFramePr>
          <p:nvPr>
            <p:extLst>
              <p:ext uri="{D42A27DB-BD31-4B8C-83A1-F6EECF244321}">
                <p14:modId xmlns:p14="http://schemas.microsoft.com/office/powerpoint/2010/main" val="1847415611"/>
              </p:ext>
            </p:extLst>
          </p:nvPr>
        </p:nvGraphicFramePr>
        <p:xfrm>
          <a:off x="838200" y="2621328"/>
          <a:ext cx="3962400" cy="2330450"/>
        </p:xfrm>
        <a:graphic>
          <a:graphicData uri="http://schemas.openxmlformats.org/presentationml/2006/ole">
            <mc:AlternateContent xmlns:mc="http://schemas.openxmlformats.org/markup-compatibility/2006">
              <mc:Choice xmlns:v="urn:schemas-microsoft-com:vml" Requires="v">
                <p:oleObj name="Equation" r:id="rId3" imgW="1295446" imgH="885922" progId="Equation.3">
                  <p:embed/>
                </p:oleObj>
              </mc:Choice>
              <mc:Fallback>
                <p:oleObj name="Equation" r:id="rId3" imgW="1295446" imgH="885922" progId="Equation.3">
                  <p:embed/>
                  <p:pic>
                    <p:nvPicPr>
                      <p:cNvPr id="3" name="Object 4">
                        <a:extLst>
                          <a:ext uri="{FF2B5EF4-FFF2-40B4-BE49-F238E27FC236}">
                            <a16:creationId xmlns:a16="http://schemas.microsoft.com/office/drawing/2014/main" id="{1A31C990-1C96-2F4B-FE5E-38FFB73E332F}"/>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621328"/>
                        <a:ext cx="3962400" cy="233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0729046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Exponentially Weighted Moving Average (EWMA)</a:t>
            </a:r>
            <a:endParaRPr b="1" dirty="0">
              <a:latin typeface="Arial" panose="020B0604020202020204" pitchFamily="34" charset="0"/>
              <a:cs typeface="Arial" panose="020B0604020202020204" pitchFamily="34" charset="0"/>
            </a:endParaRPr>
          </a:p>
        </p:txBody>
      </p:sp>
      <p:sp>
        <p:nvSpPr>
          <p:cNvPr id="2" name="Content Placeholder"/>
          <p:cNvSpPr>
            <a:spLocks noGrp="1"/>
          </p:cNvSpPr>
          <p:nvPr>
            <p:ph sz="half" idx="2"/>
          </p:nvPr>
        </p:nvSpPr>
        <p:spPr>
          <a:xfrm>
            <a:off x="420624" y="2889504"/>
            <a:ext cx="11347704" cy="3163824"/>
          </a:xfrm>
        </p:spPr>
        <p:txBody>
          <a:bodyPr wrap="square">
            <a:normAutofit fontScale="92500" lnSpcReduction="20000"/>
          </a:bodyPr>
          <a:lstStyle/>
          <a:p>
            <a:pPr marL="0" indent="0">
              <a:buNone/>
            </a:pPr>
            <a:r>
              <a:rPr lang="en-CA" b="1" dirty="0"/>
              <a:t>Interpretation</a:t>
            </a:r>
          </a:p>
          <a:p>
            <a:r>
              <a:rPr lang="en-US" altLang="en-US" dirty="0">
                <a:cs typeface="Arial" panose="020B0604020202020204" pitchFamily="34" charset="0"/>
              </a:rPr>
              <a:t>In an exponentially weighted moving average model, the weights assigned to the </a:t>
            </a:r>
            <a:r>
              <a:rPr lang="en-US" altLang="en-US" i="1" dirty="0">
                <a:latin typeface="Times New Roman" panose="02020603050405020304" pitchFamily="18" charset="0"/>
                <a:cs typeface="Arial" panose="020B0604020202020204" pitchFamily="34" charset="0"/>
              </a:rPr>
              <a:t>u</a:t>
            </a:r>
            <a:r>
              <a:rPr lang="en-US" altLang="en-US" baseline="30000" dirty="0">
                <a:cs typeface="Arial" panose="020B0604020202020204" pitchFamily="34" charset="0"/>
              </a:rPr>
              <a:t>2</a:t>
            </a:r>
            <a:r>
              <a:rPr lang="en-US" altLang="en-US" dirty="0">
                <a:cs typeface="Arial" panose="020B0604020202020204" pitchFamily="34" charset="0"/>
              </a:rPr>
              <a:t> decline exponentially as we move back through time</a:t>
            </a:r>
          </a:p>
          <a:p>
            <a:r>
              <a:rPr lang="en-CA" dirty="0"/>
              <a:t>No window length n - EWMA uses all past data with exponentially declining weights lambda</a:t>
            </a:r>
            <a:r>
              <a:rPr lang="en-CA" baseline="30000" dirty="0"/>
              <a:t>i-1</a:t>
            </a:r>
          </a:p>
          <a:p>
            <a:r>
              <a:rPr lang="en-CA" dirty="0"/>
              <a:t>No ghost effect: old shocks fade smoothly</a:t>
            </a:r>
          </a:p>
          <a:p>
            <a:r>
              <a:rPr lang="en-CA" dirty="0"/>
              <a:t>RiskMetrics (J.P. Morgan, 1994) popularised lambda = 0.94 (daily) and 0.97 (monthly)</a:t>
            </a:r>
          </a:p>
          <a:p>
            <a:r>
              <a:rPr lang="en-US" altLang="en-US" dirty="0">
                <a:cs typeface="Arial" panose="020B0604020202020204" pitchFamily="34" charset="0"/>
              </a:rPr>
              <a:t>We need only remember the current estimate of the variance rate and the most recent observation on the market variable</a:t>
            </a:r>
          </a:p>
        </p:txBody>
      </p:sp>
      <p:graphicFrame>
        <p:nvGraphicFramePr>
          <p:cNvPr id="3" name="Object 4">
            <a:extLst>
              <a:ext uri="{FF2B5EF4-FFF2-40B4-BE49-F238E27FC236}">
                <a16:creationId xmlns:a16="http://schemas.microsoft.com/office/drawing/2014/main" id="{9F2A0EA4-4933-A32D-5D54-5B5066DDA3E2}"/>
              </a:ext>
            </a:extLst>
          </p:cNvPr>
          <p:cNvGraphicFramePr>
            <a:graphicFrameLocks/>
          </p:cNvGraphicFramePr>
          <p:nvPr>
            <p:extLst>
              <p:ext uri="{D42A27DB-BD31-4B8C-83A1-F6EECF244321}">
                <p14:modId xmlns:p14="http://schemas.microsoft.com/office/powerpoint/2010/main" val="2815363790"/>
              </p:ext>
            </p:extLst>
          </p:nvPr>
        </p:nvGraphicFramePr>
        <p:xfrm>
          <a:off x="2438400" y="1470771"/>
          <a:ext cx="4832350" cy="723900"/>
        </p:xfrm>
        <a:graphic>
          <a:graphicData uri="http://schemas.openxmlformats.org/presentationml/2006/ole">
            <mc:AlternateContent xmlns:mc="http://schemas.openxmlformats.org/markup-compatibility/2006">
              <mc:Choice xmlns:v="urn:schemas-microsoft-com:vml" Requires="v">
                <p:oleObj name="Equation" r:id="rId3" imgW="1333508" imgH="161960" progId="Equation.3">
                  <p:embed/>
                </p:oleObj>
              </mc:Choice>
              <mc:Fallback>
                <p:oleObj name="Equation" r:id="rId3" imgW="1333508" imgH="161960" progId="Equation.3">
                  <p:embed/>
                  <p:pic>
                    <p:nvPicPr>
                      <p:cNvPr id="3" name="Object 4">
                        <a:extLst>
                          <a:ext uri="{FF2B5EF4-FFF2-40B4-BE49-F238E27FC236}">
                            <a16:creationId xmlns:a16="http://schemas.microsoft.com/office/drawing/2014/main" id="{9F2A0EA4-4933-A32D-5D54-5B5066DDA3E2}"/>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1470771"/>
                        <a:ext cx="4832350" cy="723900"/>
                      </a:xfrm>
                      <a:prstGeom prst="rect">
                        <a:avLst/>
                      </a:prstGeom>
                      <a:noFill/>
                      <a:ln>
                        <a:noFill/>
                      </a:ln>
                      <a:effec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GARCH(1,1)</a:t>
            </a:r>
            <a:endParaRPr b="1" dirty="0">
              <a:latin typeface="Arial" panose="020B0604020202020204" pitchFamily="34" charset="0"/>
              <a:cs typeface="Arial" panose="020B0604020202020204" pitchFamily="34" charset="0"/>
            </a:endParaRPr>
          </a:p>
        </p:txBody>
      </p:sp>
      <p:sp>
        <p:nvSpPr>
          <p:cNvPr id="2" name="Content Placeholder"/>
          <p:cNvSpPr>
            <a:spLocks noGrp="1"/>
          </p:cNvSpPr>
          <p:nvPr>
            <p:ph sz="half" idx="2"/>
          </p:nvPr>
        </p:nvSpPr>
        <p:spPr>
          <a:xfrm>
            <a:off x="420624" y="2400485"/>
            <a:ext cx="11347704" cy="4092389"/>
          </a:xfrm>
        </p:spPr>
        <p:txBody>
          <a:bodyPr wrap="square">
            <a:normAutofit/>
          </a:bodyPr>
          <a:lstStyle/>
          <a:p>
            <a:pPr marL="0" indent="0">
              <a:buNone/>
            </a:pPr>
            <a:r>
              <a:rPr lang="en-CA" sz="2000" b="1" dirty="0"/>
              <a:t>The three terms</a:t>
            </a:r>
          </a:p>
          <a:p>
            <a:r>
              <a:rPr lang="en-US" altLang="en-US" sz="2000" dirty="0">
                <a:latin typeface="Symbol" panose="05050102010706020507" pitchFamily="18" charset="2"/>
                <a:cs typeface="Arial" panose="020B0604020202020204" pitchFamily="34" charset="0"/>
              </a:rPr>
              <a:t>w = </a:t>
            </a:r>
            <a:r>
              <a:rPr lang="en-US" altLang="en-US" sz="2000" dirty="0" err="1">
                <a:latin typeface="Symbol" panose="05050102010706020507" pitchFamily="18" charset="2"/>
                <a:cs typeface="Arial" panose="020B0604020202020204" pitchFamily="34" charset="0"/>
              </a:rPr>
              <a:t>g</a:t>
            </a:r>
            <a:r>
              <a:rPr lang="en-US" altLang="en-US" sz="2000" i="1" dirty="0" err="1">
                <a:latin typeface="Times New Roman" panose="02020603050405020304" pitchFamily="18" charset="0"/>
                <a:cs typeface="Arial" panose="020B0604020202020204" pitchFamily="34" charset="0"/>
              </a:rPr>
              <a:t>V</a:t>
            </a:r>
            <a:r>
              <a:rPr lang="en-US" altLang="en-US" sz="2000" i="1" baseline="-25000" dirty="0" err="1">
                <a:latin typeface="Times New Roman" panose="02020603050405020304" pitchFamily="18" charset="0"/>
                <a:cs typeface="Arial" panose="020B0604020202020204" pitchFamily="34" charset="0"/>
              </a:rPr>
              <a:t>L</a:t>
            </a:r>
            <a:r>
              <a:rPr lang="en-US" altLang="en-US" sz="2000" dirty="0">
                <a:cs typeface="Arial" panose="020B0604020202020204" pitchFamily="34" charset="0"/>
              </a:rPr>
              <a:t> </a:t>
            </a:r>
            <a:r>
              <a:rPr lang="en-CA" sz="2000" dirty="0"/>
              <a:t>sets the long-run (unconditional) variance</a:t>
            </a:r>
          </a:p>
          <a:p>
            <a:r>
              <a:rPr lang="en-CA" sz="2000" dirty="0"/>
              <a:t>Alpha weights last period's squared return (the ARCH term - reaction to news)</a:t>
            </a:r>
          </a:p>
          <a:p>
            <a:r>
              <a:rPr lang="en-CA" sz="2000" dirty="0"/>
              <a:t>Beta weights last period's variance (the GARCH term - persistence)</a:t>
            </a:r>
          </a:p>
          <a:p>
            <a:r>
              <a:rPr lang="en-CA" sz="2000" dirty="0"/>
              <a:t>Typical S&amp;P 500: alpha approx 0.15, beta approx 0.84, alpha+beta approx 0.99</a:t>
            </a:r>
          </a:p>
          <a:p>
            <a:pPr marL="0" indent="0">
              <a:buNone/>
            </a:pPr>
            <a:r>
              <a:rPr lang="en-CA" sz="2000" b="1" dirty="0"/>
              <a:t>Key quantities</a:t>
            </a:r>
          </a:p>
          <a:p>
            <a:r>
              <a:rPr lang="en-CA" sz="2000" dirty="0"/>
              <a:t>Persistence alpha+beta must be &lt; 1 for stationarity; near 1 means shocks decay slowly</a:t>
            </a:r>
          </a:p>
          <a:p>
            <a:r>
              <a:rPr lang="en-CA" sz="2000" dirty="0"/>
              <a:t>Long-run variance V(L) = omega/(1 - alpha - beta); long-run vol = sqrt(252) V(L)</a:t>
            </a:r>
          </a:p>
          <a:p>
            <a:r>
              <a:rPr lang="en-CA" sz="2000" dirty="0"/>
              <a:t>Estimated by maximum likelihood (arch library); EWMA is the special case omega = 0</a:t>
            </a:r>
          </a:p>
        </p:txBody>
      </p:sp>
      <p:graphicFrame>
        <p:nvGraphicFramePr>
          <p:cNvPr id="3" name="Object 5">
            <a:extLst>
              <a:ext uri="{FF2B5EF4-FFF2-40B4-BE49-F238E27FC236}">
                <a16:creationId xmlns:a16="http://schemas.microsoft.com/office/drawing/2014/main" id="{66B03351-25C0-DEB7-CFE8-D76687F04BC7}"/>
              </a:ext>
            </a:extLst>
          </p:cNvPr>
          <p:cNvGraphicFramePr>
            <a:graphicFrameLocks noChangeAspect="1"/>
          </p:cNvGraphicFramePr>
          <p:nvPr>
            <p:extLst>
              <p:ext uri="{D42A27DB-BD31-4B8C-83A1-F6EECF244321}">
                <p14:modId xmlns:p14="http://schemas.microsoft.com/office/powerpoint/2010/main" val="2595824096"/>
              </p:ext>
            </p:extLst>
          </p:nvPr>
        </p:nvGraphicFramePr>
        <p:xfrm>
          <a:off x="3693473" y="1053540"/>
          <a:ext cx="4419600" cy="622860"/>
        </p:xfrm>
        <a:graphic>
          <a:graphicData uri="http://schemas.openxmlformats.org/presentationml/2006/ole">
            <mc:AlternateContent xmlns:mc="http://schemas.openxmlformats.org/markup-compatibility/2006">
              <mc:Choice xmlns:v="urn:schemas-microsoft-com:vml" Requires="v">
                <p:oleObj name="Equation" r:id="rId3" imgW="1419349" imgH="161960" progId="Equation.3">
                  <p:embed/>
                </p:oleObj>
              </mc:Choice>
              <mc:Fallback>
                <p:oleObj name="Equation" r:id="rId3" imgW="1419349" imgH="161960" progId="Equation.3">
                  <p:embed/>
                  <p:pic>
                    <p:nvPicPr>
                      <p:cNvPr id="3" name="Object 5">
                        <a:extLst>
                          <a:ext uri="{FF2B5EF4-FFF2-40B4-BE49-F238E27FC236}">
                            <a16:creationId xmlns:a16="http://schemas.microsoft.com/office/drawing/2014/main" id="{66B03351-25C0-DEB7-CFE8-D76687F04B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3473" y="1053540"/>
                        <a:ext cx="4419600" cy="622860"/>
                      </a:xfrm>
                      <a:prstGeom prst="rect">
                        <a:avLst/>
                      </a:prstGeom>
                      <a:noFill/>
                      <a:ln>
                        <a:noFill/>
                      </a:ln>
                    </p:spPr>
                  </p:pic>
                </p:oleObj>
              </mc:Fallback>
            </mc:AlternateContent>
          </a:graphicData>
        </a:graphic>
      </p:graphicFrame>
      <p:graphicFrame>
        <p:nvGraphicFramePr>
          <p:cNvPr id="4" name="Object 5">
            <a:extLst>
              <a:ext uri="{FF2B5EF4-FFF2-40B4-BE49-F238E27FC236}">
                <a16:creationId xmlns:a16="http://schemas.microsoft.com/office/drawing/2014/main" id="{961D5354-CEAD-EB51-85DC-C70CF142978C}"/>
              </a:ext>
            </a:extLst>
          </p:cNvPr>
          <p:cNvGraphicFramePr>
            <a:graphicFrameLocks noChangeAspect="1"/>
          </p:cNvGraphicFramePr>
          <p:nvPr>
            <p:extLst>
              <p:ext uri="{D42A27DB-BD31-4B8C-83A1-F6EECF244321}">
                <p14:modId xmlns:p14="http://schemas.microsoft.com/office/powerpoint/2010/main" val="2955234657"/>
              </p:ext>
            </p:extLst>
          </p:nvPr>
        </p:nvGraphicFramePr>
        <p:xfrm>
          <a:off x="3681116" y="1580340"/>
          <a:ext cx="4286250" cy="636435"/>
        </p:xfrm>
        <a:graphic>
          <a:graphicData uri="http://schemas.openxmlformats.org/presentationml/2006/ole">
            <mc:AlternateContent xmlns:mc="http://schemas.openxmlformats.org/markup-compatibility/2006">
              <mc:Choice xmlns:v="urn:schemas-microsoft-com:vml" Requires="v">
                <p:oleObj name="Equation" r:id="rId5" imgW="1342956" imgH="161960" progId="Equation.3">
                  <p:embed/>
                </p:oleObj>
              </mc:Choice>
              <mc:Fallback>
                <p:oleObj name="Equation" r:id="rId5" imgW="1342956" imgH="161960" progId="Equation.3">
                  <p:embed/>
                  <p:pic>
                    <p:nvPicPr>
                      <p:cNvPr id="4" name="Object 5">
                        <a:extLst>
                          <a:ext uri="{FF2B5EF4-FFF2-40B4-BE49-F238E27FC236}">
                            <a16:creationId xmlns:a16="http://schemas.microsoft.com/office/drawing/2014/main" id="{961D5354-CEAD-EB51-85DC-C70CF142978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81116" y="1580340"/>
                        <a:ext cx="4286250" cy="636435"/>
                      </a:xfrm>
                      <a:prstGeom prst="rect">
                        <a:avLst/>
                      </a:prstGeom>
                      <a:noFill/>
                      <a:ln>
                        <a:noFill/>
                      </a:ln>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76357-9BEC-06BE-7B44-1F9EABB8829C}"/>
            </a:ext>
          </a:extLst>
        </p:cNvPr>
        <p:cNvGrpSpPr/>
        <p:nvPr/>
      </p:nvGrpSpPr>
      <p:grpSpPr>
        <a:xfrm>
          <a:off x="0" y="0"/>
          <a:ext cx="0" cy="0"/>
          <a:chOff x="0" y="0"/>
          <a:chExt cx="0" cy="0"/>
        </a:xfrm>
      </p:grpSpPr>
      <p:sp>
        <p:nvSpPr>
          <p:cNvPr id="4023" name="Title">
            <a:extLst>
              <a:ext uri="{FF2B5EF4-FFF2-40B4-BE49-F238E27FC236}">
                <a16:creationId xmlns:a16="http://schemas.microsoft.com/office/drawing/2014/main" id="{11AA72A8-6313-7976-F100-68AA35C67674}"/>
              </a:ext>
            </a:extLst>
          </p:cNvPr>
          <p:cNvSpPr>
            <a:spLocks noGrp="1"/>
          </p:cNvSpPr>
          <p:nvPr>
            <p:ph type="title"/>
          </p:nvPr>
        </p:nvSpPr>
        <p:spPr/>
        <p:txBody>
          <a:bodyPr/>
          <a:lstStyle/>
          <a:p>
            <a:r>
              <a:rPr lang="en-CA" b="1" dirty="0">
                <a:latin typeface="Arial" panose="020B0604020202020204" pitchFamily="34" charset="0"/>
                <a:cs typeface="Arial" panose="020B0604020202020204" pitchFamily="34" charset="0"/>
              </a:rPr>
              <a:t>GARCH(1,1) Example</a:t>
            </a:r>
            <a:endParaRPr b="1" dirty="0">
              <a:latin typeface="Arial" panose="020B0604020202020204" pitchFamily="34" charset="0"/>
              <a:cs typeface="Arial" panose="020B0604020202020204" pitchFamily="34" charset="0"/>
            </a:endParaRPr>
          </a:p>
        </p:txBody>
      </p:sp>
      <p:sp>
        <p:nvSpPr>
          <p:cNvPr id="2" name="Content Placeholder">
            <a:extLst>
              <a:ext uri="{FF2B5EF4-FFF2-40B4-BE49-F238E27FC236}">
                <a16:creationId xmlns:a16="http://schemas.microsoft.com/office/drawing/2014/main" id="{C6270A0A-6949-0E74-5367-C8F6B963621B}"/>
              </a:ext>
            </a:extLst>
          </p:cNvPr>
          <p:cNvSpPr>
            <a:spLocks noGrp="1"/>
          </p:cNvSpPr>
          <p:nvPr>
            <p:ph sz="half" idx="2"/>
          </p:nvPr>
        </p:nvSpPr>
        <p:spPr>
          <a:xfrm>
            <a:off x="420624" y="1441939"/>
            <a:ext cx="11347704" cy="5050935"/>
          </a:xfrm>
        </p:spPr>
        <p:txBody>
          <a:bodyPr wrap="square">
            <a:normAutofit/>
          </a:bodyPr>
          <a:lstStyle/>
          <a:p>
            <a:r>
              <a:rPr lang="en-US" altLang="en-US" sz="2800" dirty="0">
                <a:cs typeface="Arial" panose="020B0604020202020204" pitchFamily="34" charset="0"/>
              </a:rPr>
              <a:t>Suppose</a:t>
            </a:r>
          </a:p>
          <a:p>
            <a:pPr>
              <a:buNone/>
            </a:pPr>
            <a:endParaRPr lang="en-US" altLang="en-US" sz="2800" dirty="0">
              <a:cs typeface="Arial" panose="020B0604020202020204" pitchFamily="34" charset="0"/>
            </a:endParaRPr>
          </a:p>
          <a:p>
            <a:pPr>
              <a:buNone/>
            </a:pPr>
            <a:endParaRPr lang="en-US" altLang="en-US" sz="2800" dirty="0">
              <a:cs typeface="Arial" panose="020B0604020202020204" pitchFamily="34" charset="0"/>
            </a:endParaRPr>
          </a:p>
          <a:p>
            <a:r>
              <a:rPr lang="en-US" altLang="en-US" sz="2800" dirty="0">
                <a:cs typeface="Arial" panose="020B0604020202020204" pitchFamily="34" charset="0"/>
              </a:rPr>
              <a:t>The long-run variance rate is 0.0002 so that the long-run volatility (</a:t>
            </a:r>
            <a:r>
              <a:rPr lang="en-US" altLang="en-US" sz="2800" dirty="0" err="1">
                <a:cs typeface="Arial" panose="020B0604020202020204" pitchFamily="34" charset="0"/>
              </a:rPr>
              <a:t>st.dev</a:t>
            </a:r>
            <a:r>
              <a:rPr lang="en-US" altLang="en-US" sz="2800" dirty="0">
                <a:cs typeface="Arial" panose="020B0604020202020204" pitchFamily="34" charset="0"/>
              </a:rPr>
              <a:t>) per day is 1.4%</a:t>
            </a:r>
          </a:p>
          <a:p>
            <a:r>
              <a:rPr lang="en-US" altLang="en-US" sz="2800" dirty="0">
                <a:cs typeface="Arial" panose="020B0604020202020204" pitchFamily="34" charset="0"/>
              </a:rPr>
              <a:t>Suppose that the current estimate of the volatility is 1.6% per day and the most recent percentage change in the market variable is 1%.</a:t>
            </a:r>
          </a:p>
          <a:p>
            <a:r>
              <a:rPr lang="en-US" altLang="en-US" sz="2800" dirty="0">
                <a:cs typeface="Arial" panose="020B0604020202020204" pitchFamily="34" charset="0"/>
              </a:rPr>
              <a:t>The new variance rate is</a:t>
            </a:r>
          </a:p>
          <a:p>
            <a:pPr>
              <a:buNone/>
            </a:pPr>
            <a:endParaRPr lang="en-US" altLang="en-US" sz="2800" dirty="0">
              <a:cs typeface="Arial" panose="020B0604020202020204" pitchFamily="34" charset="0"/>
            </a:endParaRPr>
          </a:p>
          <a:p>
            <a:pPr>
              <a:buNone/>
            </a:pPr>
            <a:r>
              <a:rPr lang="en-US" altLang="en-US" sz="2800" dirty="0">
                <a:cs typeface="Arial" panose="020B0604020202020204" pitchFamily="34" charset="0"/>
              </a:rPr>
              <a:t>	The new volatility (</a:t>
            </a:r>
            <a:r>
              <a:rPr lang="en-US" altLang="en-US" sz="2800" dirty="0" err="1">
                <a:cs typeface="Arial" panose="020B0604020202020204" pitchFamily="34" charset="0"/>
              </a:rPr>
              <a:t>st.dev</a:t>
            </a:r>
            <a:r>
              <a:rPr lang="en-US" altLang="en-US" sz="2800" dirty="0">
                <a:cs typeface="Arial" panose="020B0604020202020204" pitchFamily="34" charset="0"/>
              </a:rPr>
              <a:t>) is 1.53% per day</a:t>
            </a:r>
          </a:p>
          <a:p>
            <a:endParaRPr lang="en-US" altLang="en-US" sz="2800" dirty="0">
              <a:cs typeface="Arial" panose="020B0604020202020204" pitchFamily="34" charset="0"/>
            </a:endParaRPr>
          </a:p>
          <a:p>
            <a:endParaRPr lang="en-US" altLang="en-US" sz="2800" dirty="0">
              <a:cs typeface="Arial" panose="020B0604020202020204" pitchFamily="34" charset="0"/>
            </a:endParaRPr>
          </a:p>
          <a:p>
            <a:pPr marL="0" indent="0">
              <a:buNone/>
            </a:pPr>
            <a:endParaRPr lang="en-CA" sz="2800" dirty="0"/>
          </a:p>
        </p:txBody>
      </p:sp>
      <p:graphicFrame>
        <p:nvGraphicFramePr>
          <p:cNvPr id="5" name="Object 4">
            <a:extLst>
              <a:ext uri="{FF2B5EF4-FFF2-40B4-BE49-F238E27FC236}">
                <a16:creationId xmlns:a16="http://schemas.microsoft.com/office/drawing/2014/main" id="{96EE8CD4-BCDA-3366-6310-2BA5A6595BE3}"/>
              </a:ext>
            </a:extLst>
          </p:cNvPr>
          <p:cNvGraphicFramePr>
            <a:graphicFrameLocks/>
          </p:cNvGraphicFramePr>
          <p:nvPr>
            <p:extLst>
              <p:ext uri="{D42A27DB-BD31-4B8C-83A1-F6EECF244321}">
                <p14:modId xmlns:p14="http://schemas.microsoft.com/office/powerpoint/2010/main" val="1395706641"/>
              </p:ext>
            </p:extLst>
          </p:nvPr>
        </p:nvGraphicFramePr>
        <p:xfrm>
          <a:off x="2362200" y="2213952"/>
          <a:ext cx="6019800" cy="609600"/>
        </p:xfrm>
        <a:graphic>
          <a:graphicData uri="http://schemas.openxmlformats.org/presentationml/2006/ole">
            <mc:AlternateContent xmlns:mc="http://schemas.openxmlformats.org/markup-compatibility/2006">
              <mc:Choice xmlns:v="urn:schemas-microsoft-com:vml" Requires="v">
                <p:oleObj name="Equation" r:id="rId3" imgW="2124165" imgH="152512" progId="Equation.2">
                  <p:embed/>
                </p:oleObj>
              </mc:Choice>
              <mc:Fallback>
                <p:oleObj name="Equation" r:id="rId3" imgW="2124165" imgH="152512" progId="Equation.2">
                  <p:embed/>
                  <p:pic>
                    <p:nvPicPr>
                      <p:cNvPr id="5" name="Object 4">
                        <a:extLst>
                          <a:ext uri="{FF2B5EF4-FFF2-40B4-BE49-F238E27FC236}">
                            <a16:creationId xmlns:a16="http://schemas.microsoft.com/office/drawing/2014/main" id="{96EE8CD4-BCDA-3366-6310-2BA5A6595BE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2213952"/>
                        <a:ext cx="6019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4">
            <a:extLst>
              <a:ext uri="{FF2B5EF4-FFF2-40B4-BE49-F238E27FC236}">
                <a16:creationId xmlns:a16="http://schemas.microsoft.com/office/drawing/2014/main" id="{26E5AE9F-142E-3EA8-963E-65040350AA74}"/>
              </a:ext>
            </a:extLst>
          </p:cNvPr>
          <p:cNvGraphicFramePr>
            <a:graphicFrameLocks/>
          </p:cNvGraphicFramePr>
          <p:nvPr>
            <p:extLst>
              <p:ext uri="{D42A27DB-BD31-4B8C-83A1-F6EECF244321}">
                <p14:modId xmlns:p14="http://schemas.microsoft.com/office/powerpoint/2010/main" val="815440906"/>
              </p:ext>
            </p:extLst>
          </p:nvPr>
        </p:nvGraphicFramePr>
        <p:xfrm>
          <a:off x="1364931" y="5263661"/>
          <a:ext cx="6935788" cy="304800"/>
        </p:xfrm>
        <a:graphic>
          <a:graphicData uri="http://schemas.openxmlformats.org/presentationml/2006/ole">
            <mc:AlternateContent xmlns:mc="http://schemas.openxmlformats.org/markup-compatibility/2006">
              <mc:Choice xmlns:v="urn:schemas-microsoft-com:vml" Requires="v">
                <p:oleObj name="Equation" r:id="rId5" imgW="3400445" imgH="76121" progId="Equation.2">
                  <p:embed/>
                </p:oleObj>
              </mc:Choice>
              <mc:Fallback>
                <p:oleObj name="Equation" r:id="rId5" imgW="3400445" imgH="76121" progId="Equation.2">
                  <p:embed/>
                  <p:pic>
                    <p:nvPicPr>
                      <p:cNvPr id="6" name="Object 4">
                        <a:extLst>
                          <a:ext uri="{FF2B5EF4-FFF2-40B4-BE49-F238E27FC236}">
                            <a16:creationId xmlns:a16="http://schemas.microsoft.com/office/drawing/2014/main" id="{26E5AE9F-142E-3EA8-963E-65040350AA74}"/>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64931" y="5263661"/>
                        <a:ext cx="6935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7940288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GARCH(1,1) - Properties and Intuition</a:t>
            </a:r>
            <a:endParaRPr b="1" dirty="0">
              <a:latin typeface="Arial" panose="020B0604020202020204" pitchFamily="34" charset="0"/>
              <a:cs typeface="Arial" panose="020B0604020202020204" pitchFamily="34" charset="0"/>
            </a:endParaRPr>
          </a:p>
        </p:txBody>
      </p:sp>
      <p:sp>
        <p:nvSpPr>
          <p:cNvPr id="4026" name="Content Placeholder"/>
          <p:cNvSpPr>
            <a:spLocks noGrp="1"/>
          </p:cNvSpPr>
          <p:nvPr>
            <p:ph sz="half" idx="2"/>
          </p:nvPr>
        </p:nvSpPr>
        <p:spPr/>
        <p:txBody>
          <a:bodyPr wrap="square">
            <a:normAutofit fontScale="92500" lnSpcReduction="20000"/>
          </a:bodyPr>
          <a:lstStyle/>
          <a:p>
            <a:pPr marL="0" indent="0">
              <a:buNone/>
            </a:pPr>
            <a:r>
              <a:rPr lang="en-CA" b="1" dirty="0"/>
              <a:t>Mean reversion and persistence</a:t>
            </a:r>
          </a:p>
          <a:p>
            <a:r>
              <a:rPr lang="en-CA" dirty="0"/>
              <a:t>When 𝛔2(t) exceeds V(L) the model forecasts a decline back toward V(L)</a:t>
            </a:r>
          </a:p>
          <a:p>
            <a:r>
              <a:rPr lang="en-CA" dirty="0"/>
              <a:t>Persistence alpha+beta controls how slowly variance mean-reverts; S&amp;P 500 half-life approx 60 to 70 days</a:t>
            </a:r>
          </a:p>
          <a:p>
            <a:r>
              <a:rPr lang="en-CA" dirty="0"/>
              <a:t>Student-t errors (GARCH-t) improve the tail fit; typical nu approx 5 to 8</a:t>
            </a:r>
          </a:p>
          <a:p>
            <a:endParaRPr lang="en-CA" dirty="0"/>
          </a:p>
          <a:p>
            <a:pPr marL="0" indent="0">
              <a:buNone/>
            </a:pPr>
            <a:r>
              <a:rPr lang="en-CA" b="1" dirty="0"/>
              <a:t>Diagnostics and extensions</a:t>
            </a:r>
          </a:p>
          <a:p>
            <a:r>
              <a:rPr lang="en-CA" dirty="0"/>
              <a:t>Standardised residuals z(t) = r(t) / 𝛔 (t) should be approximately i.i.d.</a:t>
            </a:r>
          </a:p>
          <a:p>
            <a:r>
              <a:rPr lang="en-CA" dirty="0"/>
              <a:t>Model checks: Ljung-Box on z</a:t>
            </a:r>
            <a:r>
              <a:rPr lang="en-CA" baseline="30000" dirty="0"/>
              <a:t>2</a:t>
            </a:r>
            <a:r>
              <a:rPr lang="en-CA" dirty="0"/>
              <a:t>(t); AIC and BIC; QLIKE loss</a:t>
            </a:r>
          </a:p>
          <a:p>
            <a:r>
              <a:rPr lang="en-CA" dirty="0"/>
              <a:t>Extensions: GJR-GARCH and EGARCH capture the leverage effect</a:t>
            </a:r>
          </a:p>
          <a:p>
            <a:r>
              <a:rPr lang="en-CA" dirty="0"/>
              <a:t>Implementation: arch_model(ret, vol='Garch', p=1, q=1, dist='t')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Volatility Model Comparison</a:t>
            </a:r>
            <a:endParaRPr b="1" dirty="0">
              <a:latin typeface="Arial" panose="020B0604020202020204" pitchFamily="34" charset="0"/>
              <a:cs typeface="Arial" panose="020B0604020202020204" pitchFamily="34" charset="0"/>
            </a:endParaRPr>
          </a:p>
        </p:txBody>
      </p:sp>
      <p:sp>
        <p:nvSpPr>
          <p:cNvPr id="4028" name="Content Placeholder"/>
          <p:cNvSpPr>
            <a:spLocks noGrp="1"/>
          </p:cNvSpPr>
          <p:nvPr>
            <p:ph sz="half" idx="2"/>
          </p:nvPr>
        </p:nvSpPr>
        <p:spPr/>
        <p:txBody>
          <a:bodyPr wrap="square">
            <a:normAutofit fontScale="77500" lnSpcReduction="20000"/>
          </a:bodyPr>
          <a:lstStyle/>
          <a:p>
            <a:pPr marL="0" indent="0">
              <a:buNone/>
            </a:pPr>
            <a:r>
              <a:rPr lang="en-CA" b="1" dirty="0"/>
              <a:t>1) Historical rolling</a:t>
            </a:r>
          </a:p>
          <a:p>
            <a:r>
              <a:rPr lang="en-CA" dirty="0"/>
              <a:t>Window n (default 21); equal weights; no parameters to estimate</a:t>
            </a:r>
          </a:p>
          <a:p>
            <a:r>
              <a:rPr lang="en-CA" dirty="0"/>
              <a:t>Ghost effect and abrupt level shifts; good for regulatory disclosure (Basel n = 250)</a:t>
            </a:r>
          </a:p>
          <a:p>
            <a:pPr marL="0" indent="0">
              <a:buNone/>
            </a:pPr>
            <a:r>
              <a:rPr lang="en-CA" b="1" dirty="0"/>
              <a:t>2) EWMA (RiskMetrics)</a:t>
            </a:r>
          </a:p>
          <a:p>
            <a:r>
              <a:rPr lang="en-CA" dirty="0"/>
              <a:t>One fixed parameter lambda (0.94 / 0.97); exponential decay, no ghost effect</a:t>
            </a:r>
          </a:p>
          <a:p>
            <a:r>
              <a:rPr lang="en-CA" dirty="0"/>
              <a:t>No mean reversion (persistence = 1 by construction); good for short-horizon VaR and correlation</a:t>
            </a:r>
          </a:p>
          <a:p>
            <a:pPr marL="0" indent="0">
              <a:buNone/>
            </a:pPr>
            <a:r>
              <a:rPr lang="en-CA" b="1" dirty="0"/>
              <a:t>3) GARCH(1,1)</a:t>
            </a:r>
          </a:p>
          <a:p>
            <a:r>
              <a:rPr lang="en-CA" dirty="0"/>
              <a:t>Three parameters omega, alpha, beta; mean-reverts to the long-run variance V_L</a:t>
            </a:r>
          </a:p>
          <a:p>
            <a:r>
              <a:rPr lang="en-CA" dirty="0"/>
              <a:t>Best multi-day forecast accuracy; captures clustering + mean reversion; good for multi-day VaR and stress testing</a:t>
            </a:r>
          </a:p>
          <a:p>
            <a:pPr marL="0" indent="0">
              <a:buNone/>
            </a:pPr>
            <a:r>
              <a:rPr lang="en-CA" b="1" dirty="0"/>
              <a:t>How to choose</a:t>
            </a:r>
          </a:p>
          <a:p>
            <a:r>
              <a:rPr lang="en-CA" dirty="0"/>
              <a:t>QLIKE loss (Patton 2011); Mincer-</a:t>
            </a:r>
            <a:r>
              <a:rPr lang="en-CA" dirty="0" err="1"/>
              <a:t>Zarnowitz</a:t>
            </a:r>
            <a:r>
              <a:rPr lang="en-CA" dirty="0"/>
              <a:t> R</a:t>
            </a:r>
            <a:r>
              <a:rPr lang="en-CA" baseline="30000" dirty="0"/>
              <a:t>2</a:t>
            </a:r>
            <a:r>
              <a:rPr lang="en-CA" dirty="0"/>
              <a:t>; LR test for nested models; AIC/BIC otherwise</a:t>
            </a:r>
          </a:p>
          <a:p>
            <a:r>
              <a:rPr lang="en-CA" dirty="0"/>
              <a:t>GARCH usually wins on accuracy, EWMA on speed and simplicity; the lab does the formal comparison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Forecasting Volatility - the GARCH Term Structure</a:t>
            </a:r>
            <a:endParaRPr b="1" dirty="0">
              <a:latin typeface="Arial" panose="020B0604020202020204" pitchFamily="34" charset="0"/>
              <a:cs typeface="Arial" panose="020B0604020202020204" pitchFamily="34" charset="0"/>
            </a:endParaRPr>
          </a:p>
        </p:txBody>
      </p:sp>
      <p:pic>
        <p:nvPicPr>
          <p:cNvPr id="4030" name="Picture 4029" descr="f_garch_fore.png"/>
          <p:cNvPicPr>
            <a:picLocks noChangeAspect="1"/>
          </p:cNvPicPr>
          <p:nvPr/>
        </p:nvPicPr>
        <p:blipFill>
          <a:blip r:embed="rId3"/>
          <a:stretch>
            <a:fillRect/>
          </a:stretch>
        </p:blipFill>
        <p:spPr>
          <a:xfrm>
            <a:off x="3575719" y="1066800"/>
            <a:ext cx="5037512" cy="475488"/>
          </a:xfrm>
          <a:prstGeom prst="rect">
            <a:avLst/>
          </a:prstGeom>
        </p:spPr>
      </p:pic>
      <p:sp>
        <p:nvSpPr>
          <p:cNvPr id="2" name="Content Placeholder"/>
          <p:cNvSpPr>
            <a:spLocks noGrp="1"/>
          </p:cNvSpPr>
          <p:nvPr>
            <p:ph sz="half" idx="2"/>
          </p:nvPr>
        </p:nvSpPr>
        <p:spPr>
          <a:xfrm>
            <a:off x="420624" y="1981200"/>
            <a:ext cx="11347704" cy="4072128"/>
          </a:xfrm>
        </p:spPr>
        <p:txBody>
          <a:bodyPr wrap="square">
            <a:normAutofit fontScale="92500" lnSpcReduction="10000"/>
          </a:bodyPr>
          <a:lstStyle/>
          <a:p>
            <a:pPr marL="0" indent="0">
              <a:buNone/>
            </a:pPr>
            <a:r>
              <a:rPr lang="en-CA" b="1" dirty="0"/>
              <a:t>Reading the forecast</a:t>
            </a:r>
          </a:p>
          <a:p>
            <a:r>
              <a:rPr lang="en-CA" dirty="0"/>
              <a:t>GARCH forecasts mean-revert to V(L) at rate (alpha+beta) per day</a:t>
            </a:r>
          </a:p>
          <a:p>
            <a:r>
              <a:rPr lang="en-CA" dirty="0"/>
              <a:t>Today's shock lifts the whole forward vol curve; high persistence means a slow decay</a:t>
            </a:r>
          </a:p>
          <a:p>
            <a:r>
              <a:rPr lang="en-CA" dirty="0"/>
              <a:t>When 𝛔</a:t>
            </a:r>
            <a:r>
              <a:rPr lang="en-CA" baseline="30000" dirty="0"/>
              <a:t>2</a:t>
            </a:r>
            <a:r>
              <a:rPr lang="en-CA" dirty="0"/>
              <a:t>(t) &gt; V(L) the term structure slopes down; when below, it slopes up</a:t>
            </a:r>
          </a:p>
          <a:p>
            <a:endParaRPr lang="en-CA" dirty="0"/>
          </a:p>
          <a:p>
            <a:pPr marL="0" indent="0">
              <a:buNone/>
            </a:pPr>
            <a:r>
              <a:rPr lang="en-CA" b="1" dirty="0"/>
              <a:t>Why it matters</a:t>
            </a:r>
          </a:p>
          <a:p>
            <a:r>
              <a:rPr lang="en-CA" dirty="0"/>
              <a:t>EWMA cannot forecast forward (flat curve, persistence = 1)</a:t>
            </a:r>
          </a:p>
          <a:p>
            <a:r>
              <a:rPr lang="en-CA" dirty="0"/>
              <a:t>Explains why the naive sqrt(T) VaR rule fails when volatility is non-constant</a:t>
            </a:r>
          </a:p>
          <a:p>
            <a:r>
              <a:rPr lang="en-CA" dirty="0"/>
              <a:t>Feeds 10-day VaR scaling in Session 3 and Assignment 1 (Hull Ch.8)</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Implied Volatility and the VIX</a:t>
            </a:r>
            <a:endParaRPr b="1" dirty="0">
              <a:latin typeface="Arial" panose="020B0604020202020204" pitchFamily="34" charset="0"/>
              <a:cs typeface="Arial" panose="020B0604020202020204" pitchFamily="34" charset="0"/>
            </a:endParaRPr>
          </a:p>
        </p:txBody>
      </p:sp>
      <p:sp>
        <p:nvSpPr>
          <p:cNvPr id="4032" name="Content Placeholder"/>
          <p:cNvSpPr>
            <a:spLocks noGrp="1"/>
          </p:cNvSpPr>
          <p:nvPr>
            <p:ph sz="half" idx="2"/>
          </p:nvPr>
        </p:nvSpPr>
        <p:spPr/>
        <p:txBody>
          <a:bodyPr wrap="square">
            <a:normAutofit fontScale="92500"/>
          </a:bodyPr>
          <a:lstStyle/>
          <a:p>
            <a:pPr marL="0" indent="0">
              <a:buNone/>
            </a:pPr>
            <a:r>
              <a:rPr lang="en-CA" b="1" dirty="0"/>
              <a:t>Backward- vs forward-looking</a:t>
            </a:r>
          </a:p>
          <a:p>
            <a:r>
              <a:rPr lang="en-CA" dirty="0"/>
              <a:t>Historical, EWMA and GARCH vols are estimated from past returns (backward-looking)</a:t>
            </a:r>
          </a:p>
          <a:p>
            <a:r>
              <a:rPr lang="en-CA" dirty="0"/>
              <a:t>Implied volatility is backed out of option prices via Black-Scholes (forward-looking)</a:t>
            </a:r>
          </a:p>
          <a:p>
            <a:r>
              <a:rPr lang="en-CA" dirty="0"/>
              <a:t>VIX = 30-day implied vol of S&amp;P 500 options (CBOE), annualised - the 'fear gauge'</a:t>
            </a:r>
          </a:p>
          <a:p>
            <a:pPr marL="0" indent="0">
              <a:buNone/>
            </a:pPr>
            <a:r>
              <a:rPr lang="en-CA" b="1" dirty="0"/>
              <a:t>Using it</a:t>
            </a:r>
          </a:p>
          <a:p>
            <a:r>
              <a:rPr lang="en-CA" dirty="0"/>
              <a:t>Crisis spikes approx 80% (GFC 2008) and approx 82% (COVID 2020) vs approx 12 to 20% in calm markets</a:t>
            </a:r>
          </a:p>
          <a:p>
            <a:r>
              <a:rPr lang="en-CA" dirty="0"/>
              <a:t>Implied usually exceeds realised vol - the variance risk premium</a:t>
            </a:r>
          </a:p>
          <a:p>
            <a:r>
              <a:rPr lang="en-CA" dirty="0"/>
              <a:t>VIX correlates approx 0.85 with EWMA realised vol - a real-time cross-check</a:t>
            </a:r>
          </a:p>
          <a:p>
            <a:r>
              <a:rPr lang="en-CA" dirty="0"/>
              <a:t>Implied vol varies by strike - the volatility smile/skew, revisited in Session 8</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Block 3: Correlation, Covariance and Beta</a:t>
            </a:r>
            <a:endParaRPr b="1" dirty="0">
              <a:latin typeface="Arial" panose="020B0604020202020204" pitchFamily="34" charset="0"/>
              <a:cs typeface="Arial" panose="020B0604020202020204" pitchFamily="34" charset="0"/>
            </a:endParaRPr>
          </a:p>
        </p:txBody>
      </p:sp>
      <p:sp>
        <p:nvSpPr>
          <p:cNvPr id="4034" name="Content Placeholder"/>
          <p:cNvSpPr>
            <a:spLocks noGrp="1"/>
          </p:cNvSpPr>
          <p:nvPr>
            <p:ph sz="half" idx="2"/>
          </p:nvPr>
        </p:nvSpPr>
        <p:spPr/>
        <p:txBody>
          <a:bodyPr wrap="square">
            <a:normAutofit/>
          </a:bodyPr>
          <a:lstStyle/>
          <a:p>
            <a:pPr marL="0" indent="0">
              <a:buNone/>
            </a:pPr>
            <a:r>
              <a:rPr lang="en-CA" b="1" dirty="0"/>
              <a:t>The glue between assets - Hull Ch.9 and Jorion Ch.5</a:t>
            </a:r>
          </a:p>
          <a:p>
            <a:r>
              <a:rPr lang="en-CA" dirty="0"/>
              <a:t>Covariance and correlation summarise co-movement; beta measures sensitivity to the market</a:t>
            </a:r>
          </a:p>
          <a:p>
            <a:r>
              <a:rPr lang="en-CA" dirty="0"/>
              <a:t>Correlations are dynamic and rise in crises; copulas capture the dependence that correlation misses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Covariance and Correlation</a:t>
            </a:r>
            <a:endParaRPr b="1" dirty="0">
              <a:latin typeface="Arial" panose="020B0604020202020204" pitchFamily="34" charset="0"/>
              <a:cs typeface="Arial" panose="020B0604020202020204" pitchFamily="34" charset="0"/>
            </a:endParaRPr>
          </a:p>
        </p:txBody>
      </p:sp>
      <p:pic>
        <p:nvPicPr>
          <p:cNvPr id="4036" name="Picture 4035" descr="f_cov.png"/>
          <p:cNvPicPr>
            <a:picLocks noChangeAspect="1"/>
          </p:cNvPicPr>
          <p:nvPr/>
        </p:nvPicPr>
        <p:blipFill>
          <a:blip r:embed="rId3"/>
          <a:stretch>
            <a:fillRect/>
          </a:stretch>
        </p:blipFill>
        <p:spPr>
          <a:xfrm>
            <a:off x="2062086" y="990600"/>
            <a:ext cx="8072514" cy="720461"/>
          </a:xfrm>
          <a:prstGeom prst="rect">
            <a:avLst/>
          </a:prstGeom>
        </p:spPr>
      </p:pic>
      <p:pic>
        <p:nvPicPr>
          <p:cNvPr id="4037" name="Picture 4036" descr="f_portvar.png"/>
          <p:cNvPicPr>
            <a:picLocks noChangeAspect="1"/>
          </p:cNvPicPr>
          <p:nvPr/>
        </p:nvPicPr>
        <p:blipFill>
          <a:blip r:embed="rId4"/>
          <a:stretch>
            <a:fillRect/>
          </a:stretch>
        </p:blipFill>
        <p:spPr>
          <a:xfrm>
            <a:off x="2394375" y="1828800"/>
            <a:ext cx="7400200" cy="475488"/>
          </a:xfrm>
          <a:prstGeom prst="rect">
            <a:avLst/>
          </a:prstGeom>
        </p:spPr>
      </p:pic>
      <p:sp>
        <p:nvSpPr>
          <p:cNvPr id="2" name="Content Placeholder"/>
          <p:cNvSpPr>
            <a:spLocks noGrp="1"/>
          </p:cNvSpPr>
          <p:nvPr>
            <p:ph sz="half" idx="2"/>
          </p:nvPr>
        </p:nvSpPr>
        <p:spPr>
          <a:xfrm>
            <a:off x="420624" y="2889504"/>
            <a:ext cx="11347704" cy="3163824"/>
          </a:xfrm>
        </p:spPr>
        <p:txBody>
          <a:bodyPr wrap="square">
            <a:normAutofit fontScale="85000" lnSpcReduction="20000"/>
          </a:bodyPr>
          <a:lstStyle/>
          <a:p>
            <a:pPr marL="0" indent="0">
              <a:buNone/>
            </a:pPr>
            <a:r>
              <a:rPr lang="en-CA" b="1" dirty="0"/>
              <a:t>Definitions</a:t>
            </a:r>
          </a:p>
          <a:p>
            <a:r>
              <a:rPr lang="en-CA" dirty="0"/>
              <a:t>Correlation ⍴ lies in [-1, +1]: +1 perfect co-movement, 0 no linear relation, -1 perfect opposite</a:t>
            </a:r>
          </a:p>
          <a:p>
            <a:r>
              <a:rPr lang="en-CA" dirty="0"/>
              <a:t>The EWMA recursion extends to covariances, giving a time-varying correlation matrix</a:t>
            </a:r>
          </a:p>
          <a:p>
            <a:r>
              <a:rPr lang="en-CA" dirty="0"/>
              <a:t>Portfolio variance is w-transpose Sigma w - the fundamental object in portfolio risk</a:t>
            </a:r>
          </a:p>
          <a:p>
            <a:pPr marL="0" indent="0">
              <a:buNone/>
            </a:pPr>
            <a:r>
              <a:rPr lang="en-CA" b="1" dirty="0"/>
              <a:t>Properties</a:t>
            </a:r>
          </a:p>
          <a:p>
            <a:r>
              <a:rPr lang="en-CA" dirty="0"/>
              <a:t>The covariance matrix Sigma must be positive semi-definite</a:t>
            </a:r>
          </a:p>
          <a:p>
            <a:r>
              <a:rPr lang="en-CA" dirty="0"/>
              <a:t>Hull Ch.9 builds the EWMA correlation matrix; Jorion Ch.5 uses risk-factor covariances in VaR</a:t>
            </a:r>
          </a:p>
          <a:p>
            <a:r>
              <a:rPr lang="en-CA" dirty="0"/>
              <a:t>Correlation is not causation and captures only LINEAR dependence - nonlinear/tail dependence needs copulas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0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Pearson vs Spearman Correlation</a:t>
            </a:r>
          </a:p>
        </p:txBody>
      </p:sp>
      <p:pic>
        <p:nvPicPr>
          <p:cNvPr id="7202" name="Picture 7201" descr="ps_pearson.png"/>
          <p:cNvPicPr>
            <a:picLocks noChangeAspect="1"/>
          </p:cNvPicPr>
          <p:nvPr/>
        </p:nvPicPr>
        <p:blipFill>
          <a:blip r:embed="rId3"/>
          <a:stretch>
            <a:fillRect/>
          </a:stretch>
        </p:blipFill>
        <p:spPr>
          <a:xfrm>
            <a:off x="3398708" y="1143000"/>
            <a:ext cx="4043651" cy="685800"/>
          </a:xfrm>
          <a:prstGeom prst="rect">
            <a:avLst/>
          </a:prstGeom>
        </p:spPr>
      </p:pic>
      <p:pic>
        <p:nvPicPr>
          <p:cNvPr id="7203" name="Picture 7202" descr="ps_spear.png"/>
          <p:cNvPicPr>
            <a:picLocks noChangeAspect="1"/>
          </p:cNvPicPr>
          <p:nvPr/>
        </p:nvPicPr>
        <p:blipFill>
          <a:blip r:embed="rId4"/>
          <a:stretch>
            <a:fillRect/>
          </a:stretch>
        </p:blipFill>
        <p:spPr>
          <a:xfrm>
            <a:off x="3733800" y="1886964"/>
            <a:ext cx="4286871" cy="508764"/>
          </a:xfrm>
          <a:prstGeom prst="rect">
            <a:avLst/>
          </a:prstGeom>
        </p:spPr>
      </p:pic>
      <p:sp>
        <p:nvSpPr>
          <p:cNvPr id="2" name="Content Placeholder"/>
          <p:cNvSpPr>
            <a:spLocks noGrp="1"/>
          </p:cNvSpPr>
          <p:nvPr>
            <p:ph sz="half" idx="2"/>
          </p:nvPr>
        </p:nvSpPr>
        <p:spPr>
          <a:xfrm>
            <a:off x="420624" y="2651760"/>
            <a:ext cx="11347704" cy="4053840"/>
          </a:xfrm>
        </p:spPr>
        <p:txBody>
          <a:bodyPr wrap="square">
            <a:normAutofit fontScale="70000" lnSpcReduction="20000"/>
          </a:bodyPr>
          <a:lstStyle/>
          <a:p>
            <a:pPr marL="0" indent="0">
              <a:buNone/>
            </a:pPr>
            <a:r>
              <a:rPr lang="en-CA" b="1" dirty="0"/>
              <a:t>Pearson - linear association on the raw values</a:t>
            </a:r>
          </a:p>
          <a:p>
            <a:r>
              <a:rPr lang="en-CA" dirty="0"/>
              <a:t>Uses the actual sizes of the deviations from the mean; equals +/-1 only for a straight-line relationship</a:t>
            </a:r>
          </a:p>
          <a:p>
            <a:r>
              <a:rPr lang="en-CA" dirty="0"/>
              <a:t>Sensitive to outliers and marginal scale; feeds covariance and portfolio VaR (w-transpose Sigma w)</a:t>
            </a:r>
          </a:p>
          <a:p>
            <a:pPr marL="0" indent="0">
              <a:buNone/>
            </a:pPr>
            <a:r>
              <a:rPr lang="en-CA" b="1" dirty="0"/>
              <a:t>Spearman - monotonic association on the ranks</a:t>
            </a:r>
          </a:p>
          <a:p>
            <a:r>
              <a:rPr lang="en-CA" dirty="0"/>
              <a:t>Pearson applied to the ranks; equals +/-1 for ANY increasing relationship, even a curved one</a:t>
            </a:r>
          </a:p>
          <a:p>
            <a:r>
              <a:rPr lang="en-CA" dirty="0"/>
              <a:t>Robust to outliers (a rank shifts by at most 1) and works on ordinal data too</a:t>
            </a:r>
          </a:p>
          <a:p>
            <a:pPr marL="0" indent="0">
              <a:buNone/>
            </a:pPr>
            <a:r>
              <a:rPr lang="en-CA" b="1" dirty="0"/>
              <a:t>The decisive difference</a:t>
            </a:r>
          </a:p>
          <a:p>
            <a:r>
              <a:rPr lang="en-CA" dirty="0"/>
              <a:t>Replace a variable by any increasing function (log, cube): Spearman is unchanged, Pearson changes</a:t>
            </a:r>
          </a:p>
          <a:p>
            <a:r>
              <a:rPr lang="en-CA" dirty="0"/>
              <a:t>That scale-free, marginal-free property is why Spearman is the natural measure for a copula</a:t>
            </a:r>
          </a:p>
          <a:p>
            <a:pPr marL="0" indent="0">
              <a:buNone/>
            </a:pPr>
            <a:r>
              <a:rPr lang="en-CA" sz="2700" b="1" dirty="0"/>
              <a:t>When to use each</a:t>
            </a:r>
          </a:p>
          <a:p>
            <a:r>
              <a:rPr lang="en-CA" dirty="0"/>
              <a:t>Use Pearson for linear, well-behaved data that feeds variance and VaR formulas. Use Spearman or Kendall for monotonic, fat-tailed, ordinal, or copula work. When in doubt, compute both and read the gap between them.</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Computing Both Correlations: Example</a:t>
            </a:r>
          </a:p>
        </p:txBody>
      </p:sp>
      <p:pic>
        <p:nvPicPr>
          <p:cNvPr id="7602" name="Picture 7601" descr="we_pearson.png"/>
          <p:cNvPicPr>
            <a:picLocks noChangeAspect="1"/>
          </p:cNvPicPr>
          <p:nvPr/>
        </p:nvPicPr>
        <p:blipFill>
          <a:blip r:embed="rId3"/>
          <a:stretch>
            <a:fillRect/>
          </a:stretch>
        </p:blipFill>
        <p:spPr>
          <a:xfrm>
            <a:off x="423099" y="1057656"/>
            <a:ext cx="5218922" cy="707136"/>
          </a:xfrm>
          <a:prstGeom prst="rect">
            <a:avLst/>
          </a:prstGeom>
        </p:spPr>
      </p:pic>
      <p:pic>
        <p:nvPicPr>
          <p:cNvPr id="7603" name="Picture 7602" descr="we_spear.png"/>
          <p:cNvPicPr>
            <a:picLocks noChangeAspect="1"/>
          </p:cNvPicPr>
          <p:nvPr/>
        </p:nvPicPr>
        <p:blipFill>
          <a:blip r:embed="rId4"/>
          <a:stretch>
            <a:fillRect/>
          </a:stretch>
        </p:blipFill>
        <p:spPr>
          <a:xfrm>
            <a:off x="6529537" y="1057656"/>
            <a:ext cx="4409046" cy="707136"/>
          </a:xfrm>
          <a:prstGeom prst="rect">
            <a:avLst/>
          </a:prstGeom>
        </p:spPr>
      </p:pic>
      <p:pic>
        <p:nvPicPr>
          <p:cNvPr id="7604" name="Picture 7603" descr="we_table.png"/>
          <p:cNvPicPr>
            <a:picLocks noChangeAspect="1"/>
          </p:cNvPicPr>
          <p:nvPr/>
        </p:nvPicPr>
        <p:blipFill>
          <a:blip r:embed="rId5"/>
          <a:stretch>
            <a:fillRect/>
          </a:stretch>
        </p:blipFill>
        <p:spPr>
          <a:xfrm>
            <a:off x="640080" y="2542032"/>
            <a:ext cx="3931920" cy="2678264"/>
          </a:xfrm>
          <a:prstGeom prst="rect">
            <a:avLst/>
          </a:prstGeom>
        </p:spPr>
      </p:pic>
      <p:sp>
        <p:nvSpPr>
          <p:cNvPr id="2" name="Content Placeholder"/>
          <p:cNvSpPr>
            <a:spLocks noGrp="1"/>
          </p:cNvSpPr>
          <p:nvPr>
            <p:ph sz="half" idx="2"/>
          </p:nvPr>
        </p:nvSpPr>
        <p:spPr>
          <a:xfrm>
            <a:off x="4937760" y="2542032"/>
            <a:ext cx="6858000" cy="3547872"/>
          </a:xfrm>
        </p:spPr>
        <p:txBody>
          <a:bodyPr wrap="square">
            <a:normAutofit fontScale="77500" lnSpcReduction="20000"/>
          </a:bodyPr>
          <a:lstStyle/>
          <a:p>
            <a:pPr marL="0" indent="0">
              <a:buNone/>
            </a:pPr>
            <a:r>
              <a:rPr lang="en-CA" b="1" dirty="0"/>
              <a:t>Pearson - on the raw values</a:t>
            </a:r>
          </a:p>
          <a:p>
            <a:r>
              <a:rPr lang="en-CA" dirty="0"/>
              <a:t>Means A-bar = 3, B-bar = 12; the deviation products sum to 80; the squared-deviation sums are 10 and 1000</a:t>
            </a:r>
          </a:p>
          <a:p>
            <a:r>
              <a:rPr lang="en-CA" dirty="0"/>
              <a:t>r = 80 / sqrt(10 x 1000) = 80 / 100 = 0.80</a:t>
            </a:r>
          </a:p>
          <a:p>
            <a:pPr marL="0" indent="0">
              <a:buNone/>
            </a:pPr>
            <a:r>
              <a:rPr lang="en-CA" b="1" dirty="0"/>
              <a:t>Spearman - on the ranks</a:t>
            </a:r>
          </a:p>
          <a:p>
            <a:r>
              <a:rPr lang="en-CA" dirty="0"/>
              <a:t>Rank each stock 1 to 5; the ranks match exactly, so every d = rank A - rank B is 0 and sum d^2 = 0</a:t>
            </a:r>
          </a:p>
          <a:p>
            <a:r>
              <a:rPr lang="en-CA" dirty="0"/>
              <a:t>rho_S = 1 - 6(0)/(5 x 24) = 1.00</a:t>
            </a:r>
          </a:p>
          <a:p>
            <a:pPr marL="0" indent="0">
              <a:buNone/>
            </a:pPr>
            <a:r>
              <a:rPr lang="en-CA" b="1" dirty="0"/>
              <a:t>Read it</a:t>
            </a:r>
          </a:p>
          <a:p>
            <a:r>
              <a:rPr lang="en-CA" dirty="0"/>
              <a:t>Perfectly ordered together (Spearman = 1.00) but not a straight line, because of the day-2 jump (Pearson = 0.80)</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Seeing the Difference: Raw Values vs Ranks</a:t>
            </a:r>
          </a:p>
        </p:txBody>
      </p:sp>
      <p:pic>
        <p:nvPicPr>
          <p:cNvPr id="7604" name="Picture 7603" descr="we_scatter.png"/>
          <p:cNvPicPr>
            <a:picLocks noChangeAspect="1"/>
          </p:cNvPicPr>
          <p:nvPr/>
        </p:nvPicPr>
        <p:blipFill>
          <a:blip r:embed="rId3"/>
          <a:stretch>
            <a:fillRect/>
          </a:stretch>
        </p:blipFill>
        <p:spPr>
          <a:xfrm>
            <a:off x="640080" y="1231793"/>
            <a:ext cx="10346436" cy="3413399"/>
          </a:xfrm>
          <a:prstGeom prst="rect">
            <a:avLst/>
          </a:prstGeom>
        </p:spPr>
      </p:pic>
      <p:sp>
        <p:nvSpPr>
          <p:cNvPr id="2" name="Content Placeholder"/>
          <p:cNvSpPr>
            <a:spLocks noGrp="1"/>
          </p:cNvSpPr>
          <p:nvPr>
            <p:ph sz="half" idx="2"/>
          </p:nvPr>
        </p:nvSpPr>
        <p:spPr>
          <a:xfrm>
            <a:off x="640080" y="4791496"/>
            <a:ext cx="10972800" cy="1481287"/>
          </a:xfrm>
        </p:spPr>
        <p:txBody>
          <a:bodyPr wrap="square">
            <a:normAutofit fontScale="77500" lnSpcReduction="20000"/>
          </a:bodyPr>
          <a:lstStyle/>
          <a:p>
            <a:pPr marL="0" indent="0">
              <a:buNone/>
            </a:pPr>
            <a:r>
              <a:rPr lang="en-CA" dirty="0"/>
              <a:t>Left (raw returns): four points line up, but the big up-day (5, 40) pulls the best-fit line off them, so Pearson = 0.80</a:t>
            </a:r>
          </a:p>
          <a:p>
            <a:pPr marL="0" indent="0">
              <a:buNone/>
            </a:pPr>
            <a:r>
              <a:rPr lang="en-CA" dirty="0"/>
              <a:t>Right (ranks): every point sits exactly on the 45-degree line, so Spearman = 1.00 - perfect order</a:t>
            </a:r>
          </a:p>
          <a:p>
            <a:pPr marL="0" indent="0">
              <a:buNone/>
            </a:pPr>
            <a:r>
              <a:rPr lang="en-CA" dirty="0"/>
              <a:t>Same data, two answers: Pearson penalises the nonlinearity and the outlier; Spearman sees only the ordering</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Beta and the Market Model</a:t>
            </a:r>
            <a:endParaRPr b="1" dirty="0">
              <a:latin typeface="Arial" panose="020B0604020202020204" pitchFamily="34" charset="0"/>
              <a:cs typeface="Arial" panose="020B0604020202020204" pitchFamily="34" charset="0"/>
            </a:endParaRPr>
          </a:p>
        </p:txBody>
      </p:sp>
      <p:pic>
        <p:nvPicPr>
          <p:cNvPr id="4038" name="Picture 4037" descr="f_beta.png"/>
          <p:cNvPicPr>
            <a:picLocks noChangeAspect="1"/>
          </p:cNvPicPr>
          <p:nvPr/>
        </p:nvPicPr>
        <p:blipFill>
          <a:blip r:embed="rId3"/>
          <a:stretch>
            <a:fillRect/>
          </a:stretch>
        </p:blipFill>
        <p:spPr>
          <a:xfrm>
            <a:off x="3258611" y="762000"/>
            <a:ext cx="5248732" cy="694944"/>
          </a:xfrm>
          <a:prstGeom prst="rect">
            <a:avLst/>
          </a:prstGeom>
        </p:spPr>
      </p:pic>
      <p:pic>
        <p:nvPicPr>
          <p:cNvPr id="4039" name="Picture 4038" descr="f_beta_decomp.png"/>
          <p:cNvPicPr>
            <a:picLocks noChangeAspect="1"/>
          </p:cNvPicPr>
          <p:nvPr/>
        </p:nvPicPr>
        <p:blipFill>
          <a:blip r:embed="rId4"/>
          <a:stretch>
            <a:fillRect/>
          </a:stretch>
        </p:blipFill>
        <p:spPr>
          <a:xfrm>
            <a:off x="2438400" y="1447800"/>
            <a:ext cx="6769091" cy="694944"/>
          </a:xfrm>
          <a:prstGeom prst="rect">
            <a:avLst/>
          </a:prstGeom>
        </p:spPr>
      </p:pic>
      <p:sp>
        <p:nvSpPr>
          <p:cNvPr id="2" name="Content Placeholder"/>
          <p:cNvSpPr>
            <a:spLocks noGrp="1"/>
          </p:cNvSpPr>
          <p:nvPr>
            <p:ph sz="half" idx="2"/>
          </p:nvPr>
        </p:nvSpPr>
        <p:spPr>
          <a:xfrm>
            <a:off x="420624" y="2142744"/>
            <a:ext cx="11347704" cy="3910584"/>
          </a:xfrm>
        </p:spPr>
        <p:txBody>
          <a:bodyPr wrap="square">
            <a:normAutofit fontScale="85000" lnSpcReduction="10000"/>
          </a:bodyPr>
          <a:lstStyle/>
          <a:p>
            <a:pPr marL="0" indent="0">
              <a:buNone/>
            </a:pPr>
            <a:r>
              <a:rPr lang="en-CA" b="1" dirty="0"/>
              <a:t>The single-index (market) model</a:t>
            </a:r>
          </a:p>
          <a:p>
            <a:r>
              <a:rPr lang="en-CA" dirty="0"/>
              <a:t>Regress a stock's return on the market-index return</a:t>
            </a:r>
          </a:p>
          <a:p>
            <a:r>
              <a:rPr lang="en-CA" dirty="0"/>
              <a:t>Beta = cov(stock, market) / var(market) - the slope of the OLS regression line</a:t>
            </a:r>
          </a:p>
          <a:p>
            <a:r>
              <a:rPr lang="en-CA" dirty="0"/>
              <a:t>beta &gt; 1 amplifies market moves; beta &lt; 1 dampens them; alpha is the average return over and above the market fit</a:t>
            </a:r>
          </a:p>
          <a:p>
            <a:pPr marL="0" indent="0">
              <a:buNone/>
            </a:pPr>
            <a:r>
              <a:rPr lang="en-CA" b="1" dirty="0"/>
              <a:t>Systematic vs idiosyncratic risk</a:t>
            </a:r>
          </a:p>
          <a:p>
            <a:r>
              <a:rPr lang="en-CA" dirty="0"/>
              <a:t>Total variance splits into systematic β</a:t>
            </a:r>
            <a:r>
              <a:rPr lang="en-CA" baseline="30000" dirty="0"/>
              <a:t>2 </a:t>
            </a:r>
            <a:r>
              <a:rPr lang="en-CA" dirty="0"/>
              <a:t>σ</a:t>
            </a:r>
            <a:r>
              <a:rPr lang="en-CA" baseline="30000" dirty="0"/>
              <a:t>2</a:t>
            </a:r>
            <a:r>
              <a:rPr lang="en-CA" dirty="0"/>
              <a:t>(m) plus idiosyncratic σ</a:t>
            </a:r>
            <a:r>
              <a:rPr lang="en-CA" baseline="30000" dirty="0"/>
              <a:t>2</a:t>
            </a:r>
            <a:r>
              <a:rPr lang="en-CA" dirty="0"/>
              <a:t>(</a:t>
            </a:r>
            <a:r>
              <a:rPr lang="en-CA" dirty="0" err="1"/>
              <a:t>ε</a:t>
            </a:r>
            <a:r>
              <a:rPr lang="en-CA" dirty="0"/>
              <a:t>)</a:t>
            </a:r>
          </a:p>
          <a:p>
            <a:r>
              <a:rPr lang="en-CA" dirty="0"/>
              <a:t>R</a:t>
            </a:r>
            <a:r>
              <a:rPr lang="en-CA" baseline="30000" dirty="0"/>
              <a:t>2</a:t>
            </a:r>
            <a:r>
              <a:rPr lang="en-CA" dirty="0"/>
              <a:t> is the share of variance explained by the market; 1 - R</a:t>
            </a:r>
            <a:r>
              <a:rPr lang="en-CA" baseline="30000" dirty="0"/>
              <a:t>2</a:t>
            </a:r>
            <a:r>
              <a:rPr lang="en-CA" dirty="0"/>
              <a:t> is diversifiable</a:t>
            </a:r>
          </a:p>
          <a:p>
            <a:r>
              <a:rPr lang="en-CA" dirty="0"/>
              <a:t>Risk-factor mapping (Jorion Ch.5): express each asset through its betas to common factors</a:t>
            </a:r>
          </a:p>
          <a:p>
            <a:r>
              <a:rPr lang="en-CA" dirty="0"/>
              <a:t>Explore this live in the Session 2 dashboard: beta scatter, rolling beta, and the variance split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Estimation Risk and Shrinkage of the Covariance Matrix</a:t>
            </a:r>
            <a:endParaRPr b="1" dirty="0">
              <a:latin typeface="Arial" panose="020B0604020202020204" pitchFamily="34" charset="0"/>
              <a:cs typeface="Arial" panose="020B0604020202020204" pitchFamily="34" charset="0"/>
            </a:endParaRPr>
          </a:p>
        </p:txBody>
      </p:sp>
      <p:pic>
        <p:nvPicPr>
          <p:cNvPr id="4040" name="Picture 4039" descr="f_shrink.png"/>
          <p:cNvPicPr>
            <a:picLocks noChangeAspect="1"/>
          </p:cNvPicPr>
          <p:nvPr/>
        </p:nvPicPr>
        <p:blipFill>
          <a:blip r:embed="rId3"/>
          <a:stretch>
            <a:fillRect/>
          </a:stretch>
        </p:blipFill>
        <p:spPr>
          <a:xfrm>
            <a:off x="3563968" y="1204195"/>
            <a:ext cx="5061016" cy="475488"/>
          </a:xfrm>
          <a:prstGeom prst="rect">
            <a:avLst/>
          </a:prstGeom>
        </p:spPr>
      </p:pic>
      <p:sp>
        <p:nvSpPr>
          <p:cNvPr id="2" name="Content Placeholder"/>
          <p:cNvSpPr>
            <a:spLocks noGrp="1"/>
          </p:cNvSpPr>
          <p:nvPr>
            <p:ph sz="half" idx="2"/>
          </p:nvPr>
        </p:nvSpPr>
        <p:spPr>
          <a:xfrm>
            <a:off x="420624" y="2267712"/>
            <a:ext cx="11347704" cy="3785616"/>
          </a:xfrm>
        </p:spPr>
        <p:txBody>
          <a:bodyPr wrap="square">
            <a:normAutofit fontScale="85000" lnSpcReduction="20000"/>
          </a:bodyPr>
          <a:lstStyle/>
          <a:p>
            <a:pPr marL="0" indent="0">
              <a:buNone/>
            </a:pPr>
            <a:r>
              <a:rPr lang="en-CA" b="1" dirty="0"/>
              <a:t>Why the sample covariance matrix is noisy</a:t>
            </a:r>
          </a:p>
          <a:p>
            <a:r>
              <a:rPr lang="en-CA" dirty="0"/>
              <a:t>Sigma </a:t>
            </a:r>
            <a:r>
              <a:rPr lang="en-CA" dirty="0" err="1"/>
              <a:t>Σ</a:t>
            </a:r>
            <a:r>
              <a:rPr lang="en-CA" dirty="0"/>
              <a:t> has n(n+1)/2 free parameters - 465 for 30 assets - estimated from limited data</a:t>
            </a:r>
          </a:p>
          <a:p>
            <a:r>
              <a:rPr lang="en-CA" dirty="0"/>
              <a:t>When the number of assets approaches the sample length, sample </a:t>
            </a:r>
            <a:r>
              <a:rPr lang="en-CA" dirty="0" err="1"/>
              <a:t>Σ</a:t>
            </a:r>
            <a:r>
              <a:rPr lang="en-CA" dirty="0"/>
              <a:t> becomes unstable and ill-conditioned</a:t>
            </a:r>
          </a:p>
          <a:p>
            <a:r>
              <a:rPr lang="en-CA" dirty="0"/>
              <a:t>Extreme sample correlations are often just noise, and portfolio optimisers amplify that error</a:t>
            </a:r>
          </a:p>
          <a:p>
            <a:endParaRPr lang="en-CA" dirty="0"/>
          </a:p>
          <a:p>
            <a:pPr marL="0" indent="0">
              <a:buNone/>
            </a:pPr>
            <a:r>
              <a:rPr lang="en-CA" b="1" dirty="0"/>
              <a:t>Shrinkage as a remedy (Ledoit-Wolf)</a:t>
            </a:r>
          </a:p>
          <a:p>
            <a:r>
              <a:rPr lang="en-CA" dirty="0"/>
              <a:t>Blend the noisy sample matrix S with a structured target F: Sigma_hat = delta F + (1 - delta) S</a:t>
            </a:r>
          </a:p>
          <a:p>
            <a:r>
              <a:rPr lang="en-CA" dirty="0"/>
              <a:t>The target is well-conditioned (e.g. constant-correlation or single-factor); delta is chosen optimally</a:t>
            </a:r>
          </a:p>
          <a:p>
            <a:r>
              <a:rPr lang="en-CA" dirty="0"/>
              <a:t>Result: more stable correlations and better out-of-sample portfolio risk (Jorion Ch.5)</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Dynamic Correlations - Why They Vary</a:t>
            </a:r>
            <a:endParaRPr b="1" dirty="0">
              <a:latin typeface="Arial" panose="020B0604020202020204" pitchFamily="34" charset="0"/>
              <a:cs typeface="Arial" panose="020B0604020202020204" pitchFamily="34" charset="0"/>
            </a:endParaRPr>
          </a:p>
        </p:txBody>
      </p:sp>
      <p:sp>
        <p:nvSpPr>
          <p:cNvPr id="4044" name="Content Placeholder"/>
          <p:cNvSpPr>
            <a:spLocks noGrp="1"/>
          </p:cNvSpPr>
          <p:nvPr>
            <p:ph sz="half" idx="2"/>
          </p:nvPr>
        </p:nvSpPr>
        <p:spPr/>
        <p:txBody>
          <a:bodyPr wrap="square">
            <a:normAutofit fontScale="85000" lnSpcReduction="10000"/>
          </a:bodyPr>
          <a:lstStyle/>
          <a:p>
            <a:pPr marL="0" indent="0">
              <a:buNone/>
            </a:pPr>
            <a:r>
              <a:rPr lang="en-CA" b="1" dirty="0"/>
              <a:t>Empirical evidence</a:t>
            </a:r>
          </a:p>
          <a:p>
            <a:r>
              <a:rPr lang="en-CA" dirty="0"/>
              <a:t>Longin &amp; Solnik (2001): correlations rise in bear markets and fall in bull markets</a:t>
            </a:r>
          </a:p>
          <a:p>
            <a:r>
              <a:rPr lang="en-CA" dirty="0"/>
              <a:t>COVID-19 (Feb to Mar 2020) and the GFC 2008: equity-equity correlations jumped toward +1</a:t>
            </a:r>
          </a:p>
          <a:p>
            <a:r>
              <a:rPr lang="en-CA" dirty="0"/>
              <a:t>Rolling 21-day is noisier than 63-day; DCC-GARCH (Engle 2002) models correlation dynamics</a:t>
            </a:r>
          </a:p>
          <a:p>
            <a:endParaRPr lang="en-CA" dirty="0"/>
          </a:p>
          <a:p>
            <a:pPr marL="0" indent="0">
              <a:buNone/>
            </a:pPr>
            <a:r>
              <a:rPr lang="en-CA" b="1" dirty="0"/>
              <a:t>Risk-management implications</a:t>
            </a:r>
          </a:p>
          <a:p>
            <a:r>
              <a:rPr lang="en-CA" dirty="0"/>
              <a:t>A static </a:t>
            </a:r>
            <a:r>
              <a:rPr lang="en-CA" dirty="0" err="1"/>
              <a:t>Σ</a:t>
            </a:r>
            <a:r>
              <a:rPr lang="en-CA" dirty="0"/>
              <a:t> understates crisis portfolio losses</a:t>
            </a:r>
          </a:p>
          <a:p>
            <a:r>
              <a:rPr lang="en-CA" dirty="0"/>
              <a:t>Diversification evaporates exactly when needed - a common factor shock lifts all correlations</a:t>
            </a:r>
          </a:p>
          <a:p>
            <a:r>
              <a:rPr lang="en-CA" dirty="0"/>
              <a:t>EWMA </a:t>
            </a:r>
            <a:r>
              <a:rPr lang="en-CA" dirty="0" err="1"/>
              <a:t>Σ</a:t>
            </a:r>
            <a:r>
              <a:rPr lang="en-CA" dirty="0"/>
              <a:t> adapts faster than a 63-day rolling window</a:t>
            </a:r>
          </a:p>
          <a:p>
            <a:r>
              <a:rPr lang="en-CA" dirty="0"/>
              <a:t>The Gaussian copula underestimated 2008; the t-copula adds tail dependence (next slide)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Copulas - Capturing Non-Linear Dependence</a:t>
            </a:r>
            <a:endParaRPr b="1" dirty="0">
              <a:latin typeface="Arial" panose="020B0604020202020204" pitchFamily="34" charset="0"/>
              <a:cs typeface="Arial" panose="020B0604020202020204" pitchFamily="34" charset="0"/>
            </a:endParaRPr>
          </a:p>
        </p:txBody>
      </p:sp>
      <p:sp>
        <p:nvSpPr>
          <p:cNvPr id="2" name="Content Placeholder"/>
          <p:cNvSpPr>
            <a:spLocks noGrp="1"/>
          </p:cNvSpPr>
          <p:nvPr>
            <p:ph sz="half" idx="2"/>
          </p:nvPr>
        </p:nvSpPr>
        <p:spPr>
          <a:xfrm>
            <a:off x="420624" y="1441939"/>
            <a:ext cx="11347704" cy="4611389"/>
          </a:xfrm>
        </p:spPr>
        <p:txBody>
          <a:bodyPr wrap="square">
            <a:normAutofit/>
          </a:bodyPr>
          <a:lstStyle/>
          <a:p>
            <a:r>
              <a:rPr lang="en-CA" dirty="0"/>
              <a:t>A copula is the "glue" that describes how variables move together, kept separate from how each one behaves alone and its main payoff in risk is that it can say whether things crash together, which a single correlation number cannot.</a:t>
            </a:r>
          </a:p>
          <a:p>
            <a:endParaRPr lang="en-CA" dirty="0"/>
          </a:p>
          <a:p>
            <a:pPr marL="0" indent="0">
              <a:buNone/>
            </a:pPr>
            <a:r>
              <a:rPr lang="en-CA" b="1" dirty="0"/>
              <a:t>Tail dependence and the 2008 lesson</a:t>
            </a:r>
          </a:p>
          <a:p>
            <a:r>
              <a:rPr lang="en-CA" dirty="0"/>
              <a:t>Tail dependence is the probability of joint extremes</a:t>
            </a:r>
          </a:p>
          <a:p>
            <a:r>
              <a:rPr lang="en-CA" dirty="0"/>
              <a:t>Gaussian copula: no tail dependence</a:t>
            </a:r>
          </a:p>
          <a:p>
            <a:r>
              <a:rPr lang="en-CA" dirty="0"/>
              <a:t>t-copula: positive tail dependence - some probability of joint crashes</a:t>
            </a:r>
          </a:p>
          <a:p>
            <a:r>
              <a:rPr lang="en-CA" dirty="0"/>
              <a:t>The 2008 CDO crisis used the Gaussian copula where a t-copula was needed (Salmon 2009)</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A Copula by Example: From Returns to Ranks</a:t>
            </a:r>
          </a:p>
        </p:txBody>
      </p:sp>
      <p:pic>
        <p:nvPicPr>
          <p:cNvPr id="6002" name="Picture 6001" descr="cop_u.png"/>
          <p:cNvPicPr>
            <a:picLocks noChangeAspect="1"/>
          </p:cNvPicPr>
          <p:nvPr/>
        </p:nvPicPr>
        <p:blipFill>
          <a:blip r:embed="rId3"/>
          <a:stretch>
            <a:fillRect/>
          </a:stretch>
        </p:blipFill>
        <p:spPr>
          <a:xfrm>
            <a:off x="1600200" y="887293"/>
            <a:ext cx="4171167" cy="457200"/>
          </a:xfrm>
          <a:prstGeom prst="rect">
            <a:avLst/>
          </a:prstGeom>
        </p:spPr>
      </p:pic>
      <p:pic>
        <p:nvPicPr>
          <p:cNvPr id="6003" name="Picture 6002" descr="cop_table.png"/>
          <p:cNvPicPr>
            <a:picLocks noChangeAspect="1"/>
          </p:cNvPicPr>
          <p:nvPr/>
        </p:nvPicPr>
        <p:blipFill>
          <a:blip r:embed="rId4"/>
          <a:stretch>
            <a:fillRect/>
          </a:stretch>
        </p:blipFill>
        <p:spPr>
          <a:xfrm>
            <a:off x="622543" y="1052185"/>
            <a:ext cx="6126480" cy="4220713"/>
          </a:xfrm>
          <a:prstGeom prst="rect">
            <a:avLst/>
          </a:prstGeom>
        </p:spPr>
      </p:pic>
      <p:sp>
        <p:nvSpPr>
          <p:cNvPr id="2" name="Content Placeholder"/>
          <p:cNvSpPr>
            <a:spLocks noGrp="1"/>
          </p:cNvSpPr>
          <p:nvPr>
            <p:ph sz="half" idx="2"/>
          </p:nvPr>
        </p:nvSpPr>
        <p:spPr>
          <a:xfrm>
            <a:off x="7040880" y="1052185"/>
            <a:ext cx="4709160" cy="5028575"/>
          </a:xfrm>
        </p:spPr>
        <p:txBody>
          <a:bodyPr wrap="square">
            <a:normAutofit fontScale="62500" lnSpcReduction="20000"/>
          </a:bodyPr>
          <a:lstStyle/>
          <a:p>
            <a:pPr marL="0" indent="0">
              <a:buNone/>
            </a:pPr>
            <a:r>
              <a:rPr lang="en-CA" b="1" dirty="0"/>
              <a:t>The recipe</a:t>
            </a:r>
          </a:p>
          <a:p>
            <a:r>
              <a:rPr lang="en-CA" dirty="0"/>
              <a:t>Rank each stock within its OWN history (1 = worst day, 10 = best)</a:t>
            </a:r>
          </a:p>
          <a:p>
            <a:r>
              <a:rPr lang="en-CA" dirty="0"/>
              <a:t>Convert ranks to uniforms: u = rank / (n+1), so each margin is spread evenly on 0 to 1</a:t>
            </a:r>
          </a:p>
          <a:p>
            <a:endParaRPr lang="en-CA" dirty="0"/>
          </a:p>
          <a:p>
            <a:pPr marL="0" indent="0">
              <a:buNone/>
            </a:pPr>
            <a:r>
              <a:rPr lang="en-CA" b="1" dirty="0"/>
              <a:t>The copula sample</a:t>
            </a:r>
          </a:p>
          <a:p>
            <a:r>
              <a:rPr lang="en-CA" dirty="0"/>
              <a:t>The 10 paired points (u_A, u_B) ARE the copula</a:t>
            </a:r>
          </a:p>
          <a:p>
            <a:r>
              <a:rPr lang="en-CA" dirty="0"/>
              <a:t>They keep the co-movement but forget the actual size of each move</a:t>
            </a:r>
          </a:p>
          <a:p>
            <a:r>
              <a:rPr lang="en-CA" dirty="0"/>
              <a:t>You get the SAME copula even if you rescale a stock by any increasing function</a:t>
            </a:r>
          </a:p>
          <a:p>
            <a:endParaRPr lang="en-CA" dirty="0"/>
          </a:p>
          <a:p>
            <a:pPr marL="0" indent="0">
              <a:buNone/>
            </a:pPr>
            <a:r>
              <a:rPr lang="en-CA" b="1" dirty="0"/>
              <a:t>Read one value</a:t>
            </a:r>
          </a:p>
          <a:p>
            <a:r>
              <a:rPr lang="en-CA" dirty="0"/>
              <a:t>Both-below-median days (u_A and u_B &lt;= 0.5): days 2, 4, 6, 8 -&gt; C(0.5,0.5) = 4/10 = 0.40</a:t>
            </a:r>
          </a:p>
          <a:p>
            <a:r>
              <a:rPr lang="en-CA" dirty="0"/>
              <a:t>Independence would give 0.25 - the excess is the dependence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1" name="Title"/>
          <p:cNvSpPr>
            <a:spLocks noGrp="1"/>
          </p:cNvSpPr>
          <p:nvPr>
            <p:ph type="title"/>
          </p:nvPr>
        </p:nvSpPr>
        <p:spPr/>
        <p:txBody>
          <a:bodyPr>
            <a:noAutofit/>
          </a:bodyPr>
          <a:lstStyle/>
          <a:p>
            <a:r>
              <a:rPr lang="en-CA" b="1" dirty="0">
                <a:latin typeface="Arial" panose="020B0604020202020204" pitchFamily="34" charset="0"/>
                <a:cs typeface="Arial" panose="020B0604020202020204" pitchFamily="34" charset="0"/>
              </a:rPr>
              <a:t>Why Divide by n + 1? (Plotting Positions)</a:t>
            </a:r>
          </a:p>
        </p:txBody>
      </p:sp>
      <p:pic>
        <p:nvPicPr>
          <p:cNvPr id="6502" name="Picture 6501" descr="why_u.png"/>
          <p:cNvPicPr>
            <a:picLocks noChangeAspect="1"/>
          </p:cNvPicPr>
          <p:nvPr/>
        </p:nvPicPr>
        <p:blipFill>
          <a:blip r:embed="rId3"/>
          <a:stretch>
            <a:fillRect/>
          </a:stretch>
        </p:blipFill>
        <p:spPr>
          <a:xfrm>
            <a:off x="4220992" y="838200"/>
            <a:ext cx="3746967" cy="438912"/>
          </a:xfrm>
          <a:prstGeom prst="rect">
            <a:avLst/>
          </a:prstGeom>
        </p:spPr>
      </p:pic>
      <p:pic>
        <p:nvPicPr>
          <p:cNvPr id="6503" name="Picture 6502" descr="why_E.png"/>
          <p:cNvPicPr>
            <a:picLocks noChangeAspect="1"/>
          </p:cNvPicPr>
          <p:nvPr/>
        </p:nvPicPr>
        <p:blipFill>
          <a:blip r:embed="rId4"/>
          <a:stretch>
            <a:fillRect/>
          </a:stretch>
        </p:blipFill>
        <p:spPr>
          <a:xfrm>
            <a:off x="4037211" y="1295400"/>
            <a:ext cx="4114529" cy="438912"/>
          </a:xfrm>
          <a:prstGeom prst="rect">
            <a:avLst/>
          </a:prstGeom>
        </p:spPr>
      </p:pic>
      <p:pic>
        <p:nvPicPr>
          <p:cNvPr id="6504" name="Picture 6503" descr="numberline.png"/>
          <p:cNvPicPr>
            <a:picLocks noChangeAspect="1"/>
          </p:cNvPicPr>
          <p:nvPr/>
        </p:nvPicPr>
        <p:blipFill>
          <a:blip r:embed="rId5"/>
          <a:stretch>
            <a:fillRect/>
          </a:stretch>
        </p:blipFill>
        <p:spPr>
          <a:xfrm>
            <a:off x="1339595" y="1828800"/>
            <a:ext cx="9509760" cy="1684712"/>
          </a:xfrm>
          <a:prstGeom prst="rect">
            <a:avLst/>
          </a:prstGeom>
        </p:spPr>
      </p:pic>
      <p:sp>
        <p:nvSpPr>
          <p:cNvPr id="2" name="Content Placeholder"/>
          <p:cNvSpPr>
            <a:spLocks noGrp="1"/>
          </p:cNvSpPr>
          <p:nvPr>
            <p:ph sz="half" idx="2"/>
          </p:nvPr>
        </p:nvSpPr>
        <p:spPr>
          <a:xfrm>
            <a:off x="420624" y="3513512"/>
            <a:ext cx="11347704" cy="3192088"/>
          </a:xfrm>
        </p:spPr>
        <p:txBody>
          <a:bodyPr wrap="square">
            <a:normAutofit/>
          </a:bodyPr>
          <a:lstStyle/>
          <a:p>
            <a:pPr marL="0" indent="0">
              <a:buNone/>
            </a:pPr>
            <a:r>
              <a:rPr lang="en-CA" sz="1600" b="1" dirty="0"/>
              <a:t>10 points make 11 gaps</a:t>
            </a:r>
          </a:p>
          <a:p>
            <a:r>
              <a:rPr lang="en-CA" sz="1600" dirty="0"/>
              <a:t>The 10 sorted returns cut the 0 to 100% probability line into n + 1 = 11 gaps (one below the min, one above the max)</a:t>
            </a:r>
          </a:p>
          <a:p>
            <a:r>
              <a:rPr lang="en-CA" sz="1600" dirty="0"/>
              <a:t>A new return is equally likely to land in any gap, so each gap is worth 1/11 = 9.1%; rank k sits at k/11</a:t>
            </a:r>
          </a:p>
          <a:p>
            <a:pPr marL="0" indent="0">
              <a:buNone/>
            </a:pPr>
            <a:r>
              <a:rPr lang="en-CA" sz="1600" b="1" dirty="0"/>
              <a:t>Why not divide by n (= 10)?</a:t>
            </a:r>
          </a:p>
          <a:p>
            <a:r>
              <a:rPr lang="en-CA" sz="1600" dirty="0"/>
              <a:t>k/n puts the largest at u = 1.0 (claiming you have seen the maximum possible) and makes Phi^{-1}(1) = +infinity in the normal-score step</a:t>
            </a:r>
          </a:p>
          <a:p>
            <a:r>
              <a:rPr lang="en-CA" sz="1600" dirty="0"/>
              <a:t>k/(n+1) leaves about 9% beyond each extreme (min at 0.091, max at 0.909) - symmetric and never exactly 0 or 1</a:t>
            </a:r>
          </a:p>
          <a:p>
            <a:pPr marL="0" indent="0">
              <a:buNone/>
            </a:pPr>
            <a:r>
              <a:rPr lang="en-CA" sz="1600" b="1" dirty="0"/>
              <a:t>The precise reason</a:t>
            </a:r>
          </a:p>
          <a:p>
            <a:r>
              <a:rPr lang="en-CA" sz="1600" dirty="0"/>
              <a:t>For the k-th smallest of n draws, E[F(X_(k))] = k/(n+1): an unbiased estimate of its percentile (the Weibull plotting position)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A Copula by Example: Dependence and Tails</a:t>
            </a:r>
          </a:p>
        </p:txBody>
      </p:sp>
      <p:pic>
        <p:nvPicPr>
          <p:cNvPr id="6004" name="Picture 6003" descr="cop_C.png"/>
          <p:cNvPicPr>
            <a:picLocks noChangeAspect="1"/>
          </p:cNvPicPr>
          <p:nvPr/>
        </p:nvPicPr>
        <p:blipFill>
          <a:blip r:embed="rId3"/>
          <a:stretch>
            <a:fillRect/>
          </a:stretch>
        </p:blipFill>
        <p:spPr>
          <a:xfrm>
            <a:off x="2133600" y="1082066"/>
            <a:ext cx="7924800" cy="349880"/>
          </a:xfrm>
          <a:prstGeom prst="rect">
            <a:avLst/>
          </a:prstGeom>
        </p:spPr>
      </p:pic>
      <p:pic>
        <p:nvPicPr>
          <p:cNvPr id="6005" name="Picture 6004" descr="cop_spear.png"/>
          <p:cNvPicPr>
            <a:picLocks noChangeAspect="1"/>
          </p:cNvPicPr>
          <p:nvPr/>
        </p:nvPicPr>
        <p:blipFill>
          <a:blip r:embed="rId4"/>
          <a:stretch>
            <a:fillRect/>
          </a:stretch>
        </p:blipFill>
        <p:spPr>
          <a:xfrm>
            <a:off x="2672662" y="1441938"/>
            <a:ext cx="4637472" cy="706947"/>
          </a:xfrm>
          <a:prstGeom prst="rect">
            <a:avLst/>
          </a:prstGeom>
        </p:spPr>
      </p:pic>
      <p:sp>
        <p:nvSpPr>
          <p:cNvPr id="2" name="Content Placeholder"/>
          <p:cNvSpPr>
            <a:spLocks noGrp="1"/>
          </p:cNvSpPr>
          <p:nvPr>
            <p:ph sz="half" idx="2"/>
          </p:nvPr>
        </p:nvSpPr>
        <p:spPr>
          <a:xfrm>
            <a:off x="420624" y="2158880"/>
            <a:ext cx="11347704" cy="3894448"/>
          </a:xfrm>
        </p:spPr>
        <p:txBody>
          <a:bodyPr wrap="square">
            <a:normAutofit fontScale="70000" lnSpcReduction="20000"/>
          </a:bodyPr>
          <a:lstStyle/>
          <a:p>
            <a:pPr marL="0" indent="0">
              <a:buNone/>
            </a:pPr>
            <a:r>
              <a:rPr lang="en-CA" b="1" dirty="0"/>
              <a:t>Measure the co-movement</a:t>
            </a:r>
          </a:p>
          <a:p>
            <a:r>
              <a:rPr lang="en-CA" dirty="0"/>
              <a:t>C(0.5,0.5) = 0.40 vs 0.25 under independence: the stocks tend to be low together and high together</a:t>
            </a:r>
          </a:p>
          <a:p>
            <a:endParaRPr lang="en-CA" dirty="0"/>
          </a:p>
          <a:p>
            <a:pPr marL="0" indent="0">
              <a:buNone/>
            </a:pPr>
            <a:r>
              <a:rPr lang="en-CA" b="1" dirty="0"/>
              <a:t>Read the tails</a:t>
            </a:r>
          </a:p>
          <a:p>
            <a:r>
              <a:rPr lang="en-CA" dirty="0"/>
              <a:t>On Stock A's two worst days (2 and 8), Stock B is also in its worst two: lower-tail dependence = 2 / 2</a:t>
            </a:r>
          </a:p>
          <a:p>
            <a:r>
              <a:rPr lang="en-CA" dirty="0"/>
              <a:t>A Gaussian copula forces tail dependence to zero - it would miss these joint crashes</a:t>
            </a:r>
          </a:p>
          <a:p>
            <a:r>
              <a:rPr lang="en-CA" dirty="0"/>
              <a:t>A t-copula or Clayton copula keeps positive lower-tail dependence (the 2008 CDO lesson in miniature)</a:t>
            </a:r>
          </a:p>
          <a:p>
            <a:endParaRPr lang="en-CA" dirty="0"/>
          </a:p>
          <a:p>
            <a:pPr marL="0" indent="0">
              <a:buNone/>
            </a:pPr>
            <a:r>
              <a:rPr lang="en-CA" b="1" dirty="0"/>
              <a:t>Takeaway</a:t>
            </a:r>
          </a:p>
          <a:p>
            <a:r>
              <a:rPr lang="en-CA" dirty="0"/>
              <a:t>A copula answers: when A sits at its p-th percentile, where does B tend to be?</a:t>
            </a:r>
          </a:p>
          <a:p>
            <a:r>
              <a:rPr lang="en-CA" dirty="0"/>
              <a:t>Correlation gives one average number; the copula also shows whether they reach the extremes together</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Block 4: Python Lab</a:t>
            </a:r>
            <a:endParaRPr b="1" dirty="0">
              <a:latin typeface="Arial" panose="020B0604020202020204" pitchFamily="34" charset="0"/>
              <a:cs typeface="Arial" panose="020B0604020202020204" pitchFamily="34" charset="0"/>
            </a:endParaRPr>
          </a:p>
        </p:txBody>
      </p:sp>
      <p:sp>
        <p:nvSpPr>
          <p:cNvPr id="4052" name="Content Placeholder"/>
          <p:cNvSpPr>
            <a:spLocks noGrp="1"/>
          </p:cNvSpPr>
          <p:nvPr>
            <p:ph sz="half" idx="2"/>
          </p:nvPr>
        </p:nvSpPr>
        <p:spPr/>
        <p:txBody>
          <a:bodyPr wrap="square">
            <a:normAutofit/>
          </a:bodyPr>
          <a:lstStyle/>
          <a:p>
            <a:pPr marL="0" indent="0">
              <a:buNone/>
            </a:pPr>
            <a:r>
              <a:rPr lang="en-CA" b="1" dirty="0"/>
              <a:t>Build your volatility toolkit - the foundation of Assignment 1</a:t>
            </a:r>
          </a:p>
          <a:p>
            <a:r>
              <a:rPr lang="en-CA" dirty="0"/>
              <a:t>Same tickers and date range as Session 1; extend the snapshot with EWMA, GARCH, beta and correlations</a:t>
            </a:r>
          </a:p>
          <a:p>
            <a:r>
              <a:rPr lang="en-CA" dirty="0"/>
              <a:t>Save every output to CSV - these files are the direct inputs to Assignment 1 and the Session 3 VaR lab</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Python Lab - Session_02_Lab.ipynb</a:t>
            </a:r>
            <a:endParaRPr b="1" dirty="0">
              <a:latin typeface="Arial" panose="020B0604020202020204" pitchFamily="34" charset="0"/>
              <a:cs typeface="Arial" panose="020B0604020202020204" pitchFamily="34" charset="0"/>
            </a:endParaRPr>
          </a:p>
        </p:txBody>
      </p:sp>
      <p:sp>
        <p:nvSpPr>
          <p:cNvPr id="4054" name="Content Placeholder"/>
          <p:cNvSpPr>
            <a:spLocks noGrp="1"/>
          </p:cNvSpPr>
          <p:nvPr>
            <p:ph sz="half" idx="2"/>
          </p:nvPr>
        </p:nvSpPr>
        <p:spPr/>
        <p:txBody>
          <a:bodyPr wrap="square">
            <a:normAutofit fontScale="77500" lnSpcReduction="20000"/>
          </a:bodyPr>
          <a:lstStyle/>
          <a:p>
            <a:pPr marL="0" indent="0">
              <a:buNone/>
            </a:pPr>
            <a:r>
              <a:rPr lang="en-CA" b="1" dirty="0"/>
              <a:t>Lab tasks</a:t>
            </a:r>
          </a:p>
          <a:p>
            <a:r>
              <a:rPr lang="en-CA" dirty="0"/>
              <a:t>1. Fetch data for your 3 stocks + index (same tickers/date range as Session 1)</a:t>
            </a:r>
          </a:p>
          <a:p>
            <a:r>
              <a:rPr lang="en-CA" dirty="0"/>
              <a:t>2. Plot stylised facts: return series, ACF of r and r</a:t>
            </a:r>
            <a:r>
              <a:rPr lang="en-CA" baseline="30000" dirty="0"/>
              <a:t>2</a:t>
            </a:r>
            <a:r>
              <a:rPr lang="en-CA" dirty="0"/>
              <a:t>, Q-Q plot, histogram vs Normal</a:t>
            </a:r>
          </a:p>
          <a:p>
            <a:r>
              <a:rPr lang="en-CA" dirty="0"/>
              <a:t>3. Annualised vol per stock; 21-day rolling vol; beta of each stock to the index (OLS)</a:t>
            </a:r>
          </a:p>
          <a:p>
            <a:r>
              <a:rPr lang="en-CA" dirty="0"/>
              <a:t>4. Implement EWMA (lambda = 0.94) by recursion; plot with rolling vol and VIX</a:t>
            </a:r>
          </a:p>
          <a:p>
            <a:r>
              <a:rPr lang="en-CA" dirty="0"/>
              <a:t>5. Fit GARCH(1,1) with t-errors (arch): omega, alpha, beta, persistence, long-run vol, half-life</a:t>
            </a:r>
          </a:p>
          <a:p>
            <a:r>
              <a:rPr lang="en-CA" dirty="0"/>
              <a:t>6. Plot GARCH conditional vol + standardised residuals; check Ljung-Box</a:t>
            </a:r>
          </a:p>
          <a:p>
            <a:r>
              <a:rPr lang="en-CA" dirty="0"/>
              <a:t>7. Build the correlation matrix; plot rolling 63-day correlations</a:t>
            </a:r>
          </a:p>
          <a:p>
            <a:r>
              <a:rPr lang="en-CA" dirty="0"/>
              <a:t>8. Compare the three vol forecasts (QLIKE); save all outputs to CSV</a:t>
            </a:r>
          </a:p>
          <a:p>
            <a:pPr marL="0" indent="0">
              <a:buNone/>
            </a:pPr>
            <a:r>
              <a:rPr lang="en-CA" b="1" dirty="0"/>
              <a:t>Discuss</a:t>
            </a:r>
          </a:p>
          <a:p>
            <a:r>
              <a:rPr lang="en-CA" dirty="0"/>
              <a:t>Which model best tracks your portfolio's risk regimes?</a:t>
            </a:r>
          </a:p>
          <a:p>
            <a:r>
              <a:rPr lang="en-CA" dirty="0"/>
              <a:t>How did correlations behave during COVID-19 or a 2022 shock?</a:t>
            </a:r>
          </a:p>
          <a:p>
            <a:r>
              <a:rPr lang="en-CA" dirty="0"/>
              <a:t>What does GARCH persistence imply for a 10-day VaR forecast?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Session Wrap-Up</a:t>
            </a:r>
            <a:endParaRPr b="1" dirty="0">
              <a:latin typeface="Arial" panose="020B0604020202020204" pitchFamily="34" charset="0"/>
              <a:cs typeface="Arial" panose="020B0604020202020204" pitchFamily="34" charset="0"/>
            </a:endParaRPr>
          </a:p>
        </p:txBody>
      </p:sp>
      <p:sp>
        <p:nvSpPr>
          <p:cNvPr id="4060" name="Content Placeholder"/>
          <p:cNvSpPr>
            <a:spLocks noGrp="1"/>
          </p:cNvSpPr>
          <p:nvPr>
            <p:ph sz="half" idx="2"/>
          </p:nvPr>
        </p:nvSpPr>
        <p:spPr/>
        <p:txBody>
          <a:bodyPr wrap="square">
            <a:normAutofit fontScale="85000" lnSpcReduction="20000"/>
          </a:bodyPr>
          <a:lstStyle/>
          <a:p>
            <a:pPr marL="0" indent="0">
              <a:buNone/>
            </a:pPr>
            <a:r>
              <a:rPr lang="en-CA" b="1" dirty="0"/>
              <a:t>Key takeaways</a:t>
            </a:r>
          </a:p>
          <a:p>
            <a:r>
              <a:rPr lang="en-CA" dirty="0"/>
              <a:t>Log returns are time-additive; annualise vol by sqrt(252) and mean by 252</a:t>
            </a:r>
          </a:p>
          <a:p>
            <a:r>
              <a:rPr lang="en-CA" dirty="0"/>
              <a:t>Returns show fat tails, volatility clustering and near-zero autocorrelation - the three stylised facts</a:t>
            </a:r>
          </a:p>
          <a:p>
            <a:r>
              <a:rPr lang="en-CA" dirty="0"/>
              <a:t>EWMA adapts with one parameter; GARCH(1,1) adds mean reversion and a long-run variance</a:t>
            </a:r>
          </a:p>
          <a:p>
            <a:r>
              <a:rPr lang="en-CA" dirty="0"/>
              <a:t>Beta from the market model splits risk into systematic (undiversifiable) and idiosyncratic parts</a:t>
            </a:r>
          </a:p>
          <a:p>
            <a:r>
              <a:rPr lang="en-CA" dirty="0"/>
              <a:t>Correlations spike toward +1 in crises, destroying diversification when it matters most (Longin &amp; Solnik 2001)</a:t>
            </a:r>
          </a:p>
          <a:p>
            <a:pPr marL="0" indent="0">
              <a:buNone/>
            </a:pPr>
            <a:endParaRPr lang="en-CA" dirty="0"/>
          </a:p>
          <a:p>
            <a:pPr marL="0" indent="0">
              <a:buNone/>
            </a:pPr>
            <a:r>
              <a:rPr lang="en-CA" b="1" dirty="0"/>
              <a:t>Next session - Session 3: Value-at-Risk</a:t>
            </a:r>
          </a:p>
          <a:p>
            <a:r>
              <a:rPr lang="en-CA" dirty="0"/>
              <a:t>Parametric (normal and t) VaR, historical simulation, Monte Carlo VaR, Basel traffic-light test</a:t>
            </a:r>
          </a:p>
          <a:p>
            <a:r>
              <a:rPr lang="en-CA" dirty="0"/>
              <a:t>Read Hull Ch. 11-13</a:t>
            </a:r>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2262</TotalTime>
  <Words>7517</Words>
  <Application>Microsoft Macintosh PowerPoint</Application>
  <PresentationFormat>Widescreen</PresentationFormat>
  <Paragraphs>535</Paragraphs>
  <Slides>52</Slides>
  <Notes>52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52</vt:i4>
      </vt:variant>
    </vt:vector>
  </HeadingPairs>
  <TitlesOfParts>
    <vt:vector size="60" baseType="lpstr">
      <vt:lpstr>Arial</vt:lpstr>
      <vt:lpstr>Calibri</vt:lpstr>
      <vt:lpstr>Calibri Light</vt:lpstr>
      <vt:lpstr>Symbol</vt:lpstr>
      <vt:lpstr>Times New Roman</vt:lpstr>
      <vt:lpstr>Wingdings</vt:lpstr>
      <vt:lpstr>Office 2013 - 2022 Theme</vt:lpstr>
      <vt:lpstr>Equation</vt:lpstr>
      <vt:lpstr>FINANCIAL RISK MANAGEMENT AND ENGINEERING  Session 2: Market Risk Basics: Returns, Volatility &amp; Correlation</vt:lpstr>
      <vt:lpstr>Learning Objectives</vt:lpstr>
      <vt:lpstr>The Distribution Toolkit</vt:lpstr>
      <vt:lpstr>Normal (Gaussian) Distribution</vt:lpstr>
      <vt:lpstr>Student-t Distribution</vt:lpstr>
      <vt:lpstr>Lognormal Distribution</vt:lpstr>
      <vt:lpstr>Chi-Square Distribution</vt:lpstr>
      <vt:lpstr>F-Distribution</vt:lpstr>
      <vt:lpstr>Generalized Pareto Distribution (EVT)</vt:lpstr>
      <vt:lpstr>Poisson Distribution</vt:lpstr>
      <vt:lpstr>Bernoulli and Binomial Distributions</vt:lpstr>
      <vt:lpstr>Exponential Distribution</vt:lpstr>
      <vt:lpstr>Beta Distribution</vt:lpstr>
      <vt:lpstr>Choosing the Right Distribution</vt:lpstr>
      <vt:lpstr>Block 1: Stylised Facts of Financial Returns</vt:lpstr>
      <vt:lpstr>Exchange Rates Changes: Normally Distributed</vt:lpstr>
      <vt:lpstr>Heavy Tails</vt:lpstr>
      <vt:lpstr>Normal and Heavy-Tailed Distribution</vt:lpstr>
      <vt:lpstr>Simple vs Log Returns</vt:lpstr>
      <vt:lpstr>The Lognormal Model and Square-Root-of-Time</vt:lpstr>
      <vt:lpstr>Empirical Properties of Financial Returns</vt:lpstr>
      <vt:lpstr>Fat Tails: Normal vs Student-t</vt:lpstr>
      <vt:lpstr>Volatility Clustering</vt:lpstr>
      <vt:lpstr>Block 2: Volatility Models</vt:lpstr>
      <vt:lpstr>Standard Approach to Estimating Volatility</vt:lpstr>
      <vt:lpstr>Simplifications Usually Made in  Risk Management</vt:lpstr>
      <vt:lpstr>Historical (Rolling) Volatility</vt:lpstr>
      <vt:lpstr>Realized Volatility</vt:lpstr>
      <vt:lpstr>Weighting Scheme</vt:lpstr>
      <vt:lpstr>ARCH(m) Model</vt:lpstr>
      <vt:lpstr>Exponentially Weighted Moving Average (EWMA)</vt:lpstr>
      <vt:lpstr>GARCH(1,1)</vt:lpstr>
      <vt:lpstr>GARCH(1,1) Example</vt:lpstr>
      <vt:lpstr>GARCH(1,1) - Properties and Intuition</vt:lpstr>
      <vt:lpstr>Volatility Model Comparison</vt:lpstr>
      <vt:lpstr>Forecasting Volatility - the GARCH Term Structure</vt:lpstr>
      <vt:lpstr>Implied Volatility and the VIX</vt:lpstr>
      <vt:lpstr>Block 3: Correlation, Covariance and Beta</vt:lpstr>
      <vt:lpstr>Covariance and Correlation</vt:lpstr>
      <vt:lpstr>Pearson vs Spearman Correlation</vt:lpstr>
      <vt:lpstr>Computing Both Correlations: Example</vt:lpstr>
      <vt:lpstr>Seeing the Difference: Raw Values vs Ranks</vt:lpstr>
      <vt:lpstr>Beta and the Market Model</vt:lpstr>
      <vt:lpstr>Estimation Risk and Shrinkage of the Covariance Matrix</vt:lpstr>
      <vt:lpstr>Dynamic Correlations - Why They Vary</vt:lpstr>
      <vt:lpstr>Copulas - Capturing Non-Linear Dependence</vt:lpstr>
      <vt:lpstr>A Copula by Example: From Returns to Ranks</vt:lpstr>
      <vt:lpstr>Why Divide by n + 1? (Plotting Positions)</vt:lpstr>
      <vt:lpstr>A Copula by Example: Dependence and Tails</vt:lpstr>
      <vt:lpstr>Block 4: Python Lab</vt:lpstr>
      <vt:lpstr>Python Lab - Session_02_Lab.ipynb</vt:lpstr>
      <vt:lpstr>Session Wrap-Up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Hull RMFI 6e - Chapters 1-4</dc:title>
  <dc:subject>Options, Futures, and Other Derivatives, 11e</dc:subject>
  <dc:creator/>
  <cp:keywords>Chapter1</cp:keywords>
  <dc:description>Copyright 2021 by John C. Hull. All Rights Reserved. Published 2021</dc:description>
  <cp:lastModifiedBy>Yuriy Zabolotnyuk</cp:lastModifiedBy>
  <cp:revision>115</cp:revision>
  <dcterms:created xsi:type="dcterms:W3CDTF">2008-05-28T22:27:59Z</dcterms:created>
  <dcterms:modified xsi:type="dcterms:W3CDTF">2026-07-06T21:06:32Z</dcterms:modified>
</cp:coreProperties>
</file>