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7" r:id="rId1"/>
  </p:sldMasterIdLst>
  <p:notesMasterIdLst>
    <p:notesMasterId r:id="rId36"/>
  </p:notesMasterIdLst>
  <p:sldIdLst>
    <p:sldId id="256" r:id="rId2"/>
    <p:sldId id="258" r:id="rId3"/>
    <p:sldId id="260" r:id="rId4"/>
    <p:sldId id="283" r:id="rId5"/>
    <p:sldId id="261" r:id="rId6"/>
    <p:sldId id="284" r:id="rId7"/>
    <p:sldId id="285" r:id="rId8"/>
    <p:sldId id="286" r:id="rId9"/>
    <p:sldId id="287" r:id="rId10"/>
    <p:sldId id="288" r:id="rId11"/>
    <p:sldId id="289" r:id="rId12"/>
    <p:sldId id="290" r:id="rId13"/>
    <p:sldId id="297" r:id="rId14"/>
    <p:sldId id="271" r:id="rId15"/>
    <p:sldId id="291" r:id="rId16"/>
    <p:sldId id="296" r:id="rId17"/>
    <p:sldId id="292" r:id="rId18"/>
    <p:sldId id="293" r:id="rId19"/>
    <p:sldId id="294" r:id="rId20"/>
    <p:sldId id="272" r:id="rId21"/>
    <p:sldId id="295" r:id="rId22"/>
    <p:sldId id="262" r:id="rId23"/>
    <p:sldId id="263" r:id="rId24"/>
    <p:sldId id="264" r:id="rId25"/>
    <p:sldId id="265" r:id="rId26"/>
    <p:sldId id="266" r:id="rId27"/>
    <p:sldId id="267" r:id="rId28"/>
    <p:sldId id="268" r:id="rId29"/>
    <p:sldId id="269" r:id="rId30"/>
    <p:sldId id="270" r:id="rId31"/>
    <p:sldId id="273" r:id="rId32"/>
    <p:sldId id="274" r:id="rId33"/>
    <p:sldId id="277" r:id="rId34"/>
    <p:sldId id="282"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C570E1-3042-044A-A1A9-111DC571EA2E}" v="81" dt="2026-07-07T20:52:07.7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7081"/>
    <p:restoredTop sz="59596"/>
  </p:normalViewPr>
  <p:slideViewPr>
    <p:cSldViewPr>
      <p:cViewPr varScale="1">
        <p:scale>
          <a:sx n="54" d="100"/>
          <a:sy n="54" d="100"/>
        </p:scale>
        <p:origin x="224" y="51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riy Zabolotnyuk" userId="5293f801-6ede-4669-8a17-9af1adeb069e" providerId="ADAL" clId="{9C72D551-62FB-5E3D-901C-9F32929520A9}"/>
    <pc:docChg chg="undo redo custSel addSld delSld modSld sldOrd modMainMaster">
      <pc:chgData name="Yuriy Zabolotnyuk" userId="5293f801-6ede-4669-8a17-9af1adeb069e" providerId="ADAL" clId="{9C72D551-62FB-5E3D-901C-9F32929520A9}" dt="2026-07-07T20:52:19.876" v="2300" actId="2696"/>
      <pc:docMkLst>
        <pc:docMk/>
      </pc:docMkLst>
      <pc:sldChg chg="addSp delSp modSp mod modNotesTx">
        <pc:chgData name="Yuriy Zabolotnyuk" userId="5293f801-6ede-4669-8a17-9af1adeb069e" providerId="ADAL" clId="{9C72D551-62FB-5E3D-901C-9F32929520A9}" dt="2026-07-07T19:35:40.617" v="1695" actId="20577"/>
        <pc:sldMkLst>
          <pc:docMk/>
          <pc:sldMk cId="0" sldId="256"/>
        </pc:sldMkLst>
        <pc:spChg chg="mod">
          <ac:chgData name="Yuriy Zabolotnyuk" userId="5293f801-6ede-4669-8a17-9af1adeb069e" providerId="ADAL" clId="{9C72D551-62FB-5E3D-901C-9F32929520A9}" dt="2026-07-05T17:33:01.698" v="1631" actId="20577"/>
          <ac:spMkLst>
            <pc:docMk/>
            <pc:sldMk cId="0" sldId="256"/>
            <ac:spMk id="2" creationId="{00000000-0000-0000-0000-000000000000}"/>
          </ac:spMkLst>
        </pc:spChg>
      </pc:sldChg>
      <pc:sldChg chg="del">
        <pc:chgData name="Yuriy Zabolotnyuk" userId="5293f801-6ede-4669-8a17-9af1adeb069e" providerId="ADAL" clId="{9C72D551-62FB-5E3D-901C-9F32929520A9}" dt="2026-07-07T12:07:17.281" v="1693" actId="2696"/>
        <pc:sldMkLst>
          <pc:docMk/>
          <pc:sldMk cId="0" sldId="257"/>
        </pc:sldMkLst>
      </pc:sldChg>
      <pc:sldChg chg="modSp del mod">
        <pc:chgData name="Yuriy Zabolotnyuk" userId="5293f801-6ede-4669-8a17-9af1adeb069e" providerId="ADAL" clId="{9C72D551-62FB-5E3D-901C-9F32929520A9}" dt="2026-07-07T19:35:47.210" v="1697" actId="27636"/>
        <pc:sldMkLst>
          <pc:docMk/>
          <pc:sldMk cId="0" sldId="258"/>
        </pc:sldMkLst>
        <pc:spChg chg="mod">
          <ac:chgData name="Yuriy Zabolotnyuk" userId="5293f801-6ede-4669-8a17-9af1adeb069e" providerId="ADAL" clId="{9C72D551-62FB-5E3D-901C-9F32929520A9}" dt="2026-07-07T19:35:47.210" v="1697" actId="27636"/>
          <ac:spMkLst>
            <pc:docMk/>
            <pc:sldMk cId="0" sldId="258"/>
            <ac:spMk id="4004" creationId="{00000000-0000-0000-0000-000000000000}"/>
          </ac:spMkLst>
        </pc:spChg>
      </pc:sldChg>
      <pc:sldChg chg="modSp add del mod modNotesTx">
        <pc:chgData name="Yuriy Zabolotnyuk" userId="5293f801-6ede-4669-8a17-9af1adeb069e" providerId="ADAL" clId="{9C72D551-62FB-5E3D-901C-9F32929520A9}" dt="2026-07-07T19:40:56.393" v="1750" actId="2696"/>
        <pc:sldMkLst>
          <pc:docMk/>
          <pc:sldMk cId="0" sldId="259"/>
        </pc:sldMkLst>
        <pc:spChg chg="mod">
          <ac:chgData name="Yuriy Zabolotnyuk" userId="5293f801-6ede-4669-8a17-9af1adeb069e" providerId="ADAL" clId="{9C72D551-62FB-5E3D-901C-9F32929520A9}" dt="2026-07-07T19:36:49.980" v="1705" actId="20577"/>
          <ac:spMkLst>
            <pc:docMk/>
            <pc:sldMk cId="0" sldId="259"/>
            <ac:spMk id="4006" creationId="{00000000-0000-0000-0000-000000000000}"/>
          </ac:spMkLst>
        </pc:spChg>
        <pc:spChg chg="mod">
          <ac:chgData name="Yuriy Zabolotnyuk" userId="5293f801-6ede-4669-8a17-9af1adeb069e" providerId="ADAL" clId="{9C72D551-62FB-5E3D-901C-9F32929520A9}" dt="2026-07-07T19:40:20.507" v="1743" actId="113"/>
          <ac:spMkLst>
            <pc:docMk/>
            <pc:sldMk cId="0" sldId="259"/>
            <ac:spMk id="17410" creationId="{00000000-0000-0000-0000-000000000000}"/>
          </ac:spMkLst>
        </pc:spChg>
        <pc:spChg chg="mod">
          <ac:chgData name="Yuriy Zabolotnyuk" userId="5293f801-6ede-4669-8a17-9af1adeb069e" providerId="ADAL" clId="{9C72D551-62FB-5E3D-901C-9F32929520A9}" dt="2026-07-07T19:40:25.075" v="1744" actId="14100"/>
          <ac:spMkLst>
            <pc:docMk/>
            <pc:sldMk cId="0" sldId="259"/>
            <ac:spMk id="17411" creationId="{00000000-0000-0000-0000-000000000000}"/>
          </ac:spMkLst>
        </pc:spChg>
      </pc:sldChg>
      <pc:sldChg chg="modSp del mod modNotesTx">
        <pc:chgData name="Yuriy Zabolotnyuk" userId="5293f801-6ede-4669-8a17-9af1adeb069e" providerId="ADAL" clId="{9C72D551-62FB-5E3D-901C-9F32929520A9}" dt="2026-07-07T19:39:20.919" v="1738" actId="20577"/>
        <pc:sldMkLst>
          <pc:docMk/>
          <pc:sldMk cId="0" sldId="260"/>
        </pc:sldMkLst>
        <pc:spChg chg="mod">
          <ac:chgData name="Yuriy Zabolotnyuk" userId="5293f801-6ede-4669-8a17-9af1adeb069e" providerId="ADAL" clId="{9C72D551-62FB-5E3D-901C-9F32929520A9}" dt="2026-07-07T19:38:56.528" v="1735" actId="20577"/>
          <ac:spMkLst>
            <pc:docMk/>
            <pc:sldMk cId="0" sldId="260"/>
            <ac:spMk id="2" creationId="{00000000-0000-0000-0000-000000000000}"/>
          </ac:spMkLst>
        </pc:spChg>
        <pc:picChg chg="mod">
          <ac:chgData name="Yuriy Zabolotnyuk" userId="5293f801-6ede-4669-8a17-9af1adeb069e" providerId="ADAL" clId="{9C72D551-62FB-5E3D-901C-9F32929520A9}" dt="2026-07-07T19:37:12.637" v="1708" actId="1076"/>
          <ac:picMkLst>
            <pc:docMk/>
            <pc:sldMk cId="0" sldId="260"/>
            <ac:picMk id="4008" creationId="{00000000-0000-0000-0000-000000000000}"/>
          </ac:picMkLst>
        </pc:picChg>
      </pc:sldChg>
      <pc:sldChg chg="modSp del mod">
        <pc:chgData name="Yuriy Zabolotnyuk" userId="5293f801-6ede-4669-8a17-9af1adeb069e" providerId="ADAL" clId="{9C72D551-62FB-5E3D-901C-9F32929520A9}" dt="2026-07-07T19:38:51.091" v="1714" actId="27636"/>
        <pc:sldMkLst>
          <pc:docMk/>
          <pc:sldMk cId="0" sldId="261"/>
        </pc:sldMkLst>
        <pc:spChg chg="mod">
          <ac:chgData name="Yuriy Zabolotnyuk" userId="5293f801-6ede-4669-8a17-9af1adeb069e" providerId="ADAL" clId="{9C72D551-62FB-5E3D-901C-9F32929520A9}" dt="2026-07-07T19:38:51.091" v="1714" actId="27636"/>
          <ac:spMkLst>
            <pc:docMk/>
            <pc:sldMk cId="0" sldId="261"/>
            <ac:spMk id="4010" creationId="{00000000-0000-0000-0000-000000000000}"/>
          </ac:spMkLst>
        </pc:spChg>
      </pc:sldChg>
      <pc:sldChg chg="modSp del mod">
        <pc:chgData name="Yuriy Zabolotnyuk" userId="5293f801-6ede-4669-8a17-9af1adeb069e" providerId="ADAL" clId="{9C72D551-62FB-5E3D-901C-9F32929520A9}" dt="2026-07-07T19:38:51.117" v="1715" actId="27636"/>
        <pc:sldMkLst>
          <pc:docMk/>
          <pc:sldMk cId="0" sldId="262"/>
        </pc:sldMkLst>
        <pc:spChg chg="mod">
          <ac:chgData name="Yuriy Zabolotnyuk" userId="5293f801-6ede-4669-8a17-9af1adeb069e" providerId="ADAL" clId="{9C72D551-62FB-5E3D-901C-9F32929520A9}" dt="2026-07-07T19:38:51.117" v="1715" actId="27636"/>
          <ac:spMkLst>
            <pc:docMk/>
            <pc:sldMk cId="0" sldId="262"/>
            <ac:spMk id="4012" creationId="{00000000-0000-0000-0000-000000000000}"/>
          </ac:spMkLst>
        </pc:spChg>
      </pc:sldChg>
      <pc:sldChg chg="modSp del mod">
        <pc:chgData name="Yuriy Zabolotnyuk" userId="5293f801-6ede-4669-8a17-9af1adeb069e" providerId="ADAL" clId="{9C72D551-62FB-5E3D-901C-9F32929520A9}" dt="2026-07-07T19:38:51.130" v="1716" actId="27636"/>
        <pc:sldMkLst>
          <pc:docMk/>
          <pc:sldMk cId="0" sldId="263"/>
        </pc:sldMkLst>
        <pc:spChg chg="mod">
          <ac:chgData name="Yuriy Zabolotnyuk" userId="5293f801-6ede-4669-8a17-9af1adeb069e" providerId="ADAL" clId="{9C72D551-62FB-5E3D-901C-9F32929520A9}" dt="2026-07-07T19:38:51.130" v="1716" actId="27636"/>
          <ac:spMkLst>
            <pc:docMk/>
            <pc:sldMk cId="0" sldId="263"/>
            <ac:spMk id="4014" creationId="{00000000-0000-0000-0000-000000000000}"/>
          </ac:spMkLst>
        </pc:spChg>
      </pc:sldChg>
      <pc:sldChg chg="modSp del mod modNotesTx">
        <pc:chgData name="Yuriy Zabolotnyuk" userId="5293f801-6ede-4669-8a17-9af1adeb069e" providerId="ADAL" clId="{9C72D551-62FB-5E3D-901C-9F32929520A9}" dt="2026-07-07T20:22:34.638" v="1996" actId="20577"/>
        <pc:sldMkLst>
          <pc:docMk/>
          <pc:sldMk cId="0" sldId="264"/>
        </pc:sldMkLst>
        <pc:spChg chg="mod">
          <ac:chgData name="Yuriy Zabolotnyuk" userId="5293f801-6ede-4669-8a17-9af1adeb069e" providerId="ADAL" clId="{9C72D551-62FB-5E3D-901C-9F32929520A9}" dt="2026-07-07T19:38:51.147" v="1717" actId="27636"/>
          <ac:spMkLst>
            <pc:docMk/>
            <pc:sldMk cId="0" sldId="264"/>
            <ac:spMk id="2" creationId="{00000000-0000-0000-0000-000000000000}"/>
          </ac:spMkLst>
        </pc:spChg>
      </pc:sldChg>
      <pc:sldChg chg="modSp del mod">
        <pc:chgData name="Yuriy Zabolotnyuk" userId="5293f801-6ede-4669-8a17-9af1adeb069e" providerId="ADAL" clId="{9C72D551-62FB-5E3D-901C-9F32929520A9}" dt="2026-07-07T19:38:51.164" v="1718" actId="27636"/>
        <pc:sldMkLst>
          <pc:docMk/>
          <pc:sldMk cId="0" sldId="265"/>
        </pc:sldMkLst>
        <pc:spChg chg="mod">
          <ac:chgData name="Yuriy Zabolotnyuk" userId="5293f801-6ede-4669-8a17-9af1adeb069e" providerId="ADAL" clId="{9C72D551-62FB-5E3D-901C-9F32929520A9}" dt="2026-07-07T19:38:51.164" v="1718" actId="27636"/>
          <ac:spMkLst>
            <pc:docMk/>
            <pc:sldMk cId="0" sldId="265"/>
            <ac:spMk id="4018" creationId="{00000000-0000-0000-0000-000000000000}"/>
          </ac:spMkLst>
        </pc:spChg>
      </pc:sldChg>
      <pc:sldChg chg="modSp del mod">
        <pc:chgData name="Yuriy Zabolotnyuk" userId="5293f801-6ede-4669-8a17-9af1adeb069e" providerId="ADAL" clId="{9C72D551-62FB-5E3D-901C-9F32929520A9}" dt="2026-07-07T19:38:51.181" v="1719" actId="27636"/>
        <pc:sldMkLst>
          <pc:docMk/>
          <pc:sldMk cId="0" sldId="266"/>
        </pc:sldMkLst>
        <pc:spChg chg="mod">
          <ac:chgData name="Yuriy Zabolotnyuk" userId="5293f801-6ede-4669-8a17-9af1adeb069e" providerId="ADAL" clId="{9C72D551-62FB-5E3D-901C-9F32929520A9}" dt="2026-07-07T19:38:51.181" v="1719" actId="27636"/>
          <ac:spMkLst>
            <pc:docMk/>
            <pc:sldMk cId="0" sldId="266"/>
            <ac:spMk id="2" creationId="{00000000-0000-0000-0000-000000000000}"/>
          </ac:spMkLst>
        </pc:spChg>
      </pc:sldChg>
      <pc:sldChg chg="modSp del mod">
        <pc:chgData name="Yuriy Zabolotnyuk" userId="5293f801-6ede-4669-8a17-9af1adeb069e" providerId="ADAL" clId="{9C72D551-62FB-5E3D-901C-9F32929520A9}" dt="2026-07-07T19:38:51.195" v="1720" actId="27636"/>
        <pc:sldMkLst>
          <pc:docMk/>
          <pc:sldMk cId="0" sldId="267"/>
        </pc:sldMkLst>
        <pc:spChg chg="mod">
          <ac:chgData name="Yuriy Zabolotnyuk" userId="5293f801-6ede-4669-8a17-9af1adeb069e" providerId="ADAL" clId="{9C72D551-62FB-5E3D-901C-9F32929520A9}" dt="2026-07-07T19:38:51.195" v="1720" actId="27636"/>
          <ac:spMkLst>
            <pc:docMk/>
            <pc:sldMk cId="0" sldId="267"/>
            <ac:spMk id="4022" creationId="{00000000-0000-0000-0000-000000000000}"/>
          </ac:spMkLst>
        </pc:spChg>
      </pc:sldChg>
      <pc:sldChg chg="modSp del mod">
        <pc:chgData name="Yuriy Zabolotnyuk" userId="5293f801-6ede-4669-8a17-9af1adeb069e" providerId="ADAL" clId="{9C72D551-62FB-5E3D-901C-9F32929520A9}" dt="2026-07-07T19:38:51.209" v="1721" actId="27636"/>
        <pc:sldMkLst>
          <pc:docMk/>
          <pc:sldMk cId="0" sldId="268"/>
        </pc:sldMkLst>
        <pc:spChg chg="mod">
          <ac:chgData name="Yuriy Zabolotnyuk" userId="5293f801-6ede-4669-8a17-9af1adeb069e" providerId="ADAL" clId="{9C72D551-62FB-5E3D-901C-9F32929520A9}" dt="2026-07-07T19:38:51.209" v="1721" actId="27636"/>
          <ac:spMkLst>
            <pc:docMk/>
            <pc:sldMk cId="0" sldId="268"/>
            <ac:spMk id="2" creationId="{00000000-0000-0000-0000-000000000000}"/>
          </ac:spMkLst>
        </pc:spChg>
      </pc:sldChg>
      <pc:sldChg chg="modSp add del mod modNotesTx">
        <pc:chgData name="Yuriy Zabolotnyuk" userId="5293f801-6ede-4669-8a17-9af1adeb069e" providerId="ADAL" clId="{9C72D551-62FB-5E3D-901C-9F32929520A9}" dt="2026-07-07T20:46:08.265" v="2165" actId="27636"/>
        <pc:sldMkLst>
          <pc:docMk/>
          <pc:sldMk cId="0" sldId="269"/>
        </pc:sldMkLst>
        <pc:spChg chg="mod">
          <ac:chgData name="Yuriy Zabolotnyuk" userId="5293f801-6ede-4669-8a17-9af1adeb069e" providerId="ADAL" clId="{9C72D551-62FB-5E3D-901C-9F32929520A9}" dt="2026-07-07T20:46:08.265" v="2165" actId="27636"/>
          <ac:spMkLst>
            <pc:docMk/>
            <pc:sldMk cId="0" sldId="269"/>
            <ac:spMk id="4026" creationId="{00000000-0000-0000-0000-000000000000}"/>
          </ac:spMkLst>
        </pc:spChg>
      </pc:sldChg>
      <pc:sldChg chg="modSp add del mod">
        <pc:chgData name="Yuriy Zabolotnyuk" userId="5293f801-6ede-4669-8a17-9af1adeb069e" providerId="ADAL" clId="{9C72D551-62FB-5E3D-901C-9F32929520A9}" dt="2026-07-07T19:38:51.256" v="1723" actId="27636"/>
        <pc:sldMkLst>
          <pc:docMk/>
          <pc:sldMk cId="0" sldId="270"/>
        </pc:sldMkLst>
        <pc:spChg chg="mod">
          <ac:chgData name="Yuriy Zabolotnyuk" userId="5293f801-6ede-4669-8a17-9af1adeb069e" providerId="ADAL" clId="{9C72D551-62FB-5E3D-901C-9F32929520A9}" dt="2026-07-07T19:38:51.256" v="1723" actId="27636"/>
          <ac:spMkLst>
            <pc:docMk/>
            <pc:sldMk cId="0" sldId="270"/>
            <ac:spMk id="4028" creationId="{00000000-0000-0000-0000-000000000000}"/>
          </ac:spMkLst>
        </pc:spChg>
      </pc:sldChg>
      <pc:sldChg chg="delSp modSp add del mod">
        <pc:chgData name="Yuriy Zabolotnyuk" userId="5293f801-6ede-4669-8a17-9af1adeb069e" providerId="ADAL" clId="{9C72D551-62FB-5E3D-901C-9F32929520A9}" dt="2026-07-07T20:51:17.866" v="2296" actId="2696"/>
        <pc:sldMkLst>
          <pc:docMk/>
          <pc:sldMk cId="0" sldId="271"/>
        </pc:sldMkLst>
        <pc:spChg chg="mod">
          <ac:chgData name="Yuriy Zabolotnyuk" userId="5293f801-6ede-4669-8a17-9af1adeb069e" providerId="ADAL" clId="{9C72D551-62FB-5E3D-901C-9F32929520A9}" dt="2026-07-07T20:51:13.654" v="2295" actId="27636"/>
          <ac:spMkLst>
            <pc:docMk/>
            <pc:sldMk cId="0" sldId="271"/>
            <ac:spMk id="2" creationId="{00000000-0000-0000-0000-000000000000}"/>
          </ac:spMkLst>
        </pc:spChg>
      </pc:sldChg>
      <pc:sldChg chg="add">
        <pc:chgData name="Yuriy Zabolotnyuk" userId="5293f801-6ede-4669-8a17-9af1adeb069e" providerId="ADAL" clId="{9C72D551-62FB-5E3D-901C-9F32929520A9}" dt="2026-07-07T20:51:37.032" v="2297"/>
        <pc:sldMkLst>
          <pc:docMk/>
          <pc:sldMk cId="159339251" sldId="271"/>
        </pc:sldMkLst>
      </pc:sldChg>
      <pc:sldChg chg="delSp modSp add del mod modNotesTx">
        <pc:chgData name="Yuriy Zabolotnyuk" userId="5293f801-6ede-4669-8a17-9af1adeb069e" providerId="ADAL" clId="{9C72D551-62FB-5E3D-901C-9F32929520A9}" dt="2026-07-07T20:51:56.525" v="2298" actId="2696"/>
        <pc:sldMkLst>
          <pc:docMk/>
          <pc:sldMk cId="0" sldId="272"/>
        </pc:sldMkLst>
        <pc:spChg chg="mod">
          <ac:chgData name="Yuriy Zabolotnyuk" userId="5293f801-6ede-4669-8a17-9af1adeb069e" providerId="ADAL" clId="{9C72D551-62FB-5E3D-901C-9F32929520A9}" dt="2026-07-07T20:50:51.615" v="2287" actId="27636"/>
          <ac:spMkLst>
            <pc:docMk/>
            <pc:sldMk cId="0" sldId="272"/>
            <ac:spMk id="2" creationId="{00000000-0000-0000-0000-000000000000}"/>
          </ac:spMkLst>
        </pc:spChg>
        <pc:picChg chg="mod">
          <ac:chgData name="Yuriy Zabolotnyuk" userId="5293f801-6ede-4669-8a17-9af1adeb069e" providerId="ADAL" clId="{9C72D551-62FB-5E3D-901C-9F32929520A9}" dt="2026-07-07T20:50:35.813" v="2275" actId="1076"/>
          <ac:picMkLst>
            <pc:docMk/>
            <pc:sldMk cId="0" sldId="272"/>
            <ac:picMk id="4032" creationId="{00000000-0000-0000-0000-000000000000}"/>
          </ac:picMkLst>
        </pc:picChg>
        <pc:picChg chg="mod">
          <ac:chgData name="Yuriy Zabolotnyuk" userId="5293f801-6ede-4669-8a17-9af1adeb069e" providerId="ADAL" clId="{9C72D551-62FB-5E3D-901C-9F32929520A9}" dt="2026-07-07T20:50:40.876" v="2277" actId="1076"/>
          <ac:picMkLst>
            <pc:docMk/>
            <pc:sldMk cId="0" sldId="272"/>
            <ac:picMk id="4033" creationId="{00000000-0000-0000-0000-000000000000}"/>
          </ac:picMkLst>
        </pc:picChg>
      </pc:sldChg>
      <pc:sldChg chg="add">
        <pc:chgData name="Yuriy Zabolotnyuk" userId="5293f801-6ede-4669-8a17-9af1adeb069e" providerId="ADAL" clId="{9C72D551-62FB-5E3D-901C-9F32929520A9}" dt="2026-07-07T20:52:07.711" v="2299"/>
        <pc:sldMkLst>
          <pc:docMk/>
          <pc:sldMk cId="1176918411" sldId="272"/>
        </pc:sldMkLst>
      </pc:sldChg>
      <pc:sldChg chg="modSp add del mod modNotesTx">
        <pc:chgData name="Yuriy Zabolotnyuk" userId="5293f801-6ede-4669-8a17-9af1adeb069e" providerId="ADAL" clId="{9C72D551-62FB-5E3D-901C-9F32929520A9}" dt="2026-07-07T20:50:13.319" v="2273" actId="27636"/>
        <pc:sldMkLst>
          <pc:docMk/>
          <pc:sldMk cId="0" sldId="273"/>
        </pc:sldMkLst>
        <pc:spChg chg="mod">
          <ac:chgData name="Yuriy Zabolotnyuk" userId="5293f801-6ede-4669-8a17-9af1adeb069e" providerId="ADAL" clId="{9C72D551-62FB-5E3D-901C-9F32929520A9}" dt="2026-07-07T20:50:13.319" v="2273" actId="27636"/>
          <ac:spMkLst>
            <pc:docMk/>
            <pc:sldMk cId="0" sldId="273"/>
            <ac:spMk id="2" creationId="{00000000-0000-0000-0000-000000000000}"/>
          </ac:spMkLst>
        </pc:spChg>
        <pc:picChg chg="mod">
          <ac:chgData name="Yuriy Zabolotnyuk" userId="5293f801-6ede-4669-8a17-9af1adeb069e" providerId="ADAL" clId="{9C72D551-62FB-5E3D-901C-9F32929520A9}" dt="2026-07-07T20:50:05.551" v="2268" actId="1076"/>
          <ac:picMkLst>
            <pc:docMk/>
            <pc:sldMk cId="0" sldId="273"/>
            <ac:picMk id="4034" creationId="{00000000-0000-0000-0000-000000000000}"/>
          </ac:picMkLst>
        </pc:picChg>
      </pc:sldChg>
      <pc:sldChg chg="modSp mod">
        <pc:chgData name="Yuriy Zabolotnyuk" userId="5293f801-6ede-4669-8a17-9af1adeb069e" providerId="ADAL" clId="{9C72D551-62FB-5E3D-901C-9F32929520A9}" dt="2026-07-07T20:46:51.094" v="2190" actId="20577"/>
        <pc:sldMkLst>
          <pc:docMk/>
          <pc:sldMk cId="0" sldId="274"/>
        </pc:sldMkLst>
        <pc:spChg chg="mod">
          <ac:chgData name="Yuriy Zabolotnyuk" userId="5293f801-6ede-4669-8a17-9af1adeb069e" providerId="ADAL" clId="{9C72D551-62FB-5E3D-901C-9F32929520A9}" dt="2026-07-07T20:46:51.094" v="2190" actId="20577"/>
          <ac:spMkLst>
            <pc:docMk/>
            <pc:sldMk cId="0" sldId="274"/>
            <ac:spMk id="2" creationId="{00000000-0000-0000-0000-000000000000}"/>
          </ac:spMkLst>
        </pc:spChg>
      </pc:sldChg>
      <pc:sldChg chg="modSp add del mod">
        <pc:chgData name="Yuriy Zabolotnyuk" userId="5293f801-6ede-4669-8a17-9af1adeb069e" providerId="ADAL" clId="{9C72D551-62FB-5E3D-901C-9F32929520A9}" dt="2026-07-07T20:47:04.511" v="2191" actId="2696"/>
        <pc:sldMkLst>
          <pc:docMk/>
          <pc:sldMk cId="0" sldId="275"/>
        </pc:sldMkLst>
        <pc:spChg chg="mod">
          <ac:chgData name="Yuriy Zabolotnyuk" userId="5293f801-6ede-4669-8a17-9af1adeb069e" providerId="ADAL" clId="{9C72D551-62FB-5E3D-901C-9F32929520A9}" dt="2026-07-07T19:38:51.367" v="1728" actId="27636"/>
          <ac:spMkLst>
            <pc:docMk/>
            <pc:sldMk cId="0" sldId="275"/>
            <ac:spMk id="4038" creationId="{00000000-0000-0000-0000-000000000000}"/>
          </ac:spMkLst>
        </pc:spChg>
      </pc:sldChg>
      <pc:sldChg chg="modSp add del">
        <pc:chgData name="Yuriy Zabolotnyuk" userId="5293f801-6ede-4669-8a17-9af1adeb069e" providerId="ADAL" clId="{9C72D551-62FB-5E3D-901C-9F32929520A9}" dt="2026-07-07T20:47:04.525" v="2192" actId="2696"/>
        <pc:sldMkLst>
          <pc:docMk/>
          <pc:sldMk cId="0" sldId="276"/>
        </pc:sldMkLst>
      </pc:sldChg>
      <pc:sldChg chg="addSp delSp modSp mod modNotesTx">
        <pc:chgData name="Yuriy Zabolotnyuk" userId="5293f801-6ede-4669-8a17-9af1adeb069e" providerId="ADAL" clId="{9C72D551-62FB-5E3D-901C-9F32929520A9}" dt="2026-07-07T20:49:38.678" v="2267" actId="14100"/>
        <pc:sldMkLst>
          <pc:docMk/>
          <pc:sldMk cId="0" sldId="277"/>
        </pc:sldMkLst>
        <pc:spChg chg="mod">
          <ac:chgData name="Yuriy Zabolotnyuk" userId="5293f801-6ede-4669-8a17-9af1adeb069e" providerId="ADAL" clId="{9C72D551-62FB-5E3D-901C-9F32929520A9}" dt="2026-07-07T20:49:04.081" v="2259" actId="20577"/>
          <ac:spMkLst>
            <pc:docMk/>
            <pc:sldMk cId="0" sldId="277"/>
            <ac:spMk id="2" creationId="{00000000-0000-0000-0000-000000000000}"/>
          </ac:spMkLst>
        </pc:spChg>
        <pc:picChg chg="mod">
          <ac:chgData name="Yuriy Zabolotnyuk" userId="5293f801-6ede-4669-8a17-9af1adeb069e" providerId="ADAL" clId="{9C72D551-62FB-5E3D-901C-9F32929520A9}" dt="2026-07-07T20:49:35.015" v="2266" actId="14100"/>
          <ac:picMkLst>
            <pc:docMk/>
            <pc:sldMk cId="0" sldId="277"/>
            <ac:picMk id="4042" creationId="{00000000-0000-0000-0000-000000000000}"/>
          </ac:picMkLst>
        </pc:picChg>
        <pc:picChg chg="mod">
          <ac:chgData name="Yuriy Zabolotnyuk" userId="5293f801-6ede-4669-8a17-9af1adeb069e" providerId="ADAL" clId="{9C72D551-62FB-5E3D-901C-9F32929520A9}" dt="2026-07-07T20:49:30.813" v="2265" actId="1037"/>
          <ac:picMkLst>
            <pc:docMk/>
            <pc:sldMk cId="0" sldId="277"/>
            <ac:picMk id="4043" creationId="{00000000-0000-0000-0000-000000000000}"/>
          </ac:picMkLst>
        </pc:picChg>
        <pc:picChg chg="mod">
          <ac:chgData name="Yuriy Zabolotnyuk" userId="5293f801-6ede-4669-8a17-9af1adeb069e" providerId="ADAL" clId="{9C72D551-62FB-5E3D-901C-9F32929520A9}" dt="2026-07-07T20:49:38.678" v="2267" actId="14100"/>
          <ac:picMkLst>
            <pc:docMk/>
            <pc:sldMk cId="0" sldId="277"/>
            <ac:picMk id="4044" creationId="{00000000-0000-0000-0000-000000000000}"/>
          </ac:picMkLst>
        </pc:picChg>
      </pc:sldChg>
      <pc:sldChg chg="addSp modSp del mod">
        <pc:chgData name="Yuriy Zabolotnyuk" userId="5293f801-6ede-4669-8a17-9af1adeb069e" providerId="ADAL" clId="{9C72D551-62FB-5E3D-901C-9F32929520A9}" dt="2026-07-07T20:47:47.079" v="2211" actId="2696"/>
        <pc:sldMkLst>
          <pc:docMk/>
          <pc:sldMk cId="0" sldId="278"/>
        </pc:sldMkLst>
        <pc:spChg chg="mod">
          <ac:chgData name="Yuriy Zabolotnyuk" userId="5293f801-6ede-4669-8a17-9af1adeb069e" providerId="ADAL" clId="{9C72D551-62FB-5E3D-901C-9F32929520A9}" dt="2026-07-07T19:38:51.402" v="1730" actId="27636"/>
          <ac:spMkLst>
            <pc:docMk/>
            <pc:sldMk cId="0" sldId="278"/>
            <ac:spMk id="4044" creationId="{00000000-0000-0000-0000-000000000000}"/>
          </ac:spMkLst>
        </pc:spChg>
      </pc:sldChg>
      <pc:sldChg chg="modSp add del mod">
        <pc:chgData name="Yuriy Zabolotnyuk" userId="5293f801-6ede-4669-8a17-9af1adeb069e" providerId="ADAL" clId="{9C72D551-62FB-5E3D-901C-9F32929520A9}" dt="2026-07-07T20:47:48.283" v="2212" actId="2696"/>
        <pc:sldMkLst>
          <pc:docMk/>
          <pc:sldMk cId="0" sldId="279"/>
        </pc:sldMkLst>
        <pc:spChg chg="mod">
          <ac:chgData name="Yuriy Zabolotnyuk" userId="5293f801-6ede-4669-8a17-9af1adeb069e" providerId="ADAL" clId="{9C72D551-62FB-5E3D-901C-9F32929520A9}" dt="2026-07-07T19:38:51.430" v="1731" actId="27636"/>
          <ac:spMkLst>
            <pc:docMk/>
            <pc:sldMk cId="0" sldId="279"/>
            <ac:spMk id="4046" creationId="{00000000-0000-0000-0000-000000000000}"/>
          </ac:spMkLst>
        </pc:spChg>
      </pc:sldChg>
      <pc:sldChg chg="addSp delSp modSp del mod">
        <pc:chgData name="Yuriy Zabolotnyuk" userId="5293f801-6ede-4669-8a17-9af1adeb069e" providerId="ADAL" clId="{9C72D551-62FB-5E3D-901C-9F32929520A9}" dt="2026-07-07T20:47:49.385" v="2213" actId="2696"/>
        <pc:sldMkLst>
          <pc:docMk/>
          <pc:sldMk cId="0" sldId="280"/>
        </pc:sldMkLst>
        <pc:spChg chg="mod">
          <ac:chgData name="Yuriy Zabolotnyuk" userId="5293f801-6ede-4669-8a17-9af1adeb069e" providerId="ADAL" clId="{9C72D551-62FB-5E3D-901C-9F32929520A9}" dt="2026-07-07T19:38:51.439" v="1732" actId="27636"/>
          <ac:spMkLst>
            <pc:docMk/>
            <pc:sldMk cId="0" sldId="280"/>
            <ac:spMk id="4048" creationId="{00000000-0000-0000-0000-000000000000}"/>
          </ac:spMkLst>
        </pc:spChg>
      </pc:sldChg>
      <pc:sldChg chg="modSp del mod">
        <pc:chgData name="Yuriy Zabolotnyuk" userId="5293f801-6ede-4669-8a17-9af1adeb069e" providerId="ADAL" clId="{9C72D551-62FB-5E3D-901C-9F32929520A9}" dt="2026-07-07T20:52:19.876" v="2300" actId="2696"/>
        <pc:sldMkLst>
          <pc:docMk/>
          <pc:sldMk cId="0" sldId="281"/>
        </pc:sldMkLst>
        <pc:spChg chg="mod">
          <ac:chgData name="Yuriy Zabolotnyuk" userId="5293f801-6ede-4669-8a17-9af1adeb069e" providerId="ADAL" clId="{9C72D551-62FB-5E3D-901C-9F32929520A9}" dt="2026-07-07T20:48:31.233" v="2222" actId="27636"/>
          <ac:spMkLst>
            <pc:docMk/>
            <pc:sldMk cId="0" sldId="281"/>
            <ac:spMk id="4050" creationId="{00000000-0000-0000-0000-000000000000}"/>
          </ac:spMkLst>
        </pc:spChg>
      </pc:sldChg>
      <pc:sldChg chg="modSp mod ord modNotesTx">
        <pc:chgData name="Yuriy Zabolotnyuk" userId="5293f801-6ede-4669-8a17-9af1adeb069e" providerId="ADAL" clId="{9C72D551-62FB-5E3D-901C-9F32929520A9}" dt="2026-07-07T20:48:45.561" v="2223" actId="20578"/>
        <pc:sldMkLst>
          <pc:docMk/>
          <pc:sldMk cId="0" sldId="282"/>
        </pc:sldMkLst>
        <pc:spChg chg="mod">
          <ac:chgData name="Yuriy Zabolotnyuk" userId="5293f801-6ede-4669-8a17-9af1adeb069e" providerId="ADAL" clId="{9C72D551-62FB-5E3D-901C-9F32929520A9}" dt="2026-07-07T20:48:10.921" v="2218" actId="27636"/>
          <ac:spMkLst>
            <pc:docMk/>
            <pc:sldMk cId="0" sldId="282"/>
            <ac:spMk id="4052" creationId="{00000000-0000-0000-0000-000000000000}"/>
          </ac:spMkLst>
        </pc:spChg>
      </pc:sldChg>
      <pc:sldChg chg="modSp add mod">
        <pc:chgData name="Yuriy Zabolotnyuk" userId="5293f801-6ede-4669-8a17-9af1adeb069e" providerId="ADAL" clId="{9C72D551-62FB-5E3D-901C-9F32929520A9}" dt="2026-07-07T19:40:53.188" v="1749" actId="403"/>
        <pc:sldMkLst>
          <pc:docMk/>
          <pc:sldMk cId="2961121699" sldId="283"/>
        </pc:sldMkLst>
        <pc:spChg chg="mod">
          <ac:chgData name="Yuriy Zabolotnyuk" userId="5293f801-6ede-4669-8a17-9af1adeb069e" providerId="ADAL" clId="{9C72D551-62FB-5E3D-901C-9F32929520A9}" dt="2026-07-07T19:40:37.802" v="1746"/>
          <ac:spMkLst>
            <pc:docMk/>
            <pc:sldMk cId="2961121699" sldId="283"/>
            <ac:spMk id="4003" creationId="{00ACC9DD-9342-0204-1100-4E292C803820}"/>
          </ac:spMkLst>
        </pc:spChg>
        <pc:spChg chg="mod">
          <ac:chgData name="Yuriy Zabolotnyuk" userId="5293f801-6ede-4669-8a17-9af1adeb069e" providerId="ADAL" clId="{9C72D551-62FB-5E3D-901C-9F32929520A9}" dt="2026-07-07T19:40:53.188" v="1749" actId="403"/>
          <ac:spMkLst>
            <pc:docMk/>
            <pc:sldMk cId="2961121699" sldId="283"/>
            <ac:spMk id="4004" creationId="{487EBCE3-EF56-C9B2-34D3-023085324C0A}"/>
          </ac:spMkLst>
        </pc:spChg>
      </pc:sldChg>
      <pc:sldChg chg="modSp add mod modNotesTx">
        <pc:chgData name="Yuriy Zabolotnyuk" userId="5293f801-6ede-4669-8a17-9af1adeb069e" providerId="ADAL" clId="{9C72D551-62FB-5E3D-901C-9F32929520A9}" dt="2026-07-07T19:45:49.825" v="1817" actId="20577"/>
        <pc:sldMkLst>
          <pc:docMk/>
          <pc:sldMk cId="3179774661" sldId="284"/>
        </pc:sldMkLst>
        <pc:spChg chg="mod">
          <ac:chgData name="Yuriy Zabolotnyuk" userId="5293f801-6ede-4669-8a17-9af1adeb069e" providerId="ADAL" clId="{9C72D551-62FB-5E3D-901C-9F32929520A9}" dt="2026-07-07T19:43:59.159" v="1793" actId="20577"/>
          <ac:spMkLst>
            <pc:docMk/>
            <pc:sldMk cId="3179774661" sldId="284"/>
            <ac:spMk id="4009" creationId="{1C8130A3-10AE-B1F0-109E-70477437160A}"/>
          </ac:spMkLst>
        </pc:spChg>
        <pc:spChg chg="mod">
          <ac:chgData name="Yuriy Zabolotnyuk" userId="5293f801-6ede-4669-8a17-9af1adeb069e" providerId="ADAL" clId="{9C72D551-62FB-5E3D-901C-9F32929520A9}" dt="2026-07-07T19:42:51.209" v="1787" actId="20577"/>
          <ac:spMkLst>
            <pc:docMk/>
            <pc:sldMk cId="3179774661" sldId="284"/>
            <ac:spMk id="4010" creationId="{B49FF94A-DAC6-2A53-25FC-60331DDA6D90}"/>
          </ac:spMkLst>
        </pc:spChg>
      </pc:sldChg>
      <pc:sldChg chg="modSp add mod modNotesTx">
        <pc:chgData name="Yuriy Zabolotnyuk" userId="5293f801-6ede-4669-8a17-9af1adeb069e" providerId="ADAL" clId="{9C72D551-62FB-5E3D-901C-9F32929520A9}" dt="2026-07-07T19:45:47.266" v="1816" actId="20577"/>
        <pc:sldMkLst>
          <pc:docMk/>
          <pc:sldMk cId="1962432757" sldId="285"/>
        </pc:sldMkLst>
        <pc:spChg chg="mod">
          <ac:chgData name="Yuriy Zabolotnyuk" userId="5293f801-6ede-4669-8a17-9af1adeb069e" providerId="ADAL" clId="{9C72D551-62FB-5E3D-901C-9F32929520A9}" dt="2026-07-07T19:43:56.002" v="1792" actId="20577"/>
          <ac:spMkLst>
            <pc:docMk/>
            <pc:sldMk cId="1962432757" sldId="285"/>
            <ac:spMk id="4009" creationId="{2FA3EFF2-144E-322B-647F-54A20E359915}"/>
          </ac:spMkLst>
        </pc:spChg>
        <pc:spChg chg="mod">
          <ac:chgData name="Yuriy Zabolotnyuk" userId="5293f801-6ede-4669-8a17-9af1adeb069e" providerId="ADAL" clId="{9C72D551-62FB-5E3D-901C-9F32929520A9}" dt="2026-07-07T19:44:16.492" v="1800" actId="404"/>
          <ac:spMkLst>
            <pc:docMk/>
            <pc:sldMk cId="1962432757" sldId="285"/>
            <ac:spMk id="4010" creationId="{A0F89FD2-B5ED-A2BC-0004-3625B76455CA}"/>
          </ac:spMkLst>
        </pc:spChg>
      </pc:sldChg>
      <pc:sldChg chg="addSp delSp modSp add mod modNotesTx">
        <pc:chgData name="Yuriy Zabolotnyuk" userId="5293f801-6ede-4669-8a17-9af1adeb069e" providerId="ADAL" clId="{9C72D551-62FB-5E3D-901C-9F32929520A9}" dt="2026-07-07T19:45:44.431" v="1815" actId="20577"/>
        <pc:sldMkLst>
          <pc:docMk/>
          <pc:sldMk cId="3347144828" sldId="286"/>
        </pc:sldMkLst>
        <pc:spChg chg="mod">
          <ac:chgData name="Yuriy Zabolotnyuk" userId="5293f801-6ede-4669-8a17-9af1adeb069e" providerId="ADAL" clId="{9C72D551-62FB-5E3D-901C-9F32929520A9}" dt="2026-07-07T19:45:10.604" v="1814" actId="113"/>
          <ac:spMkLst>
            <pc:docMk/>
            <pc:sldMk cId="3347144828" sldId="286"/>
            <ac:spMk id="4009" creationId="{0D84A1CE-8633-D6E5-05E0-1FC9F5E881E9}"/>
          </ac:spMkLst>
        </pc:spChg>
        <pc:spChg chg="del mod">
          <ac:chgData name="Yuriy Zabolotnyuk" userId="5293f801-6ede-4669-8a17-9af1adeb069e" providerId="ADAL" clId="{9C72D551-62FB-5E3D-901C-9F32929520A9}" dt="2026-07-07T19:44:35.011" v="1803" actId="478"/>
          <ac:spMkLst>
            <pc:docMk/>
            <pc:sldMk cId="3347144828" sldId="286"/>
            <ac:spMk id="4010" creationId="{102595A1-C9DD-0DD5-08E6-27C63CEAC3F2}"/>
          </ac:spMkLst>
        </pc:spChg>
        <pc:picChg chg="add mod">
          <ac:chgData name="Yuriy Zabolotnyuk" userId="5293f801-6ede-4669-8a17-9af1adeb069e" providerId="ADAL" clId="{9C72D551-62FB-5E3D-901C-9F32929520A9}" dt="2026-07-07T19:44:49.184" v="1809" actId="1076"/>
          <ac:picMkLst>
            <pc:docMk/>
            <pc:sldMk cId="3347144828" sldId="286"/>
            <ac:picMk id="2" creationId="{58BF05FC-DECE-0510-77A5-861019B07808}"/>
          </ac:picMkLst>
        </pc:picChg>
      </pc:sldChg>
      <pc:sldChg chg="addSp delSp modSp add mod">
        <pc:chgData name="Yuriy Zabolotnyuk" userId="5293f801-6ede-4669-8a17-9af1adeb069e" providerId="ADAL" clId="{9C72D551-62FB-5E3D-901C-9F32929520A9}" dt="2026-07-07T19:46:42.401" v="1825" actId="22"/>
        <pc:sldMkLst>
          <pc:docMk/>
          <pc:sldMk cId="3944570359" sldId="287"/>
        </pc:sldMkLst>
        <pc:spChg chg="add del">
          <ac:chgData name="Yuriy Zabolotnyuk" userId="5293f801-6ede-4669-8a17-9af1adeb069e" providerId="ADAL" clId="{9C72D551-62FB-5E3D-901C-9F32929520A9}" dt="2026-07-07T19:46:42.401" v="1825" actId="22"/>
          <ac:spMkLst>
            <pc:docMk/>
            <pc:sldMk cId="3944570359" sldId="287"/>
            <ac:spMk id="3" creationId="{C35230BA-AFF2-E36D-D472-6665436B78CD}"/>
          </ac:spMkLst>
        </pc:spChg>
        <pc:spChg chg="mod">
          <ac:chgData name="Yuriy Zabolotnyuk" userId="5293f801-6ede-4669-8a17-9af1adeb069e" providerId="ADAL" clId="{9C72D551-62FB-5E3D-901C-9F32929520A9}" dt="2026-07-07T19:46:19.408" v="1821" actId="113"/>
          <ac:spMkLst>
            <pc:docMk/>
            <pc:sldMk cId="3944570359" sldId="287"/>
            <ac:spMk id="4009" creationId="{3D773C55-1DC8-F220-1C89-5B4C7BCD7058}"/>
          </ac:spMkLst>
        </pc:spChg>
        <pc:spChg chg="mod">
          <ac:chgData name="Yuriy Zabolotnyuk" userId="5293f801-6ede-4669-8a17-9af1adeb069e" providerId="ADAL" clId="{9C72D551-62FB-5E3D-901C-9F32929520A9}" dt="2026-07-07T19:46:26.973" v="1823"/>
          <ac:spMkLst>
            <pc:docMk/>
            <pc:sldMk cId="3944570359" sldId="287"/>
            <ac:spMk id="4010" creationId="{586AA44F-BBC2-A7D7-9B84-C40B9984B1AB}"/>
          </ac:spMkLst>
        </pc:spChg>
      </pc:sldChg>
      <pc:sldChg chg="addSp delSp modSp add mod">
        <pc:chgData name="Yuriy Zabolotnyuk" userId="5293f801-6ede-4669-8a17-9af1adeb069e" providerId="ADAL" clId="{9C72D551-62FB-5E3D-901C-9F32929520A9}" dt="2026-07-07T19:47:49.057" v="1837" actId="1076"/>
        <pc:sldMkLst>
          <pc:docMk/>
          <pc:sldMk cId="2198556502" sldId="288"/>
        </pc:sldMkLst>
        <pc:spChg chg="add del mod">
          <ac:chgData name="Yuriy Zabolotnyuk" userId="5293f801-6ede-4669-8a17-9af1adeb069e" providerId="ADAL" clId="{9C72D551-62FB-5E3D-901C-9F32929520A9}" dt="2026-07-07T19:47:07.908" v="1831" actId="478"/>
          <ac:spMkLst>
            <pc:docMk/>
            <pc:sldMk cId="2198556502" sldId="288"/>
            <ac:spMk id="3" creationId="{BABD16DC-AA5F-6895-163B-512404D694C5}"/>
          </ac:spMkLst>
        </pc:spChg>
        <pc:spChg chg="mod">
          <ac:chgData name="Yuriy Zabolotnyuk" userId="5293f801-6ede-4669-8a17-9af1adeb069e" providerId="ADAL" clId="{9C72D551-62FB-5E3D-901C-9F32929520A9}" dt="2026-07-07T19:47:49.057" v="1837" actId="1076"/>
          <ac:spMkLst>
            <pc:docMk/>
            <pc:sldMk cId="2198556502" sldId="288"/>
            <ac:spMk id="6" creationId="{D4B3D4BC-53F3-D17E-553B-766990CB3690}"/>
          </ac:spMkLst>
        </pc:spChg>
        <pc:spChg chg="mod">
          <ac:chgData name="Yuriy Zabolotnyuk" userId="5293f801-6ede-4669-8a17-9af1adeb069e" providerId="ADAL" clId="{9C72D551-62FB-5E3D-901C-9F32929520A9}" dt="2026-07-07T19:47:49.057" v="1837" actId="1076"/>
          <ac:spMkLst>
            <pc:docMk/>
            <pc:sldMk cId="2198556502" sldId="288"/>
            <ac:spMk id="7" creationId="{BCDE522E-7C00-AA6F-E412-7FC1826BC372}"/>
          </ac:spMkLst>
        </pc:spChg>
        <pc:spChg chg="mod">
          <ac:chgData name="Yuriy Zabolotnyuk" userId="5293f801-6ede-4669-8a17-9af1adeb069e" providerId="ADAL" clId="{9C72D551-62FB-5E3D-901C-9F32929520A9}" dt="2026-07-07T19:47:49.057" v="1837" actId="1076"/>
          <ac:spMkLst>
            <pc:docMk/>
            <pc:sldMk cId="2198556502" sldId="288"/>
            <ac:spMk id="9" creationId="{CFCFB474-4B1D-0D5B-B255-94645934F9C2}"/>
          </ac:spMkLst>
        </pc:spChg>
        <pc:spChg chg="mod">
          <ac:chgData name="Yuriy Zabolotnyuk" userId="5293f801-6ede-4669-8a17-9af1adeb069e" providerId="ADAL" clId="{9C72D551-62FB-5E3D-901C-9F32929520A9}" dt="2026-07-07T19:47:49.057" v="1837" actId="1076"/>
          <ac:spMkLst>
            <pc:docMk/>
            <pc:sldMk cId="2198556502" sldId="288"/>
            <ac:spMk id="10" creationId="{D1B42165-18D2-E048-F962-CC469B4BBFCA}"/>
          </ac:spMkLst>
        </pc:spChg>
        <pc:spChg chg="mod">
          <ac:chgData name="Yuriy Zabolotnyuk" userId="5293f801-6ede-4669-8a17-9af1adeb069e" providerId="ADAL" clId="{9C72D551-62FB-5E3D-901C-9F32929520A9}" dt="2026-07-07T19:47:49.057" v="1837" actId="1076"/>
          <ac:spMkLst>
            <pc:docMk/>
            <pc:sldMk cId="2198556502" sldId="288"/>
            <ac:spMk id="13" creationId="{42560B04-AB43-13E3-961F-E9589DEC29C9}"/>
          </ac:spMkLst>
        </pc:spChg>
        <pc:spChg chg="mod">
          <ac:chgData name="Yuriy Zabolotnyuk" userId="5293f801-6ede-4669-8a17-9af1adeb069e" providerId="ADAL" clId="{9C72D551-62FB-5E3D-901C-9F32929520A9}" dt="2026-07-07T19:47:49.057" v="1837" actId="1076"/>
          <ac:spMkLst>
            <pc:docMk/>
            <pc:sldMk cId="2198556502" sldId="288"/>
            <ac:spMk id="14" creationId="{096DDE19-1DC3-3EFD-DD35-58F04B2A1C8C}"/>
          </ac:spMkLst>
        </pc:spChg>
        <pc:spChg chg="mod">
          <ac:chgData name="Yuriy Zabolotnyuk" userId="5293f801-6ede-4669-8a17-9af1adeb069e" providerId="ADAL" clId="{9C72D551-62FB-5E3D-901C-9F32929520A9}" dt="2026-07-07T19:47:49.057" v="1837" actId="1076"/>
          <ac:spMkLst>
            <pc:docMk/>
            <pc:sldMk cId="2198556502" sldId="288"/>
            <ac:spMk id="16" creationId="{24C42762-4B8F-8FC8-085A-4AFAA9E34DF2}"/>
          </ac:spMkLst>
        </pc:spChg>
        <pc:spChg chg="mod">
          <ac:chgData name="Yuriy Zabolotnyuk" userId="5293f801-6ede-4669-8a17-9af1adeb069e" providerId="ADAL" clId="{9C72D551-62FB-5E3D-901C-9F32929520A9}" dt="2026-07-07T19:47:49.057" v="1837" actId="1076"/>
          <ac:spMkLst>
            <pc:docMk/>
            <pc:sldMk cId="2198556502" sldId="288"/>
            <ac:spMk id="17" creationId="{1619D2E8-A0DF-F5C8-AC87-C60EBEC8880F}"/>
          </ac:spMkLst>
        </pc:spChg>
        <pc:spChg chg="mod">
          <ac:chgData name="Yuriy Zabolotnyuk" userId="5293f801-6ede-4669-8a17-9af1adeb069e" providerId="ADAL" clId="{9C72D551-62FB-5E3D-901C-9F32929520A9}" dt="2026-07-07T19:47:49.057" v="1837" actId="1076"/>
          <ac:spMkLst>
            <pc:docMk/>
            <pc:sldMk cId="2198556502" sldId="288"/>
            <ac:spMk id="20" creationId="{A73EFD90-A583-84E4-AEF1-3C6C4621C3F1}"/>
          </ac:spMkLst>
        </pc:spChg>
        <pc:spChg chg="mod">
          <ac:chgData name="Yuriy Zabolotnyuk" userId="5293f801-6ede-4669-8a17-9af1adeb069e" providerId="ADAL" clId="{9C72D551-62FB-5E3D-901C-9F32929520A9}" dt="2026-07-07T19:47:49.057" v="1837" actId="1076"/>
          <ac:spMkLst>
            <pc:docMk/>
            <pc:sldMk cId="2198556502" sldId="288"/>
            <ac:spMk id="21" creationId="{5D21D368-49E6-7320-19A0-4D8FDA663259}"/>
          </ac:spMkLst>
        </pc:spChg>
        <pc:spChg chg="mod">
          <ac:chgData name="Yuriy Zabolotnyuk" userId="5293f801-6ede-4669-8a17-9af1adeb069e" providerId="ADAL" clId="{9C72D551-62FB-5E3D-901C-9F32929520A9}" dt="2026-07-07T19:47:02.612" v="1829" actId="113"/>
          <ac:spMkLst>
            <pc:docMk/>
            <pc:sldMk cId="2198556502" sldId="288"/>
            <ac:spMk id="4009" creationId="{0CA2BA67-4EB4-CFA1-B60E-CF8B596F1DD1}"/>
          </ac:spMkLst>
        </pc:spChg>
        <pc:spChg chg="del">
          <ac:chgData name="Yuriy Zabolotnyuk" userId="5293f801-6ede-4669-8a17-9af1adeb069e" providerId="ADAL" clId="{9C72D551-62FB-5E3D-901C-9F32929520A9}" dt="2026-07-07T19:47:05.245" v="1830" actId="478"/>
          <ac:spMkLst>
            <pc:docMk/>
            <pc:sldMk cId="2198556502" sldId="288"/>
            <ac:spMk id="4010" creationId="{A2C6C65A-C12D-F565-5271-26700AED67E4}"/>
          </ac:spMkLst>
        </pc:spChg>
      </pc:sldChg>
      <pc:sldChg chg="modSp add mod">
        <pc:chgData name="Yuriy Zabolotnyuk" userId="5293f801-6ede-4669-8a17-9af1adeb069e" providerId="ADAL" clId="{9C72D551-62FB-5E3D-901C-9F32929520A9}" dt="2026-07-07T19:49:41.109" v="1878" actId="14100"/>
        <pc:sldMkLst>
          <pc:docMk/>
          <pc:sldMk cId="3126242997" sldId="289"/>
        </pc:sldMkLst>
        <pc:spChg chg="mod">
          <ac:chgData name="Yuriy Zabolotnyuk" userId="5293f801-6ede-4669-8a17-9af1adeb069e" providerId="ADAL" clId="{9C72D551-62FB-5E3D-901C-9F32929520A9}" dt="2026-07-07T19:48:18.928" v="1841" actId="113"/>
          <ac:spMkLst>
            <pc:docMk/>
            <pc:sldMk cId="3126242997" sldId="289"/>
            <ac:spMk id="4009" creationId="{BD390D70-D38F-61D9-7B75-9DB8B220E4D2}"/>
          </ac:spMkLst>
        </pc:spChg>
        <pc:spChg chg="mod">
          <ac:chgData name="Yuriy Zabolotnyuk" userId="5293f801-6ede-4669-8a17-9af1adeb069e" providerId="ADAL" clId="{9C72D551-62FB-5E3D-901C-9F32929520A9}" dt="2026-07-07T19:49:41.109" v="1878" actId="14100"/>
          <ac:spMkLst>
            <pc:docMk/>
            <pc:sldMk cId="3126242997" sldId="289"/>
            <ac:spMk id="4010" creationId="{A3BD5F07-307B-85B8-0AAA-F1829ED9C0DB}"/>
          </ac:spMkLst>
        </pc:spChg>
      </pc:sldChg>
      <pc:sldChg chg="addSp modSp add mod">
        <pc:chgData name="Yuriy Zabolotnyuk" userId="5293f801-6ede-4669-8a17-9af1adeb069e" providerId="ADAL" clId="{9C72D551-62FB-5E3D-901C-9F32929520A9}" dt="2026-07-07T19:51:07.524" v="1887"/>
        <pc:sldMkLst>
          <pc:docMk/>
          <pc:sldMk cId="1109179012" sldId="290"/>
        </pc:sldMkLst>
        <pc:spChg chg="mod">
          <ac:chgData name="Yuriy Zabolotnyuk" userId="5293f801-6ede-4669-8a17-9af1adeb069e" providerId="ADAL" clId="{9C72D551-62FB-5E3D-901C-9F32929520A9}" dt="2026-07-07T19:50:33.449" v="1883" actId="113"/>
          <ac:spMkLst>
            <pc:docMk/>
            <pc:sldMk cId="1109179012" sldId="290"/>
            <ac:spMk id="4009" creationId="{A8CBC274-6F80-93C3-5A59-CE3F8D32DF5D}"/>
          </ac:spMkLst>
        </pc:spChg>
        <pc:spChg chg="mod">
          <ac:chgData name="Yuriy Zabolotnyuk" userId="5293f801-6ede-4669-8a17-9af1adeb069e" providerId="ADAL" clId="{9C72D551-62FB-5E3D-901C-9F32929520A9}" dt="2026-07-07T19:50:47.596" v="1885"/>
          <ac:spMkLst>
            <pc:docMk/>
            <pc:sldMk cId="1109179012" sldId="290"/>
            <ac:spMk id="4010" creationId="{CEB4013F-2A60-224D-6B32-88EFA7C6FC41}"/>
          </ac:spMkLst>
        </pc:spChg>
        <pc:graphicFrameChg chg="add mod">
          <ac:chgData name="Yuriy Zabolotnyuk" userId="5293f801-6ede-4669-8a17-9af1adeb069e" providerId="ADAL" clId="{9C72D551-62FB-5E3D-901C-9F32929520A9}" dt="2026-07-07T19:50:52.454" v="1886"/>
          <ac:graphicFrameMkLst>
            <pc:docMk/>
            <pc:sldMk cId="1109179012" sldId="290"/>
            <ac:graphicFrameMk id="2" creationId="{BB4A73E2-839F-5037-0BFD-525DD8B070DE}"/>
          </ac:graphicFrameMkLst>
        </pc:graphicFrameChg>
        <pc:graphicFrameChg chg="add mod">
          <ac:chgData name="Yuriy Zabolotnyuk" userId="5293f801-6ede-4669-8a17-9af1adeb069e" providerId="ADAL" clId="{9C72D551-62FB-5E3D-901C-9F32929520A9}" dt="2026-07-07T19:51:07.524" v="1887"/>
          <ac:graphicFrameMkLst>
            <pc:docMk/>
            <pc:sldMk cId="1109179012" sldId="290"/>
            <ac:graphicFrameMk id="3" creationId="{B24F5357-C33B-953D-96C3-370A33F4A5FB}"/>
          </ac:graphicFrameMkLst>
        </pc:graphicFrameChg>
      </pc:sldChg>
      <pc:sldChg chg="addSp delSp modSp add mod">
        <pc:chgData name="Yuriy Zabolotnyuk" userId="5293f801-6ede-4669-8a17-9af1adeb069e" providerId="ADAL" clId="{9C72D551-62FB-5E3D-901C-9F32929520A9}" dt="2026-07-07T19:51:44.469" v="1896" actId="14100"/>
        <pc:sldMkLst>
          <pc:docMk/>
          <pc:sldMk cId="3747589682" sldId="291"/>
        </pc:sldMkLst>
        <pc:spChg chg="mod">
          <ac:chgData name="Yuriy Zabolotnyuk" userId="5293f801-6ede-4669-8a17-9af1adeb069e" providerId="ADAL" clId="{9C72D551-62FB-5E3D-901C-9F32929520A9}" dt="2026-07-07T19:51:27.407" v="1891" actId="113"/>
          <ac:spMkLst>
            <pc:docMk/>
            <pc:sldMk cId="3747589682" sldId="291"/>
            <ac:spMk id="4009" creationId="{4CEFBFCF-BD3F-ABE2-4BA0-2081FA16155D}"/>
          </ac:spMkLst>
        </pc:spChg>
        <pc:spChg chg="mod">
          <ac:chgData name="Yuriy Zabolotnyuk" userId="5293f801-6ede-4669-8a17-9af1adeb069e" providerId="ADAL" clId="{9C72D551-62FB-5E3D-901C-9F32929520A9}" dt="2026-07-07T19:51:36.685" v="1893"/>
          <ac:spMkLst>
            <pc:docMk/>
            <pc:sldMk cId="3747589682" sldId="291"/>
            <ac:spMk id="4010" creationId="{14256BC8-3266-8174-7C75-EC59F8F93A24}"/>
          </ac:spMkLst>
        </pc:spChg>
        <pc:graphicFrameChg chg="del">
          <ac:chgData name="Yuriy Zabolotnyuk" userId="5293f801-6ede-4669-8a17-9af1adeb069e" providerId="ADAL" clId="{9C72D551-62FB-5E3D-901C-9F32929520A9}" dt="2026-07-07T19:51:29.574" v="1892" actId="478"/>
          <ac:graphicFrameMkLst>
            <pc:docMk/>
            <pc:sldMk cId="3747589682" sldId="291"/>
            <ac:graphicFrameMk id="2" creationId="{49EA3988-7EA4-CE9D-11D2-CA2E38B6547E}"/>
          </ac:graphicFrameMkLst>
        </pc:graphicFrameChg>
        <pc:graphicFrameChg chg="add mod">
          <ac:chgData name="Yuriy Zabolotnyuk" userId="5293f801-6ede-4669-8a17-9af1adeb069e" providerId="ADAL" clId="{9C72D551-62FB-5E3D-901C-9F32929520A9}" dt="2026-07-07T19:51:44.469" v="1896" actId="14100"/>
          <ac:graphicFrameMkLst>
            <pc:docMk/>
            <pc:sldMk cId="3747589682" sldId="291"/>
            <ac:graphicFrameMk id="3" creationId="{01F45DBE-ECA7-FF97-9751-1E44432F8BFA}"/>
          </ac:graphicFrameMkLst>
        </pc:graphicFrameChg>
      </pc:sldChg>
      <pc:sldChg chg="add">
        <pc:chgData name="Yuriy Zabolotnyuk" userId="5293f801-6ede-4669-8a17-9af1adeb069e" providerId="ADAL" clId="{9C72D551-62FB-5E3D-901C-9F32929520A9}" dt="2026-07-07T19:57:39.190" v="1942"/>
        <pc:sldMkLst>
          <pc:docMk/>
          <pc:sldMk cId="166692852" sldId="292"/>
        </pc:sldMkLst>
      </pc:sldChg>
      <pc:sldChg chg="delSp modSp add del mod">
        <pc:chgData name="Yuriy Zabolotnyuk" userId="5293f801-6ede-4669-8a17-9af1adeb069e" providerId="ADAL" clId="{9C72D551-62FB-5E3D-901C-9F32929520A9}" dt="2026-07-07T19:57:32.056" v="1941" actId="2696"/>
        <pc:sldMkLst>
          <pc:docMk/>
          <pc:sldMk cId="3716113037" sldId="292"/>
        </pc:sldMkLst>
        <pc:spChg chg="mod">
          <ac:chgData name="Yuriy Zabolotnyuk" userId="5293f801-6ede-4669-8a17-9af1adeb069e" providerId="ADAL" clId="{9C72D551-62FB-5E3D-901C-9F32929520A9}" dt="2026-07-07T19:52:50.257" v="1903" actId="113"/>
          <ac:spMkLst>
            <pc:docMk/>
            <pc:sldMk cId="3716113037" sldId="292"/>
            <ac:spMk id="4009" creationId="{8C2BFB1D-2EDF-FD1B-17EA-7D2EB0EF4DF4}"/>
          </ac:spMkLst>
        </pc:spChg>
        <pc:spChg chg="mod">
          <ac:chgData name="Yuriy Zabolotnyuk" userId="5293f801-6ede-4669-8a17-9af1adeb069e" providerId="ADAL" clId="{9C72D551-62FB-5E3D-901C-9F32929520A9}" dt="2026-07-07T19:53:05.520" v="1905" actId="20577"/>
          <ac:spMkLst>
            <pc:docMk/>
            <pc:sldMk cId="3716113037" sldId="292"/>
            <ac:spMk id="4010" creationId="{ACF4C8D4-AAA0-88A4-5C6D-B14A8AB922C0}"/>
          </ac:spMkLst>
        </pc:spChg>
        <pc:graphicFrameChg chg="del">
          <ac:chgData name="Yuriy Zabolotnyuk" userId="5293f801-6ede-4669-8a17-9af1adeb069e" providerId="ADAL" clId="{9C72D551-62FB-5E3D-901C-9F32929520A9}" dt="2026-07-07T19:52:21.596" v="1898" actId="478"/>
          <ac:graphicFrameMkLst>
            <pc:docMk/>
            <pc:sldMk cId="3716113037" sldId="292"/>
            <ac:graphicFrameMk id="3" creationId="{9598C74C-E8C3-F410-7C6C-030A977DF504}"/>
          </ac:graphicFrameMkLst>
        </pc:graphicFrameChg>
      </pc:sldChg>
      <pc:sldChg chg="addSp delSp modSp add mod">
        <pc:chgData name="Yuriy Zabolotnyuk" userId="5293f801-6ede-4669-8a17-9af1adeb069e" providerId="ADAL" clId="{9C72D551-62FB-5E3D-901C-9F32929520A9}" dt="2026-07-07T19:55:11.334" v="1917" actId="20577"/>
        <pc:sldMkLst>
          <pc:docMk/>
          <pc:sldMk cId="3570675877" sldId="293"/>
        </pc:sldMkLst>
        <pc:spChg chg="mod">
          <ac:chgData name="Yuriy Zabolotnyuk" userId="5293f801-6ede-4669-8a17-9af1adeb069e" providerId="ADAL" clId="{9C72D551-62FB-5E3D-901C-9F32929520A9}" dt="2026-07-07T19:54:49.675" v="1910" actId="113"/>
          <ac:spMkLst>
            <pc:docMk/>
            <pc:sldMk cId="3570675877" sldId="293"/>
            <ac:spMk id="4009" creationId="{47718CAE-8BB8-C806-7D56-9BEB11F8EB12}"/>
          </ac:spMkLst>
        </pc:spChg>
        <pc:spChg chg="mod">
          <ac:chgData name="Yuriy Zabolotnyuk" userId="5293f801-6ede-4669-8a17-9af1adeb069e" providerId="ADAL" clId="{9C72D551-62FB-5E3D-901C-9F32929520A9}" dt="2026-07-07T19:55:11.334" v="1917" actId="20577"/>
          <ac:spMkLst>
            <pc:docMk/>
            <pc:sldMk cId="3570675877" sldId="293"/>
            <ac:spMk id="4010" creationId="{5E9DE368-7C92-8680-1541-DCD578B8A7B0}"/>
          </ac:spMkLst>
        </pc:spChg>
        <pc:graphicFrameChg chg="add mod">
          <ac:chgData name="Yuriy Zabolotnyuk" userId="5293f801-6ede-4669-8a17-9af1adeb069e" providerId="ADAL" clId="{9C72D551-62FB-5E3D-901C-9F32929520A9}" dt="2026-07-07T19:55:05.636" v="1916" actId="1076"/>
          <ac:graphicFrameMkLst>
            <pc:docMk/>
            <pc:sldMk cId="3570675877" sldId="293"/>
            <ac:graphicFrameMk id="2" creationId="{35528654-416F-902B-9C84-EC5F748AD553}"/>
          </ac:graphicFrameMkLst>
        </pc:graphicFrameChg>
        <pc:graphicFrameChg chg="del">
          <ac:chgData name="Yuriy Zabolotnyuk" userId="5293f801-6ede-4669-8a17-9af1adeb069e" providerId="ADAL" clId="{9C72D551-62FB-5E3D-901C-9F32929520A9}" dt="2026-07-07T19:53:54.178" v="1907" actId="478"/>
          <ac:graphicFrameMkLst>
            <pc:docMk/>
            <pc:sldMk cId="3570675877" sldId="293"/>
            <ac:graphicFrameMk id="3" creationId="{3DB0ABDD-09F0-1B08-8520-E7B48281BAB2}"/>
          </ac:graphicFrameMkLst>
        </pc:graphicFrameChg>
      </pc:sldChg>
      <pc:sldChg chg="addSp delSp modSp add mod modNotes modNotesTx">
        <pc:chgData name="Yuriy Zabolotnyuk" userId="5293f801-6ede-4669-8a17-9af1adeb069e" providerId="ADAL" clId="{9C72D551-62FB-5E3D-901C-9F32929520A9}" dt="2026-07-07T20:42:26.429" v="2126" actId="27636"/>
        <pc:sldMkLst>
          <pc:docMk/>
          <pc:sldMk cId="1913190063" sldId="294"/>
        </pc:sldMkLst>
        <pc:spChg chg="add mod">
          <ac:chgData name="Yuriy Zabolotnyuk" userId="5293f801-6ede-4669-8a17-9af1adeb069e" providerId="ADAL" clId="{9C72D551-62FB-5E3D-901C-9F32929520A9}" dt="2026-07-07T19:55:59.174" v="1928"/>
          <ac:spMkLst>
            <pc:docMk/>
            <pc:sldMk cId="1913190063" sldId="294"/>
            <ac:spMk id="5" creationId="{51A752F7-D14E-EE93-5D7D-1D1EB5AA7405}"/>
          </ac:spMkLst>
        </pc:spChg>
        <pc:spChg chg="add mod">
          <ac:chgData name="Yuriy Zabolotnyuk" userId="5293f801-6ede-4669-8a17-9af1adeb069e" providerId="ADAL" clId="{9C72D551-62FB-5E3D-901C-9F32929520A9}" dt="2026-07-07T19:55:59.174" v="1928"/>
          <ac:spMkLst>
            <pc:docMk/>
            <pc:sldMk cId="1913190063" sldId="294"/>
            <ac:spMk id="6" creationId="{B067C400-0288-EAFF-5859-58548EF3C796}"/>
          </ac:spMkLst>
        </pc:spChg>
        <pc:spChg chg="add mod">
          <ac:chgData name="Yuriy Zabolotnyuk" userId="5293f801-6ede-4669-8a17-9af1adeb069e" providerId="ADAL" clId="{9C72D551-62FB-5E3D-901C-9F32929520A9}" dt="2026-07-07T19:55:59.174" v="1928"/>
          <ac:spMkLst>
            <pc:docMk/>
            <pc:sldMk cId="1913190063" sldId="294"/>
            <ac:spMk id="9" creationId="{7BA34A4B-BF46-E5C0-79F0-65580A576B05}"/>
          </ac:spMkLst>
        </pc:spChg>
        <pc:spChg chg="add mod">
          <ac:chgData name="Yuriy Zabolotnyuk" userId="5293f801-6ede-4669-8a17-9af1adeb069e" providerId="ADAL" clId="{9C72D551-62FB-5E3D-901C-9F32929520A9}" dt="2026-07-07T19:55:59.174" v="1928"/>
          <ac:spMkLst>
            <pc:docMk/>
            <pc:sldMk cId="1913190063" sldId="294"/>
            <ac:spMk id="10" creationId="{FC166CF8-3118-6FE8-34AD-91E845DEC704}"/>
          </ac:spMkLst>
        </pc:spChg>
        <pc:spChg chg="mod">
          <ac:chgData name="Yuriy Zabolotnyuk" userId="5293f801-6ede-4669-8a17-9af1adeb069e" providerId="ADAL" clId="{9C72D551-62FB-5E3D-901C-9F32929520A9}" dt="2026-07-07T19:56:12.834" v="1931" actId="113"/>
          <ac:spMkLst>
            <pc:docMk/>
            <pc:sldMk cId="1913190063" sldId="294"/>
            <ac:spMk id="4009" creationId="{4F44113B-43A6-E573-ED49-AF853B83C5BB}"/>
          </ac:spMkLst>
        </pc:spChg>
        <pc:spChg chg="mod">
          <ac:chgData name="Yuriy Zabolotnyuk" userId="5293f801-6ede-4669-8a17-9af1adeb069e" providerId="ADAL" clId="{9C72D551-62FB-5E3D-901C-9F32929520A9}" dt="2026-07-07T19:55:48.095" v="1924" actId="20577"/>
          <ac:spMkLst>
            <pc:docMk/>
            <pc:sldMk cId="1913190063" sldId="294"/>
            <ac:spMk id="4010" creationId="{F1F4BB3C-A7E9-7148-024A-2950D4471D46}"/>
          </ac:spMkLst>
        </pc:spChg>
        <pc:graphicFrameChg chg="add mod">
          <ac:chgData name="Yuriy Zabolotnyuk" userId="5293f801-6ede-4669-8a17-9af1adeb069e" providerId="ADAL" clId="{9C72D551-62FB-5E3D-901C-9F32929520A9}" dt="2026-07-07T19:55:43.332" v="1923" actId="1076"/>
          <ac:graphicFrameMkLst>
            <pc:docMk/>
            <pc:sldMk cId="1913190063" sldId="294"/>
            <ac:graphicFrameMk id="2" creationId="{7AF8361A-79CA-285A-8F9D-E24F14A075A9}"/>
          </ac:graphicFrameMkLst>
        </pc:graphicFrameChg>
        <pc:graphicFrameChg chg="del">
          <ac:chgData name="Yuriy Zabolotnyuk" userId="5293f801-6ede-4669-8a17-9af1adeb069e" providerId="ADAL" clId="{9C72D551-62FB-5E3D-901C-9F32929520A9}" dt="2026-07-07T19:55:30.518" v="1919" actId="478"/>
          <ac:graphicFrameMkLst>
            <pc:docMk/>
            <pc:sldMk cId="1913190063" sldId="294"/>
            <ac:graphicFrameMk id="3" creationId="{1D0A8540-56AF-D37D-8C99-ACC3908401F5}"/>
          </ac:graphicFrameMkLst>
        </pc:graphicFrameChg>
        <pc:graphicFrameChg chg="add mod">
          <ac:chgData name="Yuriy Zabolotnyuk" userId="5293f801-6ede-4669-8a17-9af1adeb069e" providerId="ADAL" clId="{9C72D551-62FB-5E3D-901C-9F32929520A9}" dt="2026-07-07T19:55:51.081" v="1926" actId="1076"/>
          <ac:graphicFrameMkLst>
            <pc:docMk/>
            <pc:sldMk cId="1913190063" sldId="294"/>
            <ac:graphicFrameMk id="4" creationId="{2DC84C96-2274-611A-DD5A-0BE93D1EE0D0}"/>
          </ac:graphicFrameMkLst>
        </pc:graphicFrameChg>
        <pc:graphicFrameChg chg="add mod">
          <ac:chgData name="Yuriy Zabolotnyuk" userId="5293f801-6ede-4669-8a17-9af1adeb069e" providerId="ADAL" clId="{9C72D551-62FB-5E3D-901C-9F32929520A9}" dt="2026-07-07T19:55:57.398" v="1927"/>
          <ac:graphicFrameMkLst>
            <pc:docMk/>
            <pc:sldMk cId="1913190063" sldId="294"/>
            <ac:graphicFrameMk id="7" creationId="{E7063257-37BE-BF8D-5287-ED4AD15EB44F}"/>
          </ac:graphicFrameMkLst>
        </pc:graphicFrameChg>
        <pc:graphicFrameChg chg="add mod">
          <ac:chgData name="Yuriy Zabolotnyuk" userId="5293f801-6ede-4669-8a17-9af1adeb069e" providerId="ADAL" clId="{9C72D551-62FB-5E3D-901C-9F32929520A9}" dt="2026-07-07T19:55:57.398" v="1927"/>
          <ac:graphicFrameMkLst>
            <pc:docMk/>
            <pc:sldMk cId="1913190063" sldId="294"/>
            <ac:graphicFrameMk id="8" creationId="{0D8DC3C7-2597-B332-2FDC-B2E0560BCE28}"/>
          </ac:graphicFrameMkLst>
        </pc:graphicFrameChg>
      </pc:sldChg>
      <pc:sldChg chg="addSp delSp modSp add mod modNotes modNotesTx">
        <pc:chgData name="Yuriy Zabolotnyuk" userId="5293f801-6ede-4669-8a17-9af1adeb069e" providerId="ADAL" clId="{9C72D551-62FB-5E3D-901C-9F32929520A9}" dt="2026-07-07T20:44:31.281" v="2153" actId="20577"/>
        <pc:sldMkLst>
          <pc:docMk/>
          <pc:sldMk cId="3592911608" sldId="295"/>
        </pc:sldMkLst>
        <pc:spChg chg="mod">
          <ac:chgData name="Yuriy Zabolotnyuk" userId="5293f801-6ede-4669-8a17-9af1adeb069e" providerId="ADAL" clId="{9C72D551-62FB-5E3D-901C-9F32929520A9}" dt="2026-07-07T19:56:53.722" v="1936" actId="113"/>
          <ac:spMkLst>
            <pc:docMk/>
            <pc:sldMk cId="3592911608" sldId="295"/>
            <ac:spMk id="4009" creationId="{B498B659-6032-F1C1-E983-5A2471305DDD}"/>
          </ac:spMkLst>
        </pc:spChg>
        <pc:spChg chg="mod">
          <ac:chgData name="Yuriy Zabolotnyuk" userId="5293f801-6ede-4669-8a17-9af1adeb069e" providerId="ADAL" clId="{9C72D551-62FB-5E3D-901C-9F32929520A9}" dt="2026-07-07T19:57:04.942" v="1939"/>
          <ac:spMkLst>
            <pc:docMk/>
            <pc:sldMk cId="3592911608" sldId="295"/>
            <ac:spMk id="4010" creationId="{59C7BC1F-E4A4-1A4A-8B99-33600E194D96}"/>
          </ac:spMkLst>
        </pc:spChg>
        <pc:graphicFrameChg chg="del">
          <ac:chgData name="Yuriy Zabolotnyuk" userId="5293f801-6ede-4669-8a17-9af1adeb069e" providerId="ADAL" clId="{9C72D551-62FB-5E3D-901C-9F32929520A9}" dt="2026-07-07T19:56:57.371" v="1937" actId="478"/>
          <ac:graphicFrameMkLst>
            <pc:docMk/>
            <pc:sldMk cId="3592911608" sldId="295"/>
            <ac:graphicFrameMk id="2" creationId="{56C00C49-8E3E-1468-FC1E-51B7A20BC32E}"/>
          </ac:graphicFrameMkLst>
        </pc:graphicFrameChg>
        <pc:graphicFrameChg chg="add mod">
          <ac:chgData name="Yuriy Zabolotnyuk" userId="5293f801-6ede-4669-8a17-9af1adeb069e" providerId="ADAL" clId="{9C72D551-62FB-5E3D-901C-9F32929520A9}" dt="2026-07-07T19:57:09.773" v="1940"/>
          <ac:graphicFrameMkLst>
            <pc:docMk/>
            <pc:sldMk cId="3592911608" sldId="295"/>
            <ac:graphicFrameMk id="3" creationId="{2A5F453E-2269-2826-F79A-6899DC725791}"/>
          </ac:graphicFrameMkLst>
        </pc:graphicFrameChg>
      </pc:sldChg>
      <pc:sldChg chg="addSp delSp modSp add mod">
        <pc:chgData name="Yuriy Zabolotnyuk" userId="5293f801-6ede-4669-8a17-9af1adeb069e" providerId="ADAL" clId="{9C72D551-62FB-5E3D-901C-9F32929520A9}" dt="2026-07-07T20:21:11.062" v="1995" actId="5793"/>
        <pc:sldMkLst>
          <pc:docMk/>
          <pc:sldMk cId="1937050796" sldId="296"/>
        </pc:sldMkLst>
        <pc:spChg chg="add mod">
          <ac:chgData name="Yuriy Zabolotnyuk" userId="5293f801-6ede-4669-8a17-9af1adeb069e" providerId="ADAL" clId="{9C72D551-62FB-5E3D-901C-9F32929520A9}" dt="2026-07-07T20:21:11.062" v="1995" actId="5793"/>
          <ac:spMkLst>
            <pc:docMk/>
            <pc:sldMk cId="1937050796" sldId="296"/>
            <ac:spMk id="6" creationId="{9DE65644-3D78-7754-F90E-3D40C4391F82}"/>
          </ac:spMkLst>
        </pc:spChg>
        <pc:spChg chg="mod">
          <ac:chgData name="Yuriy Zabolotnyuk" userId="5293f801-6ede-4669-8a17-9af1adeb069e" providerId="ADAL" clId="{9C72D551-62FB-5E3D-901C-9F32929520A9}" dt="2026-07-07T20:16:55.228" v="1951" actId="20577"/>
          <ac:spMkLst>
            <pc:docMk/>
            <pc:sldMk cId="1937050796" sldId="296"/>
            <ac:spMk id="4009" creationId="{71E5531E-73C4-3345-791D-E6F0A2E4F233}"/>
          </ac:spMkLst>
        </pc:spChg>
        <pc:spChg chg="add del mod">
          <ac:chgData name="Yuriy Zabolotnyuk" userId="5293f801-6ede-4669-8a17-9af1adeb069e" providerId="ADAL" clId="{9C72D551-62FB-5E3D-901C-9F32929520A9}" dt="2026-07-07T20:19:13.807" v="1960" actId="3680"/>
          <ac:spMkLst>
            <pc:docMk/>
            <pc:sldMk cId="1937050796" sldId="296"/>
            <ac:spMk id="4010" creationId="{21854BF5-CDCF-1929-2131-473868F8BC8E}"/>
          </ac:spMkLst>
        </pc:spChg>
        <pc:graphicFrameChg chg="add del mod ord modGraphic">
          <ac:chgData name="Yuriy Zabolotnyuk" userId="5293f801-6ede-4669-8a17-9af1adeb069e" providerId="ADAL" clId="{9C72D551-62FB-5E3D-901C-9F32929520A9}" dt="2026-07-07T20:19:05.705" v="1959" actId="3680"/>
          <ac:graphicFrameMkLst>
            <pc:docMk/>
            <pc:sldMk cId="1937050796" sldId="296"/>
            <ac:graphicFrameMk id="2" creationId="{FB83D3D1-D046-66EC-0CF6-0F44F54C47B2}"/>
          </ac:graphicFrameMkLst>
        </pc:graphicFrameChg>
        <pc:graphicFrameChg chg="del">
          <ac:chgData name="Yuriy Zabolotnyuk" userId="5293f801-6ede-4669-8a17-9af1adeb069e" providerId="ADAL" clId="{9C72D551-62FB-5E3D-901C-9F32929520A9}" dt="2026-07-07T20:17:41.569" v="1952" actId="478"/>
          <ac:graphicFrameMkLst>
            <pc:docMk/>
            <pc:sldMk cId="1937050796" sldId="296"/>
            <ac:graphicFrameMk id="3" creationId="{B6039D89-EFBD-71AE-2C49-4FF9C8063A32}"/>
          </ac:graphicFrameMkLst>
        </pc:graphicFrameChg>
        <pc:graphicFrameChg chg="add del mod ord modGraphic">
          <ac:chgData name="Yuriy Zabolotnyuk" userId="5293f801-6ede-4669-8a17-9af1adeb069e" providerId="ADAL" clId="{9C72D551-62FB-5E3D-901C-9F32929520A9}" dt="2026-07-07T20:19:58.385" v="1965" actId="478"/>
          <ac:graphicFrameMkLst>
            <pc:docMk/>
            <pc:sldMk cId="1937050796" sldId="296"/>
            <ac:graphicFrameMk id="4" creationId="{1F2B377B-A2C1-A060-49DF-34489410E33A}"/>
          </ac:graphicFrameMkLst>
        </pc:graphicFrameChg>
      </pc:sldChg>
      <pc:sldChg chg="delSp modSp add mod">
        <pc:chgData name="Yuriy Zabolotnyuk" userId="5293f801-6ede-4669-8a17-9af1adeb069e" providerId="ADAL" clId="{9C72D551-62FB-5E3D-901C-9F32929520A9}" dt="2026-07-07T20:27:24.986" v="2110" actId="113"/>
        <pc:sldMkLst>
          <pc:docMk/>
          <pc:sldMk cId="3448998771" sldId="297"/>
        </pc:sldMkLst>
        <pc:spChg chg="mod">
          <ac:chgData name="Yuriy Zabolotnyuk" userId="5293f801-6ede-4669-8a17-9af1adeb069e" providerId="ADAL" clId="{9C72D551-62FB-5E3D-901C-9F32929520A9}" dt="2026-07-07T20:23:05.446" v="2011" actId="20577"/>
          <ac:spMkLst>
            <pc:docMk/>
            <pc:sldMk cId="3448998771" sldId="297"/>
            <ac:spMk id="4009" creationId="{FFA1982E-0B08-F54B-9532-C7F865563CE7}"/>
          </ac:spMkLst>
        </pc:spChg>
        <pc:spChg chg="mod">
          <ac:chgData name="Yuriy Zabolotnyuk" userId="5293f801-6ede-4669-8a17-9af1adeb069e" providerId="ADAL" clId="{9C72D551-62FB-5E3D-901C-9F32929520A9}" dt="2026-07-07T20:27:24.986" v="2110" actId="113"/>
          <ac:spMkLst>
            <pc:docMk/>
            <pc:sldMk cId="3448998771" sldId="297"/>
            <ac:spMk id="4010" creationId="{AB8702CB-C075-85B0-0569-FB5C78804AE3}"/>
          </ac:spMkLst>
        </pc:spChg>
        <pc:graphicFrameChg chg="del">
          <ac:chgData name="Yuriy Zabolotnyuk" userId="5293f801-6ede-4669-8a17-9af1adeb069e" providerId="ADAL" clId="{9C72D551-62FB-5E3D-901C-9F32929520A9}" dt="2026-07-07T20:23:07.207" v="2012" actId="478"/>
          <ac:graphicFrameMkLst>
            <pc:docMk/>
            <pc:sldMk cId="3448998771" sldId="297"/>
            <ac:graphicFrameMk id="2" creationId="{AB5516FC-B21E-52D9-2F1B-3E64391D2938}"/>
          </ac:graphicFrameMkLst>
        </pc:graphicFrameChg>
      </pc:sldChg>
      <pc:sldChg chg="modSp del mod">
        <pc:chgData name="Yuriy Zabolotnyuk" userId="5293f801-6ede-4669-8a17-9af1adeb069e" providerId="ADAL" clId="{9C72D551-62FB-5E3D-901C-9F32929520A9}" dt="2026-07-06T06:17:04.032" v="1691" actId="2696"/>
        <pc:sldMkLst>
          <pc:docMk/>
          <pc:sldMk cId="0" sldId="354"/>
        </pc:sldMkLst>
        <pc:spChg chg="mod">
          <ac:chgData name="Yuriy Zabolotnyuk" userId="5293f801-6ede-4669-8a17-9af1adeb069e" providerId="ADAL" clId="{9C72D551-62FB-5E3D-901C-9F32929520A9}" dt="2026-07-06T06:16:33.327" v="1683" actId="14100"/>
          <ac:spMkLst>
            <pc:docMk/>
            <pc:sldMk cId="0" sldId="354"/>
            <ac:spMk id="9002" creationId="{00000000-0000-0000-0000-000000000000}"/>
          </ac:spMkLst>
        </pc:spChg>
      </pc:sldChg>
      <pc:sldChg chg="add">
        <pc:chgData name="Yuriy Zabolotnyuk" userId="5293f801-6ede-4669-8a17-9af1adeb069e" providerId="ADAL" clId="{9C72D551-62FB-5E3D-901C-9F32929520A9}" dt="2026-07-06T06:17:10.243" v="1692"/>
        <pc:sldMkLst>
          <pc:docMk/>
          <pc:sldMk cId="4174302832" sldId="354"/>
        </pc:sldMkLst>
      </pc:sldChg>
      <pc:sldChg chg="modSp del mod">
        <pc:chgData name="Yuriy Zabolotnyuk" userId="5293f801-6ede-4669-8a17-9af1adeb069e" providerId="ADAL" clId="{9C72D551-62FB-5E3D-901C-9F32929520A9}" dt="2026-07-06T06:17:04.032" v="1691" actId="2696"/>
        <pc:sldMkLst>
          <pc:docMk/>
          <pc:sldMk cId="0" sldId="355"/>
        </pc:sldMkLst>
        <pc:spChg chg="mod">
          <ac:chgData name="Yuriy Zabolotnyuk" userId="5293f801-6ede-4669-8a17-9af1adeb069e" providerId="ADAL" clId="{9C72D551-62FB-5E3D-901C-9F32929520A9}" dt="2026-07-06T06:16:54.002" v="1690" actId="404"/>
          <ac:spMkLst>
            <pc:docMk/>
            <pc:sldMk cId="0" sldId="355"/>
            <ac:spMk id="9004" creationId="{00000000-0000-0000-0000-000000000000}"/>
          </ac:spMkLst>
        </pc:spChg>
      </pc:sldChg>
      <pc:sldChg chg="add">
        <pc:chgData name="Yuriy Zabolotnyuk" userId="5293f801-6ede-4669-8a17-9af1adeb069e" providerId="ADAL" clId="{9C72D551-62FB-5E3D-901C-9F32929520A9}" dt="2026-07-06T06:17:10.243" v="1692"/>
        <pc:sldMkLst>
          <pc:docMk/>
          <pc:sldMk cId="301721393" sldId="3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0D3E168-E06C-4270-93A1-BA6F395C0456}" type="datetimeFigureOut">
              <a:rPr lang="en-US"/>
              <a:pPr>
                <a:defRPr/>
              </a:pPr>
              <a:t>7/7/26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anose="020F0502020204030204" pitchFamily="34" charset="0"/>
              </a:defRPr>
            </a:lvl1pPr>
          </a:lstStyle>
          <a:p>
            <a:fld id="{30D07607-43F6-4AEA-9890-00BBE9F451C8}" type="slidenum">
              <a:rPr lang="en-US" altLang="en-US"/>
              <a:pPr/>
              <a:t>‹#›</a:t>
            </a:fld>
            <a:endParaRPr lang="en-US" altLang="en-US"/>
          </a:p>
        </p:txBody>
      </p:sp>
    </p:spTree>
    <p:extLst>
      <p:ext uri="{BB962C8B-B14F-4D97-AF65-F5344CB8AC3E}">
        <p14:creationId xmlns:p14="http://schemas.microsoft.com/office/powerpoint/2010/main" val="30934397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Session 3 of 12. Today we master the three canonical VaR methods that form the quantitative spine of Assignment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objectives matching four blocks. The first five are assessed directly in Assignment 1 (Sessions 2 to 4). Objective 6 connects to the regulatory framing that runs through the whole course.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Students often confuse the confidence level with the tail probability. '99% VaR' means a 1% tail. Also note that VaR is NOT sub-additive: VaR(A+B) can exceed VaR(A)+VaR(B).</a:t>
            </a:r>
          </a:p>
          <a:p>
            <a:endParaRPr/>
          </a:p>
          <a:p>
            <a:r>
              <a:t>CLASSROOM EXAMPLE. Line up 100 hypothetical trading days for a $1,000,000 book, sorted worst to best. The 99% 1-day VaR is the loss only 1 day in 100 beats. If one day loses more than $23,000, then VaR99 = $23,000. Say: VaR is a threshold, not a worst case - it says nothing about how bad the 1% gets.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4E085-F646-24FC-3B46-C708EBAA3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66A248-8440-2844-C4A5-F789E4A4F3D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E3C6FAD-4BAB-AEF8-81D5-7A95DF617217}"/>
              </a:ext>
            </a:extLst>
          </p:cNvPr>
          <p:cNvSpPr>
            <a:spLocks noGrp="1"/>
          </p:cNvSpPr>
          <p:nvPr>
            <p:ph type="body" sz="quarter" idx="3"/>
          </p:nvPr>
        </p:nvSpPr>
        <p:spPr/>
        <p:txBody>
          <a:bodyPr/>
          <a:lstStyle/>
          <a:p>
            <a:r>
              <a:t>Six objectives matching four blocks. The first five are assessed directly in Assignment 1 (Sessions 2 to 4). Objective 6 connects to the regulatory framing that runs through the whole course.</a:t>
            </a:r>
          </a:p>
        </p:txBody>
      </p:sp>
      <p:sp>
        <p:nvSpPr>
          <p:cNvPr id="4" name="Slide Number Placeholder 3">
            <a:extLst>
              <a:ext uri="{FF2B5EF4-FFF2-40B4-BE49-F238E27FC236}">
                <a16:creationId xmlns:a16="http://schemas.microsoft.com/office/drawing/2014/main" id="{87267D15-BBAC-7884-C673-5A5694BD1C9C}"/>
              </a:ext>
            </a:extLst>
          </p:cNvPr>
          <p:cNvSpPr>
            <a:spLocks noGrp="1"/>
          </p:cNvSpPr>
          <p:nvPr>
            <p:ph type="sldNum" sz="quarter" idx="5"/>
          </p:nvPr>
        </p:nvSpPr>
        <p:spPr/>
      </p:sp>
    </p:spTree>
    <p:extLst>
      <p:ext uri="{BB962C8B-B14F-4D97-AF65-F5344CB8AC3E}">
        <p14:creationId xmlns:p14="http://schemas.microsoft.com/office/powerpoint/2010/main" val="3573903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second group foreshadows Session 4 (ES) and the key critique in Beder (1995). Beder showed the same portfolio computed with different methods gave a 14-fold range in VaR - a powerful motivator to understand ALL three methods, not just one.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F20F2-6F26-E5B8-43ED-CFEDB0C15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E69C13-763E-59F8-652D-5F544A085A1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906E2F9-E1CA-54E4-96AC-D602783666E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77D75DD-0C1E-52BD-3D64-6575DDE96164}"/>
              </a:ext>
            </a:extLst>
          </p:cNvPr>
          <p:cNvSpPr>
            <a:spLocks noGrp="1"/>
          </p:cNvSpPr>
          <p:nvPr>
            <p:ph type="sldNum" sz="quarter" idx="5"/>
          </p:nvPr>
        </p:nvSpPr>
        <p:spPr/>
      </p:sp>
    </p:spTree>
    <p:extLst>
      <p:ext uri="{BB962C8B-B14F-4D97-AF65-F5344CB8AC3E}">
        <p14:creationId xmlns:p14="http://schemas.microsoft.com/office/powerpoint/2010/main" val="42746380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E47DB-5B2E-2EB0-B24B-EFA594E1D5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C805F0-FA42-E794-4883-4E2487041EC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8FCF84-B4F8-D41C-60D5-3BDAE7032D1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C24711D-BFC2-533C-759C-00D1A4AA7AEB}"/>
              </a:ext>
            </a:extLst>
          </p:cNvPr>
          <p:cNvSpPr>
            <a:spLocks noGrp="1"/>
          </p:cNvSpPr>
          <p:nvPr>
            <p:ph type="sldNum" sz="quarter" idx="5"/>
          </p:nvPr>
        </p:nvSpPr>
        <p:spPr/>
      </p:sp>
    </p:spTree>
    <p:extLst>
      <p:ext uri="{BB962C8B-B14F-4D97-AF65-F5344CB8AC3E}">
        <p14:creationId xmlns:p14="http://schemas.microsoft.com/office/powerpoint/2010/main" val="3052680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CBD01-1311-523A-629C-FC9BC403D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1FF8A3-4A8C-9BE0-2D18-2BCF2CD65D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4D5D2C9-B5FD-CCCE-4E5C-78F5228FCEE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F6AF483-2A74-9316-D49E-F20851D3CCE0}"/>
              </a:ext>
            </a:extLst>
          </p:cNvPr>
          <p:cNvSpPr>
            <a:spLocks noGrp="1"/>
          </p:cNvSpPr>
          <p:nvPr>
            <p:ph type="sldNum" sz="quarter" idx="5"/>
          </p:nvPr>
        </p:nvSpPr>
        <p:spPr/>
      </p:sp>
    </p:spTree>
    <p:extLst>
      <p:ext uri="{BB962C8B-B14F-4D97-AF65-F5344CB8AC3E}">
        <p14:creationId xmlns:p14="http://schemas.microsoft.com/office/powerpoint/2010/main" val="2522355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97BF0-AC65-4D6F-F2B0-7AAC50F4C2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A150A-2F90-F2E7-7902-23B5B61D98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442C253-6425-6991-4970-B460B150915A}"/>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9911760-D546-5C8B-3F14-6084E91F998B}"/>
              </a:ext>
            </a:extLst>
          </p:cNvPr>
          <p:cNvSpPr>
            <a:spLocks noGrp="1"/>
          </p:cNvSpPr>
          <p:nvPr>
            <p:ph type="sldNum" sz="quarter" idx="5"/>
          </p:nvPr>
        </p:nvSpPr>
        <p:spPr/>
      </p:sp>
    </p:spTree>
    <p:extLst>
      <p:ext uri="{BB962C8B-B14F-4D97-AF65-F5344CB8AC3E}">
        <p14:creationId xmlns:p14="http://schemas.microsoft.com/office/powerpoint/2010/main" val="34826488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54598-2371-A3E6-15F7-90AF0CCF3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2A8C0-634B-06A4-2C1B-2E6091EC571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A8A903-C664-8C44-ABE1-DF9E4BD120F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4F13B512-A37D-5B58-6ACE-7AD753B003E6}"/>
              </a:ext>
            </a:extLst>
          </p:cNvPr>
          <p:cNvSpPr>
            <a:spLocks noGrp="1"/>
          </p:cNvSpPr>
          <p:nvPr>
            <p:ph type="sldNum" sz="quarter" idx="5"/>
          </p:nvPr>
        </p:nvSpPr>
        <p:spPr/>
      </p:sp>
    </p:spTree>
    <p:extLst>
      <p:ext uri="{BB962C8B-B14F-4D97-AF65-F5344CB8AC3E}">
        <p14:creationId xmlns:p14="http://schemas.microsoft.com/office/powerpoint/2010/main" val="4039158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57271-D457-FC4B-EE37-0807603D5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110E7-920A-822C-2E09-E9992490C15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3AD55E5-E0D0-31BA-1D1E-776082EF89E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994A43A0-F932-4EFB-2DD2-769EB124FB41}"/>
              </a:ext>
            </a:extLst>
          </p:cNvPr>
          <p:cNvSpPr>
            <a:spLocks noGrp="1"/>
          </p:cNvSpPr>
          <p:nvPr>
            <p:ph type="sldNum" sz="quarter" idx="5"/>
          </p:nvPr>
        </p:nvSpPr>
        <p:spPr/>
      </p:sp>
    </p:spTree>
    <p:extLst>
      <p:ext uri="{BB962C8B-B14F-4D97-AF65-F5344CB8AC3E}">
        <p14:creationId xmlns:p14="http://schemas.microsoft.com/office/powerpoint/2010/main" val="3070010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C48F0-B6FE-69E0-54C0-A7562B396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047D2-70C0-3212-85AE-C6D33C307FE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7B69244-FD3C-4887-B79F-F33F5033AC1F}"/>
              </a:ext>
            </a:extLst>
          </p:cNvPr>
          <p:cNvSpPr>
            <a:spLocks noGrp="1"/>
          </p:cNvSpPr>
          <p:nvPr>
            <p:ph type="body" sz="quarter" idx="3"/>
          </p:nvPr>
        </p:nvSpPr>
        <p:spPr/>
        <p:txBody>
          <a:bodyPr/>
          <a:lstStyle/>
          <a:p>
            <a:r>
              <a:rPr dirty="0"/>
              <a:t>CLASSROOM EXAMPLE. A $1,000,000 book, daily returns assumed normal with mean m = 0 and s = 1%. The normal model gives VaR just by scaling s by z: 95% -&gt; 1.645 x 0.01 x 1,000,000 = $16,450; 99% -&gt; 2.33 x 0.01 x 1,000,000 = $23,300; 99.9% -&gt; 3.09 x 0.01 x 1,000,000 = $30,900. The convenience: you only need m and s, nothing else. The cost is thin tails - the normal says a -5% day (5 sigma, a $50,000 loss) happens about once in 14,000 years, yet the S&amp;P 500 has delivered several 5-sigma-plus days in recent decades (Black Monday 1987 was about -20 sigma). Say: that gap is fat tails - real losses cluster far beyond the bell curve, so normal VaR systematically understates the 99%-plus tail, which is exactly why we also teach historical simulation, Student-t, and EVT.</a:t>
            </a:r>
          </a:p>
        </p:txBody>
      </p:sp>
      <p:sp>
        <p:nvSpPr>
          <p:cNvPr id="4" name="Slide Number Placeholder 3">
            <a:extLst>
              <a:ext uri="{FF2B5EF4-FFF2-40B4-BE49-F238E27FC236}">
                <a16:creationId xmlns:a16="http://schemas.microsoft.com/office/drawing/2014/main" id="{1723C983-AD7F-04DD-9408-AE9338D01CEC}"/>
              </a:ext>
            </a:extLst>
          </p:cNvPr>
          <p:cNvSpPr>
            <a:spLocks noGrp="1"/>
          </p:cNvSpPr>
          <p:nvPr>
            <p:ph type="sldNum" sz="quarter" idx="5"/>
          </p:nvPr>
        </p:nvSpPr>
        <p:spPr/>
      </p:sp>
    </p:spTree>
    <p:extLst>
      <p:ext uri="{BB962C8B-B14F-4D97-AF65-F5344CB8AC3E}">
        <p14:creationId xmlns:p14="http://schemas.microsoft.com/office/powerpoint/2010/main" val="1424383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80975-14A0-9A02-1F7C-E010281E3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ACF86-3884-5A18-74F3-811E9625381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AA5F3BA-9D4A-2947-3D7E-A102F3A15969}"/>
              </a:ext>
            </a:extLst>
          </p:cNvPr>
          <p:cNvSpPr>
            <a:spLocks noGrp="1"/>
          </p:cNvSpPr>
          <p:nvPr>
            <p:ph type="body" sz="quarter" idx="3"/>
          </p:nvPr>
        </p:nvSpPr>
        <p:spPr/>
        <p:txBody>
          <a:bodyPr/>
          <a:lstStyle/>
          <a:p>
            <a:r>
              <a:rPr dirty="0"/>
              <a:t>CLASSROOM EXAMPLE. A $1,000,000 book, daily returns assumed normal with mean m = 0 and s = 1%. The normal model gives VaR just by scaling s by z: 95% -&gt; 1.645 x 0.01 x 1,000,000 = $16,450; 99% -&gt; 2.33 x 0.01 x 1,000,000 = $23,300; 99.9% -&gt; 3.09 x 0.01 x 1,000,000 = $30,900. The convenience: you only need m and s, nothing else. The cost is thin tails - the normal says a -5% day (5 sigma, a $50,000 loss) happens about once in 14,000 years, yet the S&amp;P 500 has delivered several 5-sigma-plus days in recent decades (Black Monday 1987 was about -20 sigma). Say: that gap is fat tails - real losses cluster far beyond the bell curve, so normal VaR systematically understates the 99%-plus tail, which is exactly why we also teach historical simulation, Student-t, and EVT.</a:t>
            </a:r>
          </a:p>
        </p:txBody>
      </p:sp>
      <p:sp>
        <p:nvSpPr>
          <p:cNvPr id="4" name="Slide Number Placeholder 3">
            <a:extLst>
              <a:ext uri="{FF2B5EF4-FFF2-40B4-BE49-F238E27FC236}">
                <a16:creationId xmlns:a16="http://schemas.microsoft.com/office/drawing/2014/main" id="{8D1AA21D-187A-ED9D-738A-941E943F6C3D}"/>
              </a:ext>
            </a:extLst>
          </p:cNvPr>
          <p:cNvSpPr>
            <a:spLocks noGrp="1"/>
          </p:cNvSpPr>
          <p:nvPr>
            <p:ph type="sldNum" sz="quarter" idx="5"/>
          </p:nvPr>
        </p:nvSpPr>
        <p:spPr/>
      </p:sp>
    </p:spTree>
    <p:extLst>
      <p:ext uri="{BB962C8B-B14F-4D97-AF65-F5344CB8AC3E}">
        <p14:creationId xmlns:p14="http://schemas.microsoft.com/office/powerpoint/2010/main" val="3404896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lab produces a chart comparing sqrt(T) VaR vs empirical HS VaR for horizons 1d to 252d. Students should observe the divergence. This motivates GARCH models (Session 2) and long-horizon stress tests.</a:t>
            </a:r>
          </a:p>
          <a:p>
            <a:endParaRPr/>
          </a:p>
          <a:p>
            <a:r>
              <a:t>CLASSROOM EXAMPLE. 1-day VaR = $46,600. 10-day VaR = 46,600 x sqrt(10) = 46,600 x 3.162 = $147,400. Say: we scale by sqrt(10), not 10, because independent daily variances add. This is the old Basel 10-day charge; it breaks when returns are autocorrelated or volatility clusters.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684554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E3894-6A61-C8A9-7587-F6AFD23EF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9E4462-F2E4-FD7B-F727-B11444E441A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5C6F7BF-BA50-6A01-8ABD-92E3EB4BBED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4352EB1C-AF25-A5D0-BF9F-24D7EC5D7929}"/>
              </a:ext>
            </a:extLst>
          </p:cNvPr>
          <p:cNvSpPr>
            <a:spLocks noGrp="1"/>
          </p:cNvSpPr>
          <p:nvPr>
            <p:ph type="sldNum" sz="quarter" idx="5"/>
          </p:nvPr>
        </p:nvSpPr>
        <p:spPr/>
      </p:sp>
    </p:spTree>
    <p:extLst>
      <p:ext uri="{BB962C8B-B14F-4D97-AF65-F5344CB8AC3E}">
        <p14:creationId xmlns:p14="http://schemas.microsoft.com/office/powerpoint/2010/main" val="4217564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7E806-D199-6E4C-D510-D3CB30548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53C40C-CE2D-6587-2A53-D25140368D1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EC4AD7-F8ED-D482-EC55-C755CC855B68}"/>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97DDFB91-CC1B-ABFA-D3E9-0E2C20B13ACE}"/>
              </a:ext>
            </a:extLst>
          </p:cNvPr>
          <p:cNvSpPr>
            <a:spLocks noGrp="1"/>
          </p:cNvSpPr>
          <p:nvPr>
            <p:ph type="sldNum" sz="quarter" idx="5"/>
          </p:nvPr>
        </p:nvSpPr>
        <p:spPr/>
      </p:sp>
    </p:spTree>
    <p:extLst>
      <p:ext uri="{BB962C8B-B14F-4D97-AF65-F5344CB8AC3E}">
        <p14:creationId xmlns:p14="http://schemas.microsoft.com/office/powerpoint/2010/main" val="609319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0162B-F3B4-2368-2233-39F0A00EA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8A2038-0131-C7FD-745A-AEC683EA999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55ABF19-1C66-148F-D543-43A2B831A1B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91615D4-D20C-DD73-A168-C580CB0CAAC9}"/>
              </a:ext>
            </a:extLst>
          </p:cNvPr>
          <p:cNvSpPr>
            <a:spLocks noGrp="1"/>
          </p:cNvSpPr>
          <p:nvPr>
            <p:ph type="sldNum" sz="quarter" idx="5"/>
          </p:nvPr>
        </p:nvSpPr>
        <p:spPr/>
      </p:sp>
    </p:spTree>
    <p:extLst>
      <p:ext uri="{BB962C8B-B14F-4D97-AF65-F5344CB8AC3E}">
        <p14:creationId xmlns:p14="http://schemas.microsoft.com/office/powerpoint/2010/main" val="3455574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06833-8AEF-3F8F-4EF8-36EADA470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D07AA-0E83-25EB-B07A-41796E8A22D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6DBC8A-0117-EC8F-C3D4-888AED2EEFDB}"/>
              </a:ext>
            </a:extLst>
          </p:cNvPr>
          <p:cNvSpPr>
            <a:spLocks noGrp="1"/>
          </p:cNvSpPr>
          <p:nvPr>
            <p:ph type="body" sz="quarter" idx="3"/>
          </p:nvPr>
        </p:nvSpPr>
        <p:spPr/>
        <p:txBody>
          <a:bodyPr/>
          <a:lstStyle/>
          <a:p>
            <a:r>
              <a:rPr lang="en-CA" dirty="0"/>
              <a:t>Two segments: VaR_1 = $10m, VaR_2 = $8m</a:t>
            </a:r>
          </a:p>
          <a:p>
            <a:r>
              <a:rPr lang="en-CA" dirty="0" err="1"/>
              <a:t>VaR_total</a:t>
            </a:r>
            <a:r>
              <a:rPr lang="en-CA" dirty="0"/>
              <a:t> = sqrt( VaR_1^2 + VaR_2^2 + 2*rho*VaR_1*VaR_2 )</a:t>
            </a:r>
          </a:p>
          <a:p>
            <a:endParaRPr lang="en-CA" dirty="0"/>
          </a:p>
          <a:p>
            <a:r>
              <a:rPr lang="en-CA" dirty="0"/>
              <a:t>   rho = 0.0  (independent):  sqrt(100 + 64 + 0)    = sqrt(164) = $12.81m</a:t>
            </a:r>
          </a:p>
          <a:p>
            <a:r>
              <a:rPr lang="en-CA" dirty="0"/>
              <a:t>   rho = 0.3  (typical):      sqrt(100 + 64 + 48)   = sqrt(212) = $14.56m</a:t>
            </a:r>
          </a:p>
          <a:p>
            <a:r>
              <a:rPr lang="en-CA"/>
              <a:t>   rho = 1.0  (perfect):      sqrt(100 + 64 + 160)  = sqrt(324) = $18.00m</a:t>
            </a:r>
            <a:endParaRPr dirty="0"/>
          </a:p>
        </p:txBody>
      </p:sp>
      <p:sp>
        <p:nvSpPr>
          <p:cNvPr id="4" name="Slide Number Placeholder 3">
            <a:extLst>
              <a:ext uri="{FF2B5EF4-FFF2-40B4-BE49-F238E27FC236}">
                <a16:creationId xmlns:a16="http://schemas.microsoft.com/office/drawing/2014/main" id="{19B61B36-C932-24C6-DD96-DD36E7201471}"/>
              </a:ext>
            </a:extLst>
          </p:cNvPr>
          <p:cNvSpPr>
            <a:spLocks noGrp="1"/>
          </p:cNvSpPr>
          <p:nvPr>
            <p:ph type="sldNum" sz="quarter" idx="5"/>
          </p:nvPr>
        </p:nvSpPr>
        <p:spPr/>
      </p:sp>
    </p:spTree>
    <p:extLst>
      <p:ext uri="{BB962C8B-B14F-4D97-AF65-F5344CB8AC3E}">
        <p14:creationId xmlns:p14="http://schemas.microsoft.com/office/powerpoint/2010/main" val="39653106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46EEC-6EA3-0C6F-B231-F4BD7B737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0E5227-A41A-2EF2-E0BB-AA84126B7D4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68257F-35F8-3639-278D-BE0DC45F0F3B}"/>
              </a:ext>
            </a:extLst>
          </p:cNvPr>
          <p:cNvSpPr>
            <a:spLocks noGrp="1"/>
          </p:cNvSpPr>
          <p:nvPr>
            <p:ph type="body" sz="quarter" idx="3"/>
          </p:nvPr>
        </p:nvSpPr>
        <p:spPr/>
        <p:txBody>
          <a:bodyPr>
            <a:normAutofit fontScale="55000" lnSpcReduction="20000"/>
          </a:bodyPr>
          <a:lstStyle/>
          <a:p>
            <a:r>
              <a:rPr dirty="0"/>
              <a:t>CLASSROOM EXAMPLE. One portfolio worked through all three measures at 99% 1-day (z = 2.326).</a:t>
            </a:r>
          </a:p>
          <a:p>
            <a:r>
              <a:rPr dirty="0"/>
              <a:t>Setup: </a:t>
            </a:r>
            <a:endParaRPr lang="en-US" dirty="0"/>
          </a:p>
          <a:p>
            <a:r>
              <a:rPr dirty="0"/>
              <a:t>Component A invests </a:t>
            </a:r>
            <a:r>
              <a:rPr dirty="0" err="1"/>
              <a:t>x_A</a:t>
            </a:r>
            <a:r>
              <a:rPr dirty="0"/>
              <a:t> = $6.0m at daily vol 2% -&gt; dollar vol $120k; </a:t>
            </a:r>
            <a:endParaRPr lang="en-US" dirty="0"/>
          </a:p>
          <a:p>
            <a:r>
              <a:rPr dirty="0"/>
              <a:t>Component B invests </a:t>
            </a:r>
            <a:r>
              <a:rPr dirty="0" err="1"/>
              <a:t>x_B</a:t>
            </a:r>
            <a:r>
              <a:rPr dirty="0"/>
              <a:t> = $4.0m at daily vol 3% -&gt; dollar vol $120k; </a:t>
            </a:r>
            <a:endParaRPr lang="en-US" dirty="0"/>
          </a:p>
          <a:p>
            <a:r>
              <a:rPr lang="en-US" dirty="0"/>
              <a:t>C</a:t>
            </a:r>
            <a:r>
              <a:rPr dirty="0"/>
              <a:t>orrelation rho = 0.5; total V = $10m.</a:t>
            </a:r>
            <a:endParaRPr lang="en-US" dirty="0"/>
          </a:p>
          <a:p>
            <a:endParaRPr dirty="0"/>
          </a:p>
          <a:p>
            <a:r>
              <a:rPr dirty="0"/>
              <a:t>Portfolio dollar vol: </a:t>
            </a:r>
            <a:r>
              <a:rPr dirty="0" err="1"/>
              <a:t>sigma_p</a:t>
            </a:r>
            <a:r>
              <a:rPr dirty="0"/>
              <a:t> = sqrt(120^2 + 120^2 + 2 x 0.5 x 120 x 120) = sqrt(43,200) = $207.85k (in $000). </a:t>
            </a:r>
            <a:endParaRPr lang="en-US" dirty="0"/>
          </a:p>
          <a:p>
            <a:r>
              <a:rPr dirty="0"/>
              <a:t>Total VaR = 2.326 x 207.85 = $483,500. Each leg's covariance with the book: Cov(A,P) = Var(A) + Cov(A,B) = 14,400 + 7,200 = 21,600; Cov(B,P) = 21,600 (equal by symmetry).</a:t>
            </a:r>
          </a:p>
          <a:p>
            <a:endParaRPr dirty="0"/>
          </a:p>
          <a:p>
            <a:r>
              <a:rPr dirty="0"/>
              <a:t>1) MARGINAL VaR (risk of the next dollar) = z x Cov(</a:t>
            </a:r>
            <a:r>
              <a:rPr dirty="0" err="1"/>
              <a:t>i,P</a:t>
            </a:r>
            <a:r>
              <a:rPr dirty="0"/>
              <a:t>)/</a:t>
            </a:r>
            <a:r>
              <a:rPr dirty="0" err="1"/>
              <a:t>sigma_p</a:t>
            </a:r>
            <a:r>
              <a:rPr dirty="0"/>
              <a:t>, per $1 in leg i. A = 0.0403 (4.0%), B = 0.0604 (6.0%). Say: a $100k top-up to B raises VaR by about $6,040, the same top-up to A only $4,030 - B is the costlier place to add risk.</a:t>
            </a:r>
          </a:p>
          <a:p>
            <a:endParaRPr dirty="0"/>
          </a:p>
          <a:p>
            <a:r>
              <a:rPr dirty="0"/>
              <a:t>2) COMPONENT VaR (each leg's share of today's risk) = </a:t>
            </a:r>
            <a:r>
              <a:rPr dirty="0" err="1"/>
              <a:t>x_i</a:t>
            </a:r>
            <a:r>
              <a:rPr dirty="0"/>
              <a:t> x Marginal </a:t>
            </a:r>
            <a:r>
              <a:rPr dirty="0" err="1"/>
              <a:t>VaR_i</a:t>
            </a:r>
            <a:r>
              <a:rPr dirty="0"/>
              <a:t>. </a:t>
            </a:r>
            <a:endParaRPr lang="en-US" dirty="0"/>
          </a:p>
          <a:p>
            <a:r>
              <a:rPr dirty="0"/>
              <a:t>Component A = $241,700; </a:t>
            </a:r>
            <a:endParaRPr lang="en-US" dirty="0"/>
          </a:p>
          <a:p>
            <a:r>
              <a:rPr dirty="0"/>
              <a:t>Component B = $241,700; </a:t>
            </a:r>
            <a:endParaRPr lang="en-US" dirty="0"/>
          </a:p>
          <a:p>
            <a:r>
              <a:rPr lang="en-US" dirty="0"/>
              <a:t>S</a:t>
            </a:r>
            <a:r>
              <a:rPr dirty="0"/>
              <a:t>um = $483,400 = total VaR (checks). Say: the legs contribute equally even though A is 60% and B is 40% - B's higher per-dollar vol offsets its smaller size. Component </a:t>
            </a:r>
            <a:r>
              <a:rPr dirty="0" err="1"/>
              <a:t>VaRs</a:t>
            </a:r>
            <a:r>
              <a:rPr dirty="0"/>
              <a:t> SUM to the total, which is why they are used for risk budgeting and capital allocation (Euler's theorem).</a:t>
            </a:r>
          </a:p>
          <a:p>
            <a:endParaRPr dirty="0"/>
          </a:p>
          <a:p>
            <a:r>
              <a:rPr dirty="0"/>
              <a:t>3) INCREMENTAL VaR (effect of a whole position) = VaR(with i) - VaR(without i). VaR of A alone = 2.326 x 120k = $279,100, so Incremental VaR of B = 483,500 - 279,100 = $204,400 (and Incremental A = $204,400 by symmetry). Say: dropping B entirely cuts VaR by $204,400 - LESS than its component VaR of $241,700 - and the two </a:t>
            </a:r>
            <a:r>
              <a:rPr dirty="0" err="1"/>
              <a:t>incrementals</a:t>
            </a:r>
            <a:r>
              <a:rPr dirty="0"/>
              <a:t> ($408,800) do NOT sum to the total. That gap is the discrete diversification lost only when a whole leg is removed.</a:t>
            </a:r>
          </a:p>
          <a:p>
            <a:endParaRPr dirty="0"/>
          </a:p>
          <a:p>
            <a:r>
              <a:rPr dirty="0"/>
              <a:t>SUMMARY (per $1 marginal):</a:t>
            </a:r>
          </a:p>
          <a:p>
            <a:r>
              <a:rPr dirty="0"/>
              <a:t>  A: invest $6.0m, $vol $120k, Marginal 0.0403, Component $241,700, Incremental $204,400</a:t>
            </a:r>
          </a:p>
          <a:p>
            <a:r>
              <a:rPr dirty="0"/>
              <a:t>  B: invest $4.0m, $vol $120k, Marginal 0.0604, Component $241,700, Incremental $204,400</a:t>
            </a:r>
          </a:p>
          <a:p>
            <a:r>
              <a:rPr dirty="0"/>
              <a:t>  Total: $10.0m, $vol $207.85k, VaR $483,400</a:t>
            </a:r>
          </a:p>
          <a:p>
            <a:endParaRPr dirty="0"/>
          </a:p>
          <a:p>
            <a:r>
              <a:rPr dirty="0"/>
              <a:t>Marginal = next dollar (trade sizing, limits); </a:t>
            </a:r>
            <a:endParaRPr lang="en-US" dirty="0"/>
          </a:p>
          <a:p>
            <a:r>
              <a:rPr dirty="0"/>
              <a:t>Component = each leg's share, sums to total VaR (risk budgeting); </a:t>
            </a:r>
            <a:endParaRPr lang="en-US" dirty="0"/>
          </a:p>
          <a:p>
            <a:r>
              <a:rPr dirty="0"/>
              <a:t>Incremental = whole position added or removed, does NOT sum to total.</a:t>
            </a:r>
          </a:p>
        </p:txBody>
      </p:sp>
      <p:sp>
        <p:nvSpPr>
          <p:cNvPr id="4" name="Slide Number Placeholder 3">
            <a:extLst>
              <a:ext uri="{FF2B5EF4-FFF2-40B4-BE49-F238E27FC236}">
                <a16:creationId xmlns:a16="http://schemas.microsoft.com/office/drawing/2014/main" id="{95F5092F-DA67-73A5-A2EC-63A7CFF374BC}"/>
              </a:ext>
            </a:extLst>
          </p:cNvPr>
          <p:cNvSpPr>
            <a:spLocks noGrp="1"/>
          </p:cNvSpPr>
          <p:nvPr>
            <p:ph type="sldNum" sz="quarter" idx="5"/>
          </p:nvPr>
        </p:nvSpPr>
        <p:spPr/>
      </p:sp>
    </p:spTree>
    <p:extLst>
      <p:ext uri="{BB962C8B-B14F-4D97-AF65-F5344CB8AC3E}">
        <p14:creationId xmlns:p14="http://schemas.microsoft.com/office/powerpoint/2010/main" val="1553976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lab computes this decomposition exactly. SPY's equity risk dominates even though it is a 40% weight, because its vol and correlation with the rest of the portfolio are highest. TLT and AGG provide diversification (bonds negatively correlated with equities in normal regimes).</a:t>
            </a:r>
          </a:p>
          <a:p>
            <a:endParaRPr/>
          </a:p>
          <a:p>
            <a:r>
              <a:t>CLASSROOM EXAMPLE. Same two-asset book: sigma_p = 2.08%, z = 2.33, Sigma*w = (0.00036, 0.00054). Marginal VaR1 = 2.33 x 0.00036 / 0.0208 = 4.03%; Marginal VaR2 = 2.33 x 0.00054 / 0.0208 = 6.05%. Component VaR1 = 0.6 x 0.0403 x 1,000,000 = $24,200; Component VaR2 = 0.4 x 0.0605 x 1,000,000 = $24,200; sum = $48,400 = total VaR. Say: the 40% position carries as much risk as the 60% one because it is more volatile - weight is not risk, and the components add up exactly.</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60390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947A6-A395-7D0B-DF57-9749EFC85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AE1119-56FC-1047-5A93-6F0AAB7780F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F9D15C6-B31D-4A3A-8E6F-4F9A337E6EF2}"/>
              </a:ext>
            </a:extLst>
          </p:cNvPr>
          <p:cNvSpPr>
            <a:spLocks noGrp="1"/>
          </p:cNvSpPr>
          <p:nvPr>
            <p:ph type="body" sz="quarter" idx="3"/>
          </p:nvPr>
        </p:nvSpPr>
        <p:spPr/>
        <p:txBody>
          <a:bodyPr>
            <a:normAutofit fontScale="47500" lnSpcReduction="20000"/>
          </a:bodyPr>
          <a:lstStyle/>
          <a:p>
            <a:r>
              <a:rPr lang="en-CA" dirty="0"/>
              <a:t>Setup</a:t>
            </a:r>
          </a:p>
          <a:p>
            <a:endParaRPr lang="en-CA" dirty="0"/>
          </a:p>
          <a:p>
            <a:r>
              <a:rPr lang="en-CA" dirty="0"/>
              <a:t>99% 1-day VaR  -&gt;  p = 1 - X = 0.01   (an exception should occur 1% of days)</a:t>
            </a:r>
          </a:p>
          <a:p>
            <a:r>
              <a:rPr lang="en-CA" dirty="0"/>
              <a:t>n = 250 trading days (one year)</a:t>
            </a:r>
          </a:p>
          <a:p>
            <a:r>
              <a:rPr lang="en-CA" dirty="0"/>
              <a:t>Expected exceptions = n x p = 250 x 0.01 = 2.5</a:t>
            </a:r>
          </a:p>
          <a:p>
            <a:r>
              <a:rPr lang="en-CA" dirty="0"/>
              <a:t>Observed exceptions  = 8   (loss exceeded VaR on 8 days)</a:t>
            </a:r>
          </a:p>
          <a:p>
            <a:endParaRPr lang="en-CA" dirty="0"/>
          </a:p>
          <a:p>
            <a:r>
              <a:rPr lang="en-CA" dirty="0"/>
              <a:t>1. Is 8 too many? (the slide's binomial tail)</a:t>
            </a:r>
          </a:p>
          <a:p>
            <a:endParaRPr lang="en-CA" dirty="0"/>
          </a:p>
          <a:p>
            <a:r>
              <a:rPr lang="en-CA" dirty="0"/>
              <a:t>Probability of m or more exceptions when the model is correct:</a:t>
            </a:r>
          </a:p>
          <a:p>
            <a:r>
              <a:rPr lang="en-CA" dirty="0"/>
              <a:t>P(X &gt;= m) = sum_{k=m}^{n} C(</a:t>
            </a:r>
            <a:r>
              <a:rPr lang="en-CA" dirty="0" err="1"/>
              <a:t>n,k</a:t>
            </a:r>
            <a:r>
              <a:rPr lang="en-CA" dirty="0"/>
              <a:t>) </a:t>
            </a:r>
            <a:r>
              <a:rPr lang="en-CA" dirty="0" err="1"/>
              <a:t>p^k</a:t>
            </a:r>
            <a:r>
              <a:rPr lang="en-CA" dirty="0"/>
              <a:t> (1-p)^(n-k),   X ~ Binomial(250, 0.01)</a:t>
            </a:r>
          </a:p>
          <a:p>
            <a:r>
              <a:rPr lang="en-CA" dirty="0"/>
              <a:t>With mean 2.5 this is well-approximated by Poisson(2.5):</a:t>
            </a:r>
          </a:p>
          <a:p>
            <a:endParaRPr lang="en-CA" dirty="0"/>
          </a:p>
          <a:p>
            <a:r>
              <a:rPr lang="en-CA" dirty="0"/>
              <a:t>P(X &gt;= 8) = 1 - P(X &lt;= 7) = 1 - 0.9957 = 0.0043   (about 0.4%)</a:t>
            </a:r>
          </a:p>
          <a:p>
            <a:r>
              <a:rPr lang="en-CA" dirty="0"/>
              <a:t>If the VaR model were accurate, 8-or-more exceptions in a year would happen only ~0.4% of the time. That is strong evidence the model understates risk.</a:t>
            </a:r>
          </a:p>
          <a:p>
            <a:endParaRPr lang="en-CA" dirty="0"/>
          </a:p>
          <a:p>
            <a:r>
              <a:rPr lang="en-CA" dirty="0"/>
              <a:t>2. Kupiec POF test (proportion of failures, formal version)</a:t>
            </a:r>
          </a:p>
          <a:p>
            <a:endParaRPr lang="en-CA" dirty="0"/>
          </a:p>
          <a:p>
            <a:r>
              <a:rPr lang="en-CA" dirty="0"/>
              <a:t>LR_POF = -2 ln [  (1-p)^(n-m) </a:t>
            </a:r>
            <a:r>
              <a:rPr lang="en-CA" dirty="0" err="1"/>
              <a:t>p^m</a:t>
            </a:r>
            <a:r>
              <a:rPr lang="en-CA" dirty="0"/>
              <a:t>  /  ( (1 - m/n)^(n-m) (m/n)^m )  ]  ~ chi-square(1)</a:t>
            </a:r>
          </a:p>
          <a:p>
            <a:endParaRPr lang="en-CA" dirty="0"/>
          </a:p>
          <a:p>
            <a:r>
              <a:rPr lang="en-CA" dirty="0"/>
              <a:t>observed failure rate = m/n = 8/250 = 3.2%   (vs the 1.0% the model claims)</a:t>
            </a:r>
          </a:p>
          <a:p>
            <a:r>
              <a:rPr lang="en-CA" dirty="0"/>
              <a:t>LR_POF = 7.73</a:t>
            </a:r>
          </a:p>
          <a:p>
            <a:r>
              <a:rPr lang="en-CA" dirty="0"/>
              <a:t>Critical values: chi-square(1) = 3.84 at 95%, 6.63 at 99%. Since 7.73 &gt; 6.63, reject the model even at the 99% level. The observed 3.2% breach rate is statistically inconsistent with a true 1%.</a:t>
            </a:r>
          </a:p>
          <a:p>
            <a:endParaRPr lang="en-CA" dirty="0"/>
          </a:p>
          <a:p>
            <a:r>
              <a:rPr lang="en-CA" dirty="0"/>
              <a:t>3. Basel traffic light (n = 250, 99% VaR)</a:t>
            </a:r>
          </a:p>
          <a:p>
            <a:endParaRPr lang="en-CA" dirty="0"/>
          </a:p>
          <a:p>
            <a:r>
              <a:rPr lang="en-CA" dirty="0"/>
              <a:t>Green  zone:  0 - 4 exceptions   -&gt; multiplier stays 3.00 (model accepted)</a:t>
            </a:r>
          </a:p>
          <a:p>
            <a:r>
              <a:rPr lang="en-CA" dirty="0"/>
              <a:t>Yellow zone:  5 - 9 exceptions   -&gt; multiplier rises 3.4</a:t>
            </a:r>
          </a:p>
          <a:p>
            <a:r>
              <a:rPr lang="en-CA" dirty="0"/>
              <a:t>Red    zone:  10+ exceptions     -&gt; multiplier 4.00, model rejected</a:t>
            </a:r>
          </a:p>
          <a:p>
            <a:endParaRPr lang="en-CA" dirty="0"/>
          </a:p>
          <a:p>
            <a:r>
              <a:rPr lang="en-CA" dirty="0"/>
              <a:t>Our 8 exceptions land in the yellow zone: the capital </a:t>
            </a:r>
            <a:r>
              <a:rPr lang="en-CA" dirty="0" err="1"/>
              <a:t>muy</a:t>
            </a:r>
            <a:r>
              <a:rPr lang="en-CA" dirty="0"/>
              <a:t> 3.65), and the bank must explain the breaches. The regulator does not just fail you or pass you - it scales your capital penalty to how badly the model missed.</a:t>
            </a:r>
          </a:p>
          <a:p>
            <a:endParaRPr lang="en-CA" dirty="0"/>
          </a:p>
          <a:p>
            <a:r>
              <a:rPr lang="en-CA" dirty="0"/>
              <a:t>The three sentences to leave them with</a:t>
            </a:r>
          </a:p>
          <a:p>
            <a:endParaRPr lang="en-CA" dirty="0"/>
          </a:p>
          <a:p>
            <a:r>
              <a:rPr lang="en-CA" dirty="0"/>
              <a:t>- Count exceptions and compare to the expected n x p - here 8 versus 2.5.</a:t>
            </a:r>
          </a:p>
          <a:p>
            <a:r>
              <a:rPr lang="en-CA" dirty="0"/>
              <a:t>- The binomial (Kupiec) test says whether that gap is bare p-value ~0.4%, LR = 7.73, so the model is rejected.</a:t>
            </a:r>
          </a:p>
          <a:p>
            <a:r>
              <a:rPr lang="en-CA" dirty="0"/>
              <a:t>- Basel turns the count into money: green keeps the 3x multiplier, yellow raises it, red forces a rebuild.</a:t>
            </a:r>
            <a:endParaRPr dirty="0"/>
          </a:p>
        </p:txBody>
      </p:sp>
      <p:sp>
        <p:nvSpPr>
          <p:cNvPr id="4" name="Slide Number Placeholder 3">
            <a:extLst>
              <a:ext uri="{FF2B5EF4-FFF2-40B4-BE49-F238E27FC236}">
                <a16:creationId xmlns:a16="http://schemas.microsoft.com/office/drawing/2014/main" id="{51865BCB-EFD6-D3CE-26F1-2E19D36DB70E}"/>
              </a:ext>
            </a:extLst>
          </p:cNvPr>
          <p:cNvSpPr>
            <a:spLocks noGrp="1"/>
          </p:cNvSpPr>
          <p:nvPr>
            <p:ph type="sldNum" sz="quarter" idx="5"/>
          </p:nvPr>
        </p:nvSpPr>
        <p:spPr/>
      </p:sp>
    </p:spTree>
    <p:extLst>
      <p:ext uri="{BB962C8B-B14F-4D97-AF65-F5344CB8AC3E}">
        <p14:creationId xmlns:p14="http://schemas.microsoft.com/office/powerpoint/2010/main" val="2139483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LTCM is the single best VaR failure case. Ask students: which method would have been most accurate? Answer: none - the regime shift invalidated all of them. That is the real lesson: use VaR alongside stress tests.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2: 60 minutes. Present each method as a formula plus a worked example. Students implement all three in the Python lab.</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z_alpha</a:t>
            </a:r>
            <a:r>
              <a:rPr dirty="0"/>
              <a:t> is just the inverse normal CDF: </a:t>
            </a:r>
            <a:r>
              <a:rPr dirty="0" err="1"/>
              <a:t>scipy.stats.norm.ppf</a:t>
            </a:r>
            <a:r>
              <a:rPr dirty="0"/>
              <a:t>(0.99) = 2.3263. The multi-asset case needs the full covariance matrix: </a:t>
            </a:r>
            <a:r>
              <a:rPr dirty="0" err="1"/>
              <a:t>rets.cov</a:t>
            </a:r>
            <a:r>
              <a:rPr dirty="0"/>
              <a:t>().</a:t>
            </a:r>
          </a:p>
          <a:p>
            <a:endParaRPr dirty="0"/>
          </a:p>
          <a:p>
            <a:r>
              <a:rPr dirty="0"/>
              <a:t>CLASSROOM EXAMPLE. Single asset: V = $1,000,000, daily mu = 0, sigma = 2%, z(99%) = 2.33. VaR = 2.33 x 0.02 x 1,000,000 = $46,600 (at 95%, z = 1.645 -&gt; $32,900). Two assets for </a:t>
            </a:r>
            <a:r>
              <a:rPr dirty="0" err="1"/>
              <a:t>sigma_p</a:t>
            </a:r>
            <a:r>
              <a:rPr dirty="0"/>
              <a:t>: w = (0.6, 0.4), sigma1 = 2%, sigma2 = 3%, rho = 0.5. sigma_p^2 = 0.000144 + 0.000144 + 0.000144 = 0.000432 -&gt; </a:t>
            </a:r>
            <a:r>
              <a:rPr dirty="0" err="1"/>
              <a:t>sigma_p</a:t>
            </a:r>
            <a:r>
              <a:rPr dirty="0"/>
              <a:t> = 2.08%; VaR99 = 2.33 x 0.0208 x 1,000,000 = $48,400. Say: all three variance terms are equal - the cross (correlation) term matters as much as each asset alone.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exact output from Session_03_Lab.ipynb cell 2. Walk the computation live. Ask: what does the covariance matrix add versus computing each asset's VaR independently? Answer: the diversification benefit.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HS is the most widely used method in practice - BIS surveys confirm this. Hull Ch.12 goes through the historical simulation approach. The window-length choice is the key design decision.</a:t>
            </a:r>
          </a:p>
          <a:p>
            <a:endParaRPr/>
          </a:p>
          <a:p>
            <a:r>
              <a:t>CLASSROOM EXAMPLE. Take the last 250 days, apply each day's returns to a $2,000,000 book to get 250 hypothetical P&amp;Ls, and sort. The 1% tail of 250 is about 2.5 days, so VaR99 is roughly the 3rd-worst day. If that P&amp;L is -$61,000, VaR99 = $61,000. Say: no sigma, no bell curve - we relive the last year and read off the loss only two or three days beat.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Age-weighting (Boudoukh, Richardson, Whitelaw 1998) addresses the equal-weight problem. Filtered HS (Barone-Adesi et al. 1999) applies GARCH-standardised residuals before sorting - best of both worlds.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 is the most powerful method but also the most model-dependent. With 200,000 simulations the standard error is about 25 USD on an 11,000 USD VaR - more than adequate. For options, replace the MVN draw with a GBM path simulation.</a:t>
            </a:r>
          </a:p>
          <a:p>
            <a:endParaRPr/>
          </a:p>
          <a:p>
            <a:r>
              <a:t>CLASSROOM EXAMPLE. Draw 10,000 random daily returns from N(0, 0.02^2), convert each to a P&amp;L on the $1,000,000 book, sort, and take the 100th-worst (the 1% point). With normal draws it converges to the parametric $46,600. Say: the payoff is that the same code takes any input - swap in a Student-t or an option payoff and the number moves, with no new formula.</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lab produces exactly these three numbers. The small gap between parametric and MC (both about 11,200 USD) reflects Monte Carlo sampling noise and the normality assumption. HS (12,695 USD) is higher because real data has heavier tails than the normal.</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Block 3: 20 minutes covering the material students need for Assignment 1's advanced questions: the sqrt(T) rule, component VaR, Basel context, and the transition to ES.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BCBS d457 is a required supplementary reading. The move from VaR to ES reflects two decades of academic critique: ES is coherent (sub-additive), VaR is not. Regulators concluded after the GFC that VaR underestimated tail risk precisely when it mattered most.</a:t>
            </a:r>
          </a:p>
          <a:p>
            <a:endParaRPr/>
          </a:p>
          <a:p>
            <a:r>
              <a:t>CLASSROOM EXAMPLE. Yesterday's VaR = $8m; 60-day average VaR = $10m; multiplier k = 3 (green zone). Capital = max(8m, 3 x 10m) = $30m. Say: the 60-day average scaled by 3 almost always wins, so the charge is stable and about 3x a single day's VaR; failing the backtest pushes k toward 4.</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bridges to Session 4. Ask students: if ES is better, why did regulators take 20 years to adopt it? Answer: backtesting ES is harder - there is no universally agreed test until Acerbi and Szekely (2014). That tension is the content of Session 4.</a:t>
            </a:r>
          </a:p>
          <a:p>
            <a:endParaRPr/>
          </a:p>
          <a:p>
            <a:r>
              <a:t>CLASSROOM EXAMPLE. The 99% VaR is $46,600. Look only at the days that break it and average their losses - say $58,000. That average is the Expected Shortfall: ES99 = $58,000 &gt; $46,600. Say: VaR is the door, ES is the average size of the room behind it - two books can share a VaR while hiding very different tails, which is why Basel III moved to 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EVT is the principled way to estimate the deep tail where you have few data points. Instead of assuming a full distribution, fit a Generalized Pareto to the exceedances over a high threshold u (e.g. the worst 5 to 10% of losses). This is what regulators and advanced desks use for 99.9% capital numbers. Keep it conceptual: </a:t>
            </a:r>
            <a:r>
              <a:rPr dirty="0" err="1"/>
              <a:t>scipy.stats.genpareto</a:t>
            </a:r>
            <a:r>
              <a:rPr dirty="0"/>
              <a:t> fits it in two lines; the takeaway is that the tail has its own shape parameter xi.</a:t>
            </a:r>
          </a:p>
          <a:p>
            <a:endParaRPr dirty="0"/>
          </a:p>
          <a:p>
            <a:r>
              <a:rPr dirty="0"/>
              <a:t>CLASSROOM EXAMPLE. Threshold u = 2%; over n = 1000 days, </a:t>
            </a:r>
            <a:r>
              <a:rPr dirty="0" err="1"/>
              <a:t>n_u</a:t>
            </a:r>
            <a:r>
              <a:rPr dirty="0"/>
              <a:t> = 50 exceed it; fitted GPD xi = 0.2, beta = 0.01. POT: given a loss past 2%, chance it also passes 3% is (1 + 0.2)^(-5) = 1.2^(-5) = 0.40. 99.9% VaR = 0.02 + (0.01/0.2)[(20 x 0.001)^(-0.2) - 1] = 0.02 + 0.05 x 1.19 = 7.9% = $79,400 on $1m. 99.9% ES = (0.0794 + 0.01 - 0.2 x 0.02)/0.8 = 10.7% = $106,700. </a:t>
            </a:r>
            <a:endParaRPr lang="en-US" dirty="0"/>
          </a:p>
          <a:p>
            <a:endParaRPr lang="en-CA" dirty="0"/>
          </a:p>
          <a:p>
            <a:r>
              <a:rPr lang="en-US" dirty="0"/>
              <a:t>W</a:t>
            </a:r>
            <a:r>
              <a:rPr dirty="0"/>
              <a:t>e model only the tail beyond 2%, which lets us reach a 1-in-1000 day historical simulation can never see.</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15700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50961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330155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4159761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Aarhus University Summer School 2026</a:t>
            </a:r>
          </a:p>
        </p:txBody>
      </p:sp>
      <p:sp>
        <p:nvSpPr>
          <p:cNvPr id="9" name="Slide Number Placeholder 8"/>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453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Aarhus University Summer School 2026</a:t>
            </a:r>
          </a:p>
        </p:txBody>
      </p:sp>
      <p:sp>
        <p:nvSpPr>
          <p:cNvPr id="5" name="Slide Number Placeholder 4"/>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965185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Aarhus University Summer School 2026</a:t>
            </a:r>
          </a:p>
        </p:txBody>
      </p:sp>
      <p:sp>
        <p:nvSpPr>
          <p:cNvPr id="4" name="Slide Number Placeholder 3"/>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000429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917986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Aarhus University Summer School 2026</a:t>
            </a:r>
          </a:p>
        </p:txBody>
      </p:sp>
      <p:sp>
        <p:nvSpPr>
          <p:cNvPr id="7" name="Slide Number Placeholder 6"/>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1196803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31853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Aarhus University Summer School 2026</a:t>
            </a:r>
          </a:p>
        </p:txBody>
      </p:sp>
      <p:sp>
        <p:nvSpPr>
          <p:cNvPr id="6" name="Slide Number Placeholder 5"/>
          <p:cNvSpPr>
            <a:spLocks noGrp="1"/>
          </p:cNvSpPr>
          <p:nvPr>
            <p:ph type="sldNum" sz="quarter" idx="12"/>
          </p:nvPr>
        </p:nvSpPr>
        <p:spPr/>
        <p:txBody>
          <a:bodyPr/>
          <a:lstStyle/>
          <a:p>
            <a:fld id="{00977878-5A46-4A4D-987F-065558C472F5}" type="slidenum">
              <a:rPr lang="en-US" smtClean="0"/>
              <a:t>‹#›</a:t>
            </a:fld>
            <a:endParaRPr lang="en-US"/>
          </a:p>
        </p:txBody>
      </p:sp>
    </p:spTree>
    <p:extLst>
      <p:ext uri="{BB962C8B-B14F-4D97-AF65-F5344CB8AC3E}">
        <p14:creationId xmlns:p14="http://schemas.microsoft.com/office/powerpoint/2010/main" val="218477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5"/>
            <a:ext cx="11345799" cy="1325563"/>
          </a:xfrm>
        </p:spPr>
        <p:txBody>
          <a:bodyPr lIns="0" tIns="0" rIns="0" bIns="0" anchor="t">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423101" y="1681163"/>
            <a:ext cx="6438105" cy="823912"/>
          </a:xfrm>
        </p:spPr>
        <p:txBody>
          <a:bodyPr lIns="0" tIns="0" rIns="0" bIns="0" anchor="t"/>
          <a:lstStyle>
            <a:lvl1pPr marL="0" indent="0">
              <a:buNone/>
              <a:defRPr sz="2400" b="1">
                <a:solidFill>
                  <a:schemeClr val="accent1"/>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423101" y="2671763"/>
            <a:ext cx="6438105" cy="3684588"/>
          </a:xfrm>
        </p:spPr>
        <p:txBody>
          <a:bodyPr lIns="0" tIns="0" rIns="0" bIns="0">
            <a:normAutofit/>
          </a:bodyPr>
          <a:lstStyle>
            <a:lvl1pPr marL="0" indent="0">
              <a:buFontTx/>
              <a:buNone/>
              <a:defRPr sz="2133"/>
            </a:lvl1pPr>
            <a:lvl2pPr marL="457189" indent="0">
              <a:buFontTx/>
              <a:buNone/>
              <a:defRPr sz="2400"/>
            </a:lvl2pPr>
            <a:lvl3pPr marL="914377" indent="0">
              <a:buFontTx/>
              <a:buNone/>
              <a:defRPr sz="2400"/>
            </a:lvl3pPr>
            <a:lvl4pPr marL="1371566" indent="0">
              <a:buFontTx/>
              <a:buNone/>
              <a:defRPr sz="2400"/>
            </a:lvl4pPr>
            <a:lvl5pPr marL="1828754" indent="0">
              <a:buFontTx/>
              <a:buNone/>
              <a:defRPr sz="2400"/>
            </a:lvl5pPr>
          </a:lstStyle>
          <a:p>
            <a:pPr lvl="0"/>
            <a:r>
              <a:rPr lang="en-US"/>
              <a:t>Click to edit Master text styles</a:t>
            </a:r>
          </a:p>
        </p:txBody>
      </p:sp>
      <p:sp>
        <p:nvSpPr>
          <p:cNvPr id="6" name="Content Placeholder 5"/>
          <p:cNvSpPr>
            <a:spLocks noGrp="1"/>
          </p:cNvSpPr>
          <p:nvPr>
            <p:ph sz="quarter" idx="4"/>
          </p:nvPr>
        </p:nvSpPr>
        <p:spPr>
          <a:xfrm>
            <a:off x="7299767" y="1723424"/>
            <a:ext cx="4453672" cy="3168811"/>
          </a:xfrm>
          <a:solidFill>
            <a:schemeClr val="tx1"/>
          </a:solidFill>
        </p:spPr>
        <p:txBody>
          <a:bodyPr lIns="360000" tIns="360000" rIns="360000" bIns="360000" anchor="ctr"/>
          <a:lstStyle>
            <a:lvl1pPr marL="0" indent="0" algn="l">
              <a:buFontTx/>
              <a:buNone/>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2050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New Title Content Slide">
    <p:spTree>
      <p:nvGrpSpPr>
        <p:cNvPr id="1" name=""/>
        <p:cNvGrpSpPr/>
        <p:nvPr/>
      </p:nvGrpSpPr>
      <p:grpSpPr>
        <a:xfrm>
          <a:off x="0" y="0"/>
          <a:ext cx="0" cy="0"/>
          <a:chOff x="0" y="0"/>
          <a:chExt cx="0" cy="0"/>
        </a:xfrm>
      </p:grpSpPr>
      <p:sp>
        <p:nvSpPr>
          <p:cNvPr id="2" name="Title 1"/>
          <p:cNvSpPr>
            <a:spLocks noGrp="1"/>
          </p:cNvSpPr>
          <p:nvPr>
            <p:ph type="title"/>
          </p:nvPr>
        </p:nvSpPr>
        <p:spPr>
          <a:xfrm>
            <a:off x="423099" y="365126"/>
            <a:ext cx="11345799" cy="10768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535723"/>
            <a:ext cx="11345797" cy="4501661"/>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203823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New Title Content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CCE42D8-5361-9940-B797-FFC03759880E}"/>
              </a:ext>
            </a:extLst>
          </p:cNvPr>
          <p:cNvPicPr>
            <a:picLocks noChangeAspect="1"/>
          </p:cNvPicPr>
          <p:nvPr/>
        </p:nvPicPr>
        <p:blipFill>
          <a:blip r:embed="rId2"/>
          <a:srcRect/>
          <a:stretch/>
        </p:blipFill>
        <p:spPr>
          <a:xfrm>
            <a:off x="0" y="1"/>
            <a:ext cx="12192000" cy="6858000"/>
          </a:xfrm>
          <a:prstGeom prst="rect">
            <a:avLst/>
          </a:prstGeom>
        </p:spPr>
      </p:pic>
      <p:sp>
        <p:nvSpPr>
          <p:cNvPr id="2" name="Title 1"/>
          <p:cNvSpPr>
            <a:spLocks noGrp="1"/>
          </p:cNvSpPr>
          <p:nvPr>
            <p:ph type="title"/>
          </p:nvPr>
        </p:nvSpPr>
        <p:spPr>
          <a:xfrm>
            <a:off x="423099" y="365126"/>
            <a:ext cx="11345799" cy="924413"/>
          </a:xfrm>
        </p:spPr>
        <p:txBody>
          <a:bodyPr lIns="0" tIns="0" rIns="0" bIns="0" anchor="t">
            <a:normAutofit/>
          </a:bodyPr>
          <a:lstStyle>
            <a:lvl1pPr algn="ctr">
              <a:defRPr sz="3200"/>
            </a:lvl1pPr>
          </a:lstStyle>
          <a:p>
            <a:r>
              <a:rPr lang="en-US"/>
              <a:t>Click to edit Master title style</a:t>
            </a:r>
            <a:endParaRPr lang="en-US" dirty="0"/>
          </a:p>
        </p:txBody>
      </p:sp>
      <p:sp>
        <p:nvSpPr>
          <p:cNvPr id="4" name="Content Placeholder 3"/>
          <p:cNvSpPr>
            <a:spLocks noGrp="1"/>
          </p:cNvSpPr>
          <p:nvPr>
            <p:ph sz="half" idx="2"/>
          </p:nvPr>
        </p:nvSpPr>
        <p:spPr>
          <a:xfrm>
            <a:off x="423100" y="1383323"/>
            <a:ext cx="11345797" cy="4380169"/>
          </a:xfrm>
        </p:spPr>
        <p:txBody>
          <a:bodyPr lIns="0" tIns="0" rIns="0" bIns="0">
            <a:normAutofit/>
          </a:bodyPr>
          <a:lstStyle>
            <a:lvl1pPr marL="228594" indent="-228594">
              <a:buClr>
                <a:schemeClr val="accent1"/>
              </a:buClr>
              <a:buFont typeface="Arial" panose="020B0604020202020204" pitchFamily="34" charset="0"/>
              <a:buChar char="•"/>
              <a:defRPr sz="2667"/>
            </a:lvl1pPr>
            <a:lvl2pPr marL="685783" indent="-228594">
              <a:buClr>
                <a:schemeClr val="accent1"/>
              </a:buClr>
              <a:buFont typeface="Arial" panose="020B0604020202020204" pitchFamily="34" charset="0"/>
              <a:buChar char="•"/>
              <a:defRPr sz="2667"/>
            </a:lvl2pPr>
            <a:lvl3pPr marL="1142971" indent="-228594">
              <a:buClr>
                <a:schemeClr val="accent1"/>
              </a:buClr>
              <a:buFont typeface="Arial" panose="020B0604020202020204" pitchFamily="34" charset="0"/>
              <a:buChar char="•"/>
              <a:defRPr sz="2667"/>
            </a:lvl3pPr>
            <a:lvl4pPr marL="1600160" indent="-228594">
              <a:buClr>
                <a:schemeClr val="accent1"/>
              </a:buClr>
              <a:buFont typeface="Arial" panose="020B0604020202020204" pitchFamily="34" charset="0"/>
              <a:buChar char="•"/>
              <a:defRPr sz="2667"/>
            </a:lvl4pPr>
            <a:lvl5pPr marL="2057349" indent="-228594">
              <a:buClr>
                <a:schemeClr val="accent1"/>
              </a:buClr>
              <a:buFont typeface="Arial" panose="020B0604020202020204" pitchFamily="34" charset="0"/>
              <a:buChar char="•"/>
              <a:defRPr sz="26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a:extLst>
              <a:ext uri="{FF2B5EF4-FFF2-40B4-BE49-F238E27FC236}">
                <a16:creationId xmlns:a16="http://schemas.microsoft.com/office/drawing/2014/main" id="{423224AA-A183-CA4A-BDDA-A7ED236E648B}"/>
              </a:ext>
            </a:extLst>
          </p:cNvPr>
          <p:cNvPicPr>
            <a:picLocks noChangeAspect="1"/>
          </p:cNvPicPr>
          <p:nvPr/>
        </p:nvPicPr>
        <p:blipFill>
          <a:blip r:embed="rId3"/>
          <a:srcRect/>
          <a:stretch/>
        </p:blipFill>
        <p:spPr>
          <a:xfrm>
            <a:off x="8875618" y="5748384"/>
            <a:ext cx="3316380" cy="1109616"/>
          </a:xfrm>
          <a:prstGeom prst="rect">
            <a:avLst/>
          </a:prstGeom>
        </p:spPr>
      </p:pic>
    </p:spTree>
    <p:extLst>
      <p:ext uri="{BB962C8B-B14F-4D97-AF65-F5344CB8AC3E}">
        <p14:creationId xmlns:p14="http://schemas.microsoft.com/office/powerpoint/2010/main" val="2631164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2314D-F56C-2D2F-97D9-F1714A9861D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79986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Aarhus University Summer School 2026</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977878-5A46-4A4D-987F-065558C472F5}" type="slidenum">
              <a:rPr lang="en-US" smtClean="0"/>
              <a:t>‹#›</a:t>
            </a:fld>
            <a:endParaRPr lang="en-US"/>
          </a:p>
        </p:txBody>
      </p:sp>
    </p:spTree>
    <p:extLst>
      <p:ext uri="{BB962C8B-B14F-4D97-AF65-F5344CB8AC3E}">
        <p14:creationId xmlns:p14="http://schemas.microsoft.com/office/powerpoint/2010/main" val="2450784130"/>
      </p:ext>
    </p:extLst>
  </p:cSld>
  <p:clrMap bg1="lt1" tx1="dk1" bg2="lt2" tx2="dk2" accent1="accent1" accent2="accent2" accent3="accent3" accent4="accent4" accent5="accent5" accent6="accent6" hlink="hlink" folHlink="folHlink"/>
  <p:sldLayoutIdLst>
    <p:sldLayoutId id="2147484118" r:id="rId1"/>
    <p:sldLayoutId id="2147484119" r:id="rId2"/>
    <p:sldLayoutId id="2147484120" r:id="rId3"/>
    <p:sldLayoutId id="2147484121" r:id="rId4"/>
    <p:sldLayoutId id="2147484122" r:id="rId5"/>
    <p:sldLayoutId id="2147484123" r:id="rId6"/>
    <p:sldLayoutId id="2147484124" r:id="rId7"/>
    <p:sldLayoutId id="2147484125" r:id="rId8"/>
    <p:sldLayoutId id="2147484126" r:id="rId9"/>
    <p:sldLayoutId id="2147484127" r:id="rId10"/>
    <p:sldLayoutId id="2147484128" r:id="rId11"/>
    <p:sldLayoutId id="2147484129" r:id="rId12"/>
    <p:sldLayoutId id="2147484130" r:id="rId13"/>
    <p:sldLayoutId id="2147484059" r:id="rId14"/>
    <p:sldLayoutId id="2147484017" r:id="rId15"/>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0.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12.wmf"/><Relationship Id="rId5" Type="http://schemas.openxmlformats.org/officeDocument/2006/relationships/oleObject" Target="../embeddings/oleObject5.bin"/><Relationship Id="rId4" Type="http://schemas.openxmlformats.org/officeDocument/2006/relationships/image" Target="../media/image11.wmf"/></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5.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3.xml"/><Relationship Id="rId5" Type="http://schemas.openxmlformats.org/officeDocument/2006/relationships/image" Target="../media/image2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3099" y="2112962"/>
            <a:ext cx="7273101" cy="2306638"/>
          </a:xfrm>
        </p:spPr>
        <p:txBody>
          <a:bodyPr anchor="t">
            <a:normAutofit/>
          </a:bodyPr>
          <a:lstStyle/>
          <a:p>
            <a:r>
              <a:rPr lang="en-US" dirty="0"/>
              <a:t>FINANCIAL RISK MANAGEMENT AND ENGINEERING</a:t>
            </a:r>
            <a:br>
              <a:rPr lang="en-US" dirty="0"/>
            </a:br>
            <a:br>
              <a:rPr lang="en-US" dirty="0"/>
            </a:br>
            <a:r>
              <a:rPr lang="en-US" dirty="0"/>
              <a:t>Session 3: Value-at-Risk: Parametric, Historical &amp; Monte Carlo</a:t>
            </a:r>
          </a:p>
        </p:txBody>
      </p:sp>
      <p:pic>
        <p:nvPicPr>
          <p:cNvPr id="4" name="Picture 3" descr="New guidelines for the logo structure and university seal">
            <a:extLst>
              <a:ext uri="{FF2B5EF4-FFF2-40B4-BE49-F238E27FC236}">
                <a16:creationId xmlns:a16="http://schemas.microsoft.com/office/drawing/2014/main" id="{D6F9100D-02AF-EE22-EDE3-68F783F22630}"/>
              </a:ext>
            </a:extLst>
          </p:cNvPr>
          <p:cNvPicPr>
            <a:picLocks noChangeAspect="1"/>
          </p:cNvPicPr>
          <p:nvPr/>
        </p:nvPicPr>
        <p:blipFill>
          <a:blip r:embed="rId3"/>
          <a:srcRect t="42767" r="4" b="4"/>
          <a:stretch>
            <a:fillRect/>
          </a:stretch>
        </p:blipFill>
        <p:spPr>
          <a:xfrm>
            <a:off x="423101" y="2671763"/>
            <a:ext cx="6438105" cy="3684588"/>
          </a:xfrm>
          <a:prstGeom prst="rect">
            <a:avLst/>
          </a:prstGeom>
          <a:noFill/>
        </p:spPr>
      </p:pic>
      <p:pic>
        <p:nvPicPr>
          <p:cNvPr id="6" name="Picture 5" descr="AU's segl">
            <a:extLst>
              <a:ext uri="{FF2B5EF4-FFF2-40B4-BE49-F238E27FC236}">
                <a16:creationId xmlns:a16="http://schemas.microsoft.com/office/drawing/2014/main" id="{49BE1E43-6F81-3C41-C30C-E25204F4EEF2}"/>
              </a:ext>
            </a:extLst>
          </p:cNvPr>
          <p:cNvPicPr>
            <a:picLocks noChangeAspect="1"/>
          </p:cNvPicPr>
          <p:nvPr/>
        </p:nvPicPr>
        <p:blipFill>
          <a:blip r:embed="rId4"/>
          <a:stretch>
            <a:fillRect/>
          </a:stretch>
        </p:blipFill>
        <p:spPr>
          <a:xfrm>
            <a:off x="8153400" y="1905000"/>
            <a:ext cx="3048000" cy="304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Learning Objectives</a:t>
            </a:r>
            <a:endParaRPr b="1" dirty="0">
              <a:latin typeface="Arial" panose="020B0604020202020204" pitchFamily="34" charset="0"/>
              <a:cs typeface="Arial" panose="020B0604020202020204" pitchFamily="34" charset="0"/>
            </a:endParaRPr>
          </a:p>
        </p:txBody>
      </p:sp>
      <p:sp>
        <p:nvSpPr>
          <p:cNvPr id="4004" name="Content Placeholder"/>
          <p:cNvSpPr>
            <a:spLocks noGrp="1"/>
          </p:cNvSpPr>
          <p:nvPr>
            <p:ph sz="half" idx="2"/>
          </p:nvPr>
        </p:nvSpPr>
        <p:spPr/>
        <p:txBody>
          <a:bodyPr wrap="square">
            <a:normAutofit/>
          </a:bodyPr>
          <a:lstStyle/>
          <a:p>
            <a:pPr marL="0" indent="0">
              <a:buNone/>
            </a:pPr>
            <a:r>
              <a:rPr lang="en-CA" b="1" dirty="0"/>
              <a:t>By the end of this session, you will be able to:</a:t>
            </a:r>
          </a:p>
          <a:p>
            <a:r>
              <a:rPr lang="en-CA" dirty="0"/>
              <a:t>1. Define VaR precisely and interpret it in plain language for a non-specialist</a:t>
            </a:r>
          </a:p>
          <a:p>
            <a:r>
              <a:rPr lang="en-CA" dirty="0"/>
              <a:t>2. Implement the three VaR methods: parametric (variance-covariance), historical simulation, and Monte Carlo</a:t>
            </a:r>
          </a:p>
          <a:p>
            <a:r>
              <a:rPr lang="en-CA" dirty="0"/>
              <a:t>3. Apply the square-root-of-time rule and state when it breaks down</a:t>
            </a:r>
          </a:p>
          <a:p>
            <a:r>
              <a:rPr lang="en-CA" dirty="0"/>
              <a:t>4. Decompose portfolio VaR into component, marginal, and incremental contributions</a:t>
            </a:r>
          </a:p>
          <a:p>
            <a:r>
              <a:rPr lang="en-CA" dirty="0"/>
              <a:t>5. Critically evaluate each method's assumptions, strengths, and failure modes</a:t>
            </a:r>
          </a:p>
          <a:p>
            <a:r>
              <a:rPr lang="en-CA" dirty="0"/>
              <a:t>6. Relate VaR to Basel capital requirements and the FRTB transition to Expected Shortfall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What Is Value-at-Risk?</a:t>
            </a:r>
            <a:endParaRPr b="1" dirty="0">
              <a:latin typeface="Arial" panose="020B0604020202020204" pitchFamily="34" charset="0"/>
              <a:cs typeface="Arial" panose="020B0604020202020204" pitchFamily="34" charset="0"/>
            </a:endParaRPr>
          </a:p>
        </p:txBody>
      </p:sp>
      <p:pic>
        <p:nvPicPr>
          <p:cNvPr id="4008" name="Picture 4007" descr="f_vardef.png"/>
          <p:cNvPicPr>
            <a:picLocks noChangeAspect="1"/>
          </p:cNvPicPr>
          <p:nvPr/>
        </p:nvPicPr>
        <p:blipFill>
          <a:blip r:embed="rId3"/>
          <a:stretch>
            <a:fillRect/>
          </a:stretch>
        </p:blipFill>
        <p:spPr>
          <a:xfrm>
            <a:off x="2438400" y="1042579"/>
            <a:ext cx="7904567" cy="399360"/>
          </a:xfrm>
          <a:prstGeom prst="rect">
            <a:avLst/>
          </a:prstGeom>
        </p:spPr>
      </p:pic>
      <p:sp>
        <p:nvSpPr>
          <p:cNvPr id="2" name="Content Placeholder"/>
          <p:cNvSpPr>
            <a:spLocks noGrp="1"/>
          </p:cNvSpPr>
          <p:nvPr>
            <p:ph sz="half" idx="2"/>
          </p:nvPr>
        </p:nvSpPr>
        <p:spPr>
          <a:xfrm>
            <a:off x="420624" y="1676400"/>
            <a:ext cx="11347704" cy="4376928"/>
          </a:xfrm>
        </p:spPr>
        <p:txBody>
          <a:bodyPr wrap="square">
            <a:normAutofit fontScale="92500" lnSpcReduction="20000"/>
          </a:bodyPr>
          <a:lstStyle/>
          <a:p>
            <a:pPr marL="0" indent="0">
              <a:buNone/>
            </a:pPr>
            <a:r>
              <a:rPr lang="en-CA" b="1" dirty="0"/>
              <a:t>The core question</a:t>
            </a:r>
          </a:p>
          <a:p>
            <a:r>
              <a:rPr lang="en-CA" dirty="0"/>
              <a:t>VaR answers: </a:t>
            </a:r>
            <a:r>
              <a:rPr lang="en-US" altLang="en-US" dirty="0">
                <a:cs typeface="Arial" panose="020B0604020202020204" pitchFamily="34" charset="0"/>
              </a:rPr>
              <a:t>“What loss level is such that we are </a:t>
            </a:r>
            <a:r>
              <a:rPr lang="en-US" altLang="en-US" i="1" dirty="0">
                <a:latin typeface="Times New Roman" panose="02020603050405020304" pitchFamily="18" charset="0"/>
                <a:cs typeface="Arial" panose="020B0604020202020204" pitchFamily="34" charset="0"/>
              </a:rPr>
              <a:t>X</a:t>
            </a:r>
            <a:r>
              <a:rPr lang="en-US" altLang="en-US" dirty="0">
                <a:cs typeface="Arial" panose="020B0604020202020204" pitchFamily="34" charset="0"/>
              </a:rPr>
              <a:t>% confident it will not be exceeded in </a:t>
            </a:r>
            <a:r>
              <a:rPr lang="en-US" altLang="en-US" i="1" dirty="0">
                <a:latin typeface="Times New Roman" panose="02020603050405020304" pitchFamily="18" charset="0"/>
                <a:cs typeface="Arial" panose="020B0604020202020204" pitchFamily="34" charset="0"/>
              </a:rPr>
              <a:t>N</a:t>
            </a:r>
            <a:r>
              <a:rPr lang="en-US" altLang="en-US" dirty="0">
                <a:cs typeface="Arial" panose="020B0604020202020204" pitchFamily="34" charset="0"/>
              </a:rPr>
              <a:t> business days?” </a:t>
            </a:r>
          </a:p>
          <a:p>
            <a:r>
              <a:rPr lang="en-CA" dirty="0"/>
              <a:t>Equivalently, it is the alpha-quantile of the loss (negative P&amp;L) distribution</a:t>
            </a:r>
          </a:p>
          <a:p>
            <a:r>
              <a:rPr lang="en-CA" dirty="0"/>
              <a:t>Reported as a positive number - a dollar loss threshold, not a probability</a:t>
            </a:r>
          </a:p>
          <a:p>
            <a:pPr marL="0" indent="0">
              <a:buNone/>
            </a:pPr>
            <a:r>
              <a:rPr lang="en-CA" b="1" dirty="0"/>
              <a:t>Conventions and meaning</a:t>
            </a:r>
          </a:p>
          <a:p>
            <a:r>
              <a:rPr lang="en-CA" dirty="0"/>
              <a:t>Standard settings: alpha = 99% (Basel); horizon T = 1 day or 10 days</a:t>
            </a:r>
          </a:p>
          <a:p>
            <a:r>
              <a:rPr lang="en-CA" dirty="0"/>
              <a:t>Example: a 1-day 99% VaR of 1.2M USD means a 1% chance of losing more than 1.2M in one trading day</a:t>
            </a:r>
          </a:p>
          <a:p>
            <a:r>
              <a:rPr lang="en-CA" dirty="0"/>
              <a:t>VaR does NOT tell you how bad the loss is once you exceed it - that is Expected Shortfall (Session 4)</a:t>
            </a:r>
          </a:p>
          <a:p>
            <a:r>
              <a:rPr lang="en-CA" dirty="0"/>
              <a:t>Adopted broadly after J.P. Morgan's RiskMetrics (1994) framework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2E769-809A-09D5-CF87-B18E50A0D7FC}"/>
            </a:ext>
          </a:extLst>
        </p:cNvPr>
        <p:cNvGrpSpPr/>
        <p:nvPr/>
      </p:nvGrpSpPr>
      <p:grpSpPr>
        <a:xfrm>
          <a:off x="0" y="0"/>
          <a:ext cx="0" cy="0"/>
          <a:chOff x="0" y="0"/>
          <a:chExt cx="0" cy="0"/>
        </a:xfrm>
      </p:grpSpPr>
      <p:sp>
        <p:nvSpPr>
          <p:cNvPr id="4003" name="Title">
            <a:extLst>
              <a:ext uri="{FF2B5EF4-FFF2-40B4-BE49-F238E27FC236}">
                <a16:creationId xmlns:a16="http://schemas.microsoft.com/office/drawing/2014/main" id="{00ACC9DD-9342-0204-1100-4E292C803820}"/>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VaR and Regulatory Capital</a:t>
            </a:r>
            <a:endParaRPr b="1" dirty="0">
              <a:latin typeface="Arial" panose="020B0604020202020204" pitchFamily="34" charset="0"/>
              <a:cs typeface="Arial" panose="020B0604020202020204" pitchFamily="34" charset="0"/>
            </a:endParaRPr>
          </a:p>
        </p:txBody>
      </p:sp>
      <p:sp>
        <p:nvSpPr>
          <p:cNvPr id="4004" name="Content Placeholder">
            <a:extLst>
              <a:ext uri="{FF2B5EF4-FFF2-40B4-BE49-F238E27FC236}">
                <a16:creationId xmlns:a16="http://schemas.microsoft.com/office/drawing/2014/main" id="{487EBCE3-EF56-C9B2-34D3-023085324C0A}"/>
              </a:ext>
            </a:extLst>
          </p:cNvPr>
          <p:cNvSpPr>
            <a:spLocks noGrp="1"/>
          </p:cNvSpPr>
          <p:nvPr>
            <p:ph sz="half" idx="2"/>
          </p:nvPr>
        </p:nvSpPr>
        <p:spPr/>
        <p:txBody>
          <a:bodyPr wrap="square">
            <a:normAutofit/>
          </a:bodyPr>
          <a:lstStyle/>
          <a:p>
            <a:r>
              <a:rPr lang="en-US" altLang="en-US" sz="2800" dirty="0">
                <a:cs typeface="Arial" panose="020B0604020202020204" pitchFamily="34" charset="0"/>
              </a:rPr>
              <a:t>Regulators have traditionally used VaR to calculate the capital they require  banks to keep, but have recently switched to ES for market risks</a:t>
            </a:r>
          </a:p>
          <a:p>
            <a:r>
              <a:rPr lang="en-US" altLang="en-US" sz="2800" dirty="0">
                <a:cs typeface="Arial" panose="020B0604020202020204" pitchFamily="34" charset="0"/>
              </a:rPr>
              <a:t>The market-risk capital has been based on a 10-day VaR estimated where the confidence level is 99%</a:t>
            </a:r>
          </a:p>
          <a:p>
            <a:r>
              <a:rPr lang="en-US" altLang="en-US" sz="2800" dirty="0">
                <a:cs typeface="Arial" panose="020B0604020202020204" pitchFamily="34" charset="0"/>
              </a:rPr>
              <a:t>Credit risk and operational risk capital are based on a one-year 99.9% VaR</a:t>
            </a:r>
          </a:p>
          <a:p>
            <a:pPr marL="0" indent="0">
              <a:buNone/>
            </a:pPr>
            <a:endParaRPr lang="en-CA" sz="2800" dirty="0"/>
          </a:p>
        </p:txBody>
      </p:sp>
    </p:spTree>
    <p:extLst>
      <p:ext uri="{BB962C8B-B14F-4D97-AF65-F5344CB8AC3E}">
        <p14:creationId xmlns:p14="http://schemas.microsoft.com/office/powerpoint/2010/main" val="2961121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VaR: Key Properties and Caveats</a:t>
            </a:r>
            <a:endParaRPr b="1" dirty="0">
              <a:latin typeface="Arial" panose="020B0604020202020204" pitchFamily="34" charset="0"/>
              <a:cs typeface="Arial" panose="020B0604020202020204" pitchFamily="34" charset="0"/>
            </a:endParaRPr>
          </a:p>
        </p:txBody>
      </p:sp>
      <p:sp>
        <p:nvSpPr>
          <p:cNvPr id="4010" name="Content Placeholder"/>
          <p:cNvSpPr>
            <a:spLocks noGrp="1"/>
          </p:cNvSpPr>
          <p:nvPr>
            <p:ph sz="half" idx="2"/>
          </p:nvPr>
        </p:nvSpPr>
        <p:spPr/>
        <p:txBody>
          <a:bodyPr wrap="square">
            <a:normAutofit fontScale="85000" lnSpcReduction="20000"/>
          </a:bodyPr>
          <a:lstStyle/>
          <a:p>
            <a:pPr marL="0" indent="0">
              <a:buNone/>
            </a:pPr>
            <a:r>
              <a:rPr lang="en-CA" b="1" dirty="0"/>
              <a:t>Why VaR is useful</a:t>
            </a:r>
          </a:p>
          <a:p>
            <a:r>
              <a:rPr lang="en-CA" dirty="0"/>
              <a:t>A single number, easy to communicate to senior management</a:t>
            </a:r>
          </a:p>
          <a:p>
            <a:r>
              <a:rPr lang="en-CA" dirty="0"/>
              <a:t>Consistent across asset classes and business units; directly linked to Basel II/III capital</a:t>
            </a:r>
          </a:p>
          <a:p>
            <a:r>
              <a:rPr lang="en-CA" dirty="0"/>
              <a:t>Facilitates limit-setting and position sizing; backtestable against realised exceedances</a:t>
            </a:r>
          </a:p>
          <a:p>
            <a:r>
              <a:rPr lang="en-CA" dirty="0"/>
              <a:t>Scalable: 1-day VaR to 10-day VaR via the sqrt(10) rule</a:t>
            </a:r>
          </a:p>
          <a:p>
            <a:endParaRPr lang="en-CA" dirty="0"/>
          </a:p>
          <a:p>
            <a:pPr marL="0" indent="0">
              <a:buNone/>
            </a:pPr>
            <a:r>
              <a:rPr lang="en-CA" b="1" dirty="0"/>
              <a:t>Why VaR can mislead</a:t>
            </a:r>
          </a:p>
          <a:p>
            <a:r>
              <a:rPr lang="en-CA" dirty="0"/>
              <a:t>Ignores the severity of losses beyond the threshold</a:t>
            </a:r>
          </a:p>
          <a:p>
            <a:r>
              <a:rPr lang="en-CA" dirty="0"/>
              <a:t>Not sub-additive, so it can penalise diversification; parametric VaR underestimates fat-tailed losses</a:t>
            </a:r>
          </a:p>
          <a:p>
            <a:r>
              <a:rPr lang="en-CA" dirty="0"/>
              <a:t>Historical VaR is backward-looking and silent on unseen crises</a:t>
            </a:r>
          </a:p>
          <a:p>
            <a:r>
              <a:rPr lang="en-CA" dirty="0"/>
              <a:t>Manipulable: positions can be gamed near quarter-end; Beder (1995): '14 ways to compute VaR, 14 answers'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2A31C-53BA-31BE-60DC-7D52CF659AA9}"/>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1C8130A3-10AE-B1F0-109E-70477437160A}"/>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VaR Example</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B49FF94A-DAC6-2A53-25FC-60331DDA6D90}"/>
              </a:ext>
            </a:extLst>
          </p:cNvPr>
          <p:cNvSpPr>
            <a:spLocks noGrp="1"/>
          </p:cNvSpPr>
          <p:nvPr>
            <p:ph sz="half" idx="2"/>
          </p:nvPr>
        </p:nvSpPr>
        <p:spPr/>
        <p:txBody>
          <a:bodyPr wrap="square">
            <a:normAutofit/>
          </a:bodyPr>
          <a:lstStyle/>
          <a:p>
            <a:r>
              <a:rPr lang="en-CA" altLang="en-US" dirty="0">
                <a:cs typeface="Arial" panose="020B0604020202020204" pitchFamily="34" charset="0"/>
              </a:rPr>
              <a:t>The gain from a portfolio during six month is normally distributed with mean $2 million and standard deviation $10 million</a:t>
            </a:r>
          </a:p>
          <a:p>
            <a:r>
              <a:rPr lang="en-CA" altLang="en-US" dirty="0">
                <a:cs typeface="Arial" panose="020B0604020202020204" pitchFamily="34" charset="0"/>
              </a:rPr>
              <a:t>The 1% point of the distribution of gains is 2-2.33×10 or -$21.3 million</a:t>
            </a:r>
          </a:p>
          <a:p>
            <a:r>
              <a:rPr lang="en-CA" altLang="en-US" dirty="0">
                <a:cs typeface="Arial" panose="020B0604020202020204" pitchFamily="34" charset="0"/>
              </a:rPr>
              <a:t>The VaR for the portfolio with a six month time horizon and a 99% confidence level is $21.3 million. </a:t>
            </a:r>
            <a:endParaRPr lang="en-US" altLang="en-US" dirty="0">
              <a:cs typeface="Arial" panose="020B0604020202020204" pitchFamily="34" charset="0"/>
            </a:endParaRPr>
          </a:p>
        </p:txBody>
      </p:sp>
    </p:spTree>
    <p:extLst>
      <p:ext uri="{BB962C8B-B14F-4D97-AF65-F5344CB8AC3E}">
        <p14:creationId xmlns:p14="http://schemas.microsoft.com/office/powerpoint/2010/main" val="3179774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C95B6-5FE9-466E-230C-375704B468B4}"/>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2FA3EFF2-144E-322B-647F-54A20E359915}"/>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VaR Example 2</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A0F89FD2-B5ED-A2BC-0004-3625B76455CA}"/>
              </a:ext>
            </a:extLst>
          </p:cNvPr>
          <p:cNvSpPr>
            <a:spLocks noGrp="1"/>
          </p:cNvSpPr>
          <p:nvPr>
            <p:ph sz="half" idx="2"/>
          </p:nvPr>
        </p:nvSpPr>
        <p:spPr/>
        <p:txBody>
          <a:bodyPr wrap="square">
            <a:normAutofit/>
          </a:bodyPr>
          <a:lstStyle/>
          <a:p>
            <a:r>
              <a:rPr lang="en-CA" altLang="en-US" sz="2800" dirty="0">
                <a:cs typeface="Arial" panose="020B0604020202020204" pitchFamily="34" charset="0"/>
              </a:rPr>
              <a:t>A one-year project has a 98% chance of leading to a gain of $2 million, a 1.5% chance of a loss of $4 million, and a 0.5% chance of a loss of $10 million</a:t>
            </a:r>
          </a:p>
          <a:p>
            <a:r>
              <a:rPr lang="en-CA" altLang="en-US" sz="2800" dirty="0">
                <a:cs typeface="Arial" panose="020B0604020202020204" pitchFamily="34" charset="0"/>
              </a:rPr>
              <a:t>The VaR with a 99% confidence level is $4 million </a:t>
            </a:r>
          </a:p>
          <a:p>
            <a:r>
              <a:rPr lang="en-CA" altLang="en-US" sz="2800" dirty="0">
                <a:cs typeface="Arial" panose="020B0604020202020204" pitchFamily="34" charset="0"/>
              </a:rPr>
              <a:t>What if the confidence level is 99.9%?</a:t>
            </a:r>
          </a:p>
          <a:p>
            <a:r>
              <a:rPr lang="en-CA" altLang="en-US" sz="2800" dirty="0">
                <a:cs typeface="Arial" panose="020B0604020202020204" pitchFamily="34" charset="0"/>
              </a:rPr>
              <a:t>What if it is 99.5%?</a:t>
            </a:r>
          </a:p>
          <a:p>
            <a:endParaRPr lang="en-US" altLang="en-US" sz="2800" dirty="0">
              <a:cs typeface="Arial" panose="020B0604020202020204" pitchFamily="34" charset="0"/>
            </a:endParaRPr>
          </a:p>
        </p:txBody>
      </p:sp>
    </p:spTree>
    <p:extLst>
      <p:ext uri="{BB962C8B-B14F-4D97-AF65-F5344CB8AC3E}">
        <p14:creationId xmlns:p14="http://schemas.microsoft.com/office/powerpoint/2010/main" val="1962432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38C79-333C-30A0-687F-0BB0156FD36E}"/>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0D84A1CE-8633-D6E5-05E0-1FC9F5E881E9}"/>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VaR Example 2 </a:t>
            </a:r>
            <a:r>
              <a:rPr lang="en-CA" altLang="en-US" b="1" dirty="0">
                <a:latin typeface="Arial" panose="020B0604020202020204" pitchFamily="34" charset="0"/>
                <a:cs typeface="Arial" panose="020B0604020202020204" pitchFamily="34" charset="0"/>
              </a:rPr>
              <a:t>Cumulative Loss Distribution </a:t>
            </a:r>
            <a:endParaRPr b="1" dirty="0">
              <a:latin typeface="Arial" panose="020B0604020202020204" pitchFamily="34" charset="0"/>
              <a:cs typeface="Arial" panose="020B0604020202020204" pitchFamily="34" charset="0"/>
            </a:endParaRPr>
          </a:p>
        </p:txBody>
      </p:sp>
      <p:pic>
        <p:nvPicPr>
          <p:cNvPr id="2" name="Picture 3">
            <a:extLst>
              <a:ext uri="{FF2B5EF4-FFF2-40B4-BE49-F238E27FC236}">
                <a16:creationId xmlns:a16="http://schemas.microsoft.com/office/drawing/2014/main" id="{58BF05FC-DECE-0510-77A5-861019B078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451464"/>
            <a:ext cx="7696200" cy="4624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Tree>
    <p:extLst>
      <p:ext uri="{BB962C8B-B14F-4D97-AF65-F5344CB8AC3E}">
        <p14:creationId xmlns:p14="http://schemas.microsoft.com/office/powerpoint/2010/main" val="3347144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DF47F-88A3-D1D7-4F0C-A779C2DBF400}"/>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3D773C55-1DC8-F220-1C89-5B4C7BCD7058}"/>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VaR vs. Expected Shortfall </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586AA44F-BBC2-A7D7-9B84-C40B9984B1AB}"/>
              </a:ext>
            </a:extLst>
          </p:cNvPr>
          <p:cNvSpPr>
            <a:spLocks noGrp="1"/>
          </p:cNvSpPr>
          <p:nvPr>
            <p:ph sz="half" idx="2"/>
          </p:nvPr>
        </p:nvSpPr>
        <p:spPr/>
        <p:txBody>
          <a:bodyPr wrap="square">
            <a:normAutofit/>
          </a:bodyPr>
          <a:lstStyle/>
          <a:p>
            <a:r>
              <a:rPr lang="en-US" altLang="en-US" sz="2800" dirty="0">
                <a:cs typeface="Arial" panose="020B0604020202020204" pitchFamily="34" charset="0"/>
              </a:rPr>
              <a:t>VaR is the loss level that will not be exceeded with a specified probability</a:t>
            </a:r>
          </a:p>
          <a:p>
            <a:r>
              <a:rPr lang="en-US" altLang="en-US" sz="2800" dirty="0">
                <a:cs typeface="Arial" panose="020B0604020202020204" pitchFamily="34" charset="0"/>
              </a:rPr>
              <a:t>Expected shortfall (ES) is the expected loss given that the loss is greater than the VaR level (also called C-VaR and Tail Loss)</a:t>
            </a:r>
          </a:p>
          <a:p>
            <a:r>
              <a:rPr lang="en-CA" altLang="en-US" sz="2800" dirty="0">
                <a:cs typeface="Arial" panose="020B0604020202020204" pitchFamily="34" charset="0"/>
              </a:rPr>
              <a:t>Regulators have moved from using VaR to using ES for determining market risk capital</a:t>
            </a:r>
            <a:endParaRPr lang="en-US" altLang="en-US" sz="2800" dirty="0">
              <a:cs typeface="Arial" panose="020B0604020202020204" pitchFamily="34" charset="0"/>
            </a:endParaRPr>
          </a:p>
          <a:p>
            <a:r>
              <a:rPr lang="en-US" altLang="en-US" sz="2800" dirty="0">
                <a:cs typeface="Arial" panose="020B0604020202020204" pitchFamily="34" charset="0"/>
              </a:rPr>
              <a:t>Two portfolios with the same VaR can have very different expected shortfalls</a:t>
            </a:r>
          </a:p>
          <a:p>
            <a:endParaRPr lang="en-US" altLang="en-US" sz="2800" dirty="0">
              <a:cs typeface="Arial" panose="020B0604020202020204" pitchFamily="34" charset="0"/>
            </a:endParaRPr>
          </a:p>
        </p:txBody>
      </p:sp>
    </p:spTree>
    <p:extLst>
      <p:ext uri="{BB962C8B-B14F-4D97-AF65-F5344CB8AC3E}">
        <p14:creationId xmlns:p14="http://schemas.microsoft.com/office/powerpoint/2010/main" val="3944570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FF339-8353-CE5A-43AB-02BECEE54241}"/>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0CA2BA67-4EB4-CFA1-B60E-CF8B596F1DD1}"/>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Distributions with the Same VaR but Different Expected Shortfalls</a:t>
            </a:r>
            <a:endParaRPr b="1" dirty="0">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52645978-831B-2B1F-98E8-933A131353DC}"/>
              </a:ext>
            </a:extLst>
          </p:cNvPr>
          <p:cNvGrpSpPr/>
          <p:nvPr/>
        </p:nvGrpSpPr>
        <p:grpSpPr>
          <a:xfrm>
            <a:off x="3539329" y="1752600"/>
            <a:ext cx="5113338" cy="4211638"/>
            <a:chOff x="1835150" y="1889125"/>
            <a:chExt cx="5113338" cy="4211638"/>
          </a:xfrm>
        </p:grpSpPr>
        <p:grpSp>
          <p:nvGrpSpPr>
            <p:cNvPr id="5" name="Group 8">
              <a:extLst>
                <a:ext uri="{FF2B5EF4-FFF2-40B4-BE49-F238E27FC236}">
                  <a16:creationId xmlns:a16="http://schemas.microsoft.com/office/drawing/2014/main" id="{33B3D95E-1523-F1ED-00E7-A96ECF465E80}"/>
                </a:ext>
              </a:extLst>
            </p:cNvPr>
            <p:cNvGrpSpPr>
              <a:grpSpLocks/>
            </p:cNvGrpSpPr>
            <p:nvPr/>
          </p:nvGrpSpPr>
          <p:grpSpPr bwMode="auto">
            <a:xfrm>
              <a:off x="2085975" y="5168900"/>
              <a:ext cx="523875" cy="407988"/>
              <a:chOff x="1111" y="1842"/>
              <a:chExt cx="2363" cy="1168"/>
            </a:xfrm>
          </p:grpSpPr>
          <p:sp>
            <p:nvSpPr>
              <p:cNvPr id="19" name="Arc 4">
                <a:extLst>
                  <a:ext uri="{FF2B5EF4-FFF2-40B4-BE49-F238E27FC236}">
                    <a16:creationId xmlns:a16="http://schemas.microsoft.com/office/drawing/2014/main" id="{08288094-2A57-59B0-72B3-5796B273C802}"/>
                  </a:ext>
                </a:extLst>
              </p:cNvPr>
              <p:cNvSpPr>
                <a:spLocks/>
              </p:cNvSpPr>
              <p:nvPr/>
            </p:nvSpPr>
            <p:spPr bwMode="auto">
              <a:xfrm rot="4956178">
                <a:off x="1086" y="2321"/>
                <a:ext cx="576" cy="525"/>
              </a:xfrm>
              <a:custGeom>
                <a:avLst/>
                <a:gdLst>
                  <a:gd name="T0" fmla="*/ 0 w 21600"/>
                  <a:gd name="T1" fmla="*/ 0 h 19683"/>
                  <a:gd name="T2" fmla="*/ 0 w 21600"/>
                  <a:gd name="T3" fmla="*/ 0 h 19683"/>
                  <a:gd name="T4" fmla="*/ 0 w 21600"/>
                  <a:gd name="T5" fmla="*/ 0 h 19683"/>
                  <a:gd name="T6" fmla="*/ 0 60000 65536"/>
                  <a:gd name="T7" fmla="*/ 0 60000 65536"/>
                  <a:gd name="T8" fmla="*/ 0 60000 65536"/>
                  <a:gd name="T9" fmla="*/ 0 w 21600"/>
                  <a:gd name="T10" fmla="*/ 0 h 19683"/>
                  <a:gd name="T11" fmla="*/ 21600 w 21600"/>
                  <a:gd name="T12" fmla="*/ 19683 h 19683"/>
                </a:gdLst>
                <a:ahLst/>
                <a:cxnLst>
                  <a:cxn ang="T6">
                    <a:pos x="T0" y="T1"/>
                  </a:cxn>
                  <a:cxn ang="T7">
                    <a:pos x="T2" y="T3"/>
                  </a:cxn>
                  <a:cxn ang="T8">
                    <a:pos x="T4" y="T5"/>
                  </a:cxn>
                </a:cxnLst>
                <a:rect l="T9" t="T10" r="T11" b="T12"/>
                <a:pathLst>
                  <a:path w="21600" h="19683" fill="none" extrusionOk="0">
                    <a:moveTo>
                      <a:pt x="8896" y="-1"/>
                    </a:moveTo>
                    <a:cubicBezTo>
                      <a:pt x="16629" y="3495"/>
                      <a:pt x="21600" y="11195"/>
                      <a:pt x="21600" y="19683"/>
                    </a:cubicBezTo>
                  </a:path>
                  <a:path w="21600" h="19683" stroke="0" extrusionOk="0">
                    <a:moveTo>
                      <a:pt x="8896" y="-1"/>
                    </a:moveTo>
                    <a:cubicBezTo>
                      <a:pt x="16629" y="3495"/>
                      <a:pt x="21600" y="11195"/>
                      <a:pt x="21600" y="19683"/>
                    </a:cubicBezTo>
                    <a:lnTo>
                      <a:pt x="0" y="19683"/>
                    </a:lnTo>
                    <a:lnTo>
                      <a:pt x="8896" y="-1"/>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nchor="ctr">
                <a:spAutoFit/>
              </a:bodyPr>
              <a:lstStyle/>
              <a:p>
                <a:endParaRPr lang="en-US"/>
              </a:p>
            </p:txBody>
          </p:sp>
          <p:sp>
            <p:nvSpPr>
              <p:cNvPr id="20" name="Arc 6">
                <a:extLst>
                  <a:ext uri="{FF2B5EF4-FFF2-40B4-BE49-F238E27FC236}">
                    <a16:creationId xmlns:a16="http://schemas.microsoft.com/office/drawing/2014/main" id="{A73EFD90-A583-84E4-AEF1-3C6C4621C3F1}"/>
                  </a:ext>
                </a:extLst>
              </p:cNvPr>
              <p:cNvSpPr>
                <a:spLocks/>
              </p:cNvSpPr>
              <p:nvPr/>
            </p:nvSpPr>
            <p:spPr bwMode="auto">
              <a:xfrm rot="-5400000">
                <a:off x="1684" y="1768"/>
                <a:ext cx="1168" cy="1315"/>
              </a:xfrm>
              <a:custGeom>
                <a:avLst/>
                <a:gdLst>
                  <a:gd name="T0" fmla="*/ 0 w 21600"/>
                  <a:gd name="T1" fmla="*/ 0 h 38281"/>
                  <a:gd name="T2" fmla="*/ 0 w 21600"/>
                  <a:gd name="T3" fmla="*/ 0 h 38281"/>
                  <a:gd name="T4" fmla="*/ 0 w 21600"/>
                  <a:gd name="T5" fmla="*/ 0 h 38281"/>
                  <a:gd name="T6" fmla="*/ 0 60000 65536"/>
                  <a:gd name="T7" fmla="*/ 0 60000 65536"/>
                  <a:gd name="T8" fmla="*/ 0 60000 65536"/>
                  <a:gd name="T9" fmla="*/ 0 w 21600"/>
                  <a:gd name="T10" fmla="*/ 0 h 38281"/>
                  <a:gd name="T11" fmla="*/ 21600 w 21600"/>
                  <a:gd name="T12" fmla="*/ 38281 h 38281"/>
                </a:gdLst>
                <a:ahLst/>
                <a:cxnLst>
                  <a:cxn ang="T6">
                    <a:pos x="T0" y="T1"/>
                  </a:cxn>
                  <a:cxn ang="T7">
                    <a:pos x="T2" y="T3"/>
                  </a:cxn>
                  <a:cxn ang="T8">
                    <a:pos x="T4" y="T5"/>
                  </a:cxn>
                </a:cxnLst>
                <a:rect l="T9" t="T10" r="T11" b="T12"/>
                <a:pathLst>
                  <a:path w="21600" h="38281" fill="none" extrusionOk="0">
                    <a:moveTo>
                      <a:pt x="8734" y="-1"/>
                    </a:moveTo>
                    <a:cubicBezTo>
                      <a:pt x="16555" y="3457"/>
                      <a:pt x="21600" y="11203"/>
                      <a:pt x="21600" y="19755"/>
                    </a:cubicBezTo>
                    <a:cubicBezTo>
                      <a:pt x="21600" y="27344"/>
                      <a:pt x="17616" y="34377"/>
                      <a:pt x="11106" y="38280"/>
                    </a:cubicBezTo>
                  </a:path>
                  <a:path w="21600" h="38281" stroke="0" extrusionOk="0">
                    <a:moveTo>
                      <a:pt x="8734" y="-1"/>
                    </a:moveTo>
                    <a:cubicBezTo>
                      <a:pt x="16555" y="3457"/>
                      <a:pt x="21600" y="11203"/>
                      <a:pt x="21600" y="19755"/>
                    </a:cubicBezTo>
                    <a:cubicBezTo>
                      <a:pt x="21600" y="27344"/>
                      <a:pt x="17616" y="34377"/>
                      <a:pt x="11106" y="38280"/>
                    </a:cubicBezTo>
                    <a:lnTo>
                      <a:pt x="0" y="19755"/>
                    </a:lnTo>
                    <a:lnTo>
                      <a:pt x="8734" y="-1"/>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21" name="Arc 7">
                <a:extLst>
                  <a:ext uri="{FF2B5EF4-FFF2-40B4-BE49-F238E27FC236}">
                    <a16:creationId xmlns:a16="http://schemas.microsoft.com/office/drawing/2014/main" id="{5D21D368-49E6-7320-19A0-4D8FDA663259}"/>
                  </a:ext>
                </a:extLst>
              </p:cNvPr>
              <p:cNvSpPr>
                <a:spLocks/>
              </p:cNvSpPr>
              <p:nvPr/>
            </p:nvSpPr>
            <p:spPr bwMode="auto">
              <a:xfrm rot="9907457">
                <a:off x="2972" y="2266"/>
                <a:ext cx="502" cy="525"/>
              </a:xfrm>
              <a:custGeom>
                <a:avLst/>
                <a:gdLst>
                  <a:gd name="T0" fmla="*/ 0 w 21600"/>
                  <a:gd name="T1" fmla="*/ 0 h 19683"/>
                  <a:gd name="T2" fmla="*/ 0 w 21600"/>
                  <a:gd name="T3" fmla="*/ 0 h 19683"/>
                  <a:gd name="T4" fmla="*/ 0 w 21600"/>
                  <a:gd name="T5" fmla="*/ 0 h 19683"/>
                  <a:gd name="T6" fmla="*/ 0 60000 65536"/>
                  <a:gd name="T7" fmla="*/ 0 60000 65536"/>
                  <a:gd name="T8" fmla="*/ 0 60000 65536"/>
                  <a:gd name="T9" fmla="*/ 0 w 21600"/>
                  <a:gd name="T10" fmla="*/ 0 h 19683"/>
                  <a:gd name="T11" fmla="*/ 21600 w 21600"/>
                  <a:gd name="T12" fmla="*/ 19683 h 19683"/>
                </a:gdLst>
                <a:ahLst/>
                <a:cxnLst>
                  <a:cxn ang="T6">
                    <a:pos x="T0" y="T1"/>
                  </a:cxn>
                  <a:cxn ang="T7">
                    <a:pos x="T2" y="T3"/>
                  </a:cxn>
                  <a:cxn ang="T8">
                    <a:pos x="T4" y="T5"/>
                  </a:cxn>
                </a:cxnLst>
                <a:rect l="T9" t="T10" r="T11" b="T12"/>
                <a:pathLst>
                  <a:path w="21600" h="19683" fill="none" extrusionOk="0">
                    <a:moveTo>
                      <a:pt x="8896" y="-1"/>
                    </a:moveTo>
                    <a:cubicBezTo>
                      <a:pt x="16629" y="3495"/>
                      <a:pt x="21600" y="11195"/>
                      <a:pt x="21600" y="19683"/>
                    </a:cubicBezTo>
                  </a:path>
                  <a:path w="21600" h="19683" stroke="0" extrusionOk="0">
                    <a:moveTo>
                      <a:pt x="8896" y="-1"/>
                    </a:moveTo>
                    <a:cubicBezTo>
                      <a:pt x="16629" y="3495"/>
                      <a:pt x="21600" y="11195"/>
                      <a:pt x="21600" y="19683"/>
                    </a:cubicBezTo>
                    <a:lnTo>
                      <a:pt x="0" y="19683"/>
                    </a:lnTo>
                    <a:lnTo>
                      <a:pt x="8896" y="-1"/>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grpSp>
        <p:sp>
          <p:nvSpPr>
            <p:cNvPr id="6" name="Arc 10">
              <a:extLst>
                <a:ext uri="{FF2B5EF4-FFF2-40B4-BE49-F238E27FC236}">
                  <a16:creationId xmlns:a16="http://schemas.microsoft.com/office/drawing/2014/main" id="{D4B3D4BC-53F3-D17E-553B-766990CB3690}"/>
                </a:ext>
              </a:extLst>
            </p:cNvPr>
            <p:cNvSpPr>
              <a:spLocks/>
            </p:cNvSpPr>
            <p:nvPr/>
          </p:nvSpPr>
          <p:spPr bwMode="auto">
            <a:xfrm rot="10006623">
              <a:off x="2555875" y="4868863"/>
              <a:ext cx="3275013" cy="490537"/>
            </a:xfrm>
            <a:custGeom>
              <a:avLst/>
              <a:gdLst>
                <a:gd name="T0" fmla="*/ 2147483647 w 19772"/>
                <a:gd name="T1" fmla="*/ 0 h 16289"/>
                <a:gd name="T2" fmla="*/ 2147483647 w 19772"/>
                <a:gd name="T3" fmla="*/ 2147483647 h 16289"/>
                <a:gd name="T4" fmla="*/ 0 w 19772"/>
                <a:gd name="T5" fmla="*/ 2147483647 h 16289"/>
                <a:gd name="T6" fmla="*/ 0 60000 65536"/>
                <a:gd name="T7" fmla="*/ 0 60000 65536"/>
                <a:gd name="T8" fmla="*/ 0 60000 65536"/>
                <a:gd name="T9" fmla="*/ 0 w 19772"/>
                <a:gd name="T10" fmla="*/ 0 h 16289"/>
                <a:gd name="T11" fmla="*/ 19772 w 19772"/>
                <a:gd name="T12" fmla="*/ 16289 h 16289"/>
              </a:gdLst>
              <a:ahLst/>
              <a:cxnLst>
                <a:cxn ang="T6">
                  <a:pos x="T0" y="T1"/>
                </a:cxn>
                <a:cxn ang="T7">
                  <a:pos x="T2" y="T3"/>
                </a:cxn>
                <a:cxn ang="T8">
                  <a:pos x="T4" y="T5"/>
                </a:cxn>
              </a:cxnLst>
              <a:rect l="T9" t="T10" r="T11" b="T12"/>
              <a:pathLst>
                <a:path w="19772" h="16289" fill="none" extrusionOk="0">
                  <a:moveTo>
                    <a:pt x="14185" y="-1"/>
                  </a:moveTo>
                  <a:cubicBezTo>
                    <a:pt x="16583" y="2088"/>
                    <a:pt x="18491" y="4681"/>
                    <a:pt x="19772" y="7592"/>
                  </a:cubicBezTo>
                </a:path>
                <a:path w="19772" h="16289" stroke="0" extrusionOk="0">
                  <a:moveTo>
                    <a:pt x="14185" y="-1"/>
                  </a:moveTo>
                  <a:cubicBezTo>
                    <a:pt x="16583" y="2088"/>
                    <a:pt x="18491" y="4681"/>
                    <a:pt x="19772" y="7592"/>
                  </a:cubicBezTo>
                  <a:lnTo>
                    <a:pt x="0" y="16289"/>
                  </a:lnTo>
                  <a:lnTo>
                    <a:pt x="14185" y="-1"/>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7" name="Arc 12">
              <a:extLst>
                <a:ext uri="{FF2B5EF4-FFF2-40B4-BE49-F238E27FC236}">
                  <a16:creationId xmlns:a16="http://schemas.microsoft.com/office/drawing/2014/main" id="{BCDE522E-7C00-AA6F-E412-7FC1826BC372}"/>
                </a:ext>
              </a:extLst>
            </p:cNvPr>
            <p:cNvSpPr>
              <a:spLocks/>
            </p:cNvSpPr>
            <p:nvPr/>
          </p:nvSpPr>
          <p:spPr bwMode="auto">
            <a:xfrm rot="4956178">
              <a:off x="3258344" y="4807744"/>
              <a:ext cx="922337" cy="441325"/>
            </a:xfrm>
            <a:custGeom>
              <a:avLst/>
              <a:gdLst>
                <a:gd name="T0" fmla="*/ 2147483647 w 21600"/>
                <a:gd name="T1" fmla="*/ 0 h 19683"/>
                <a:gd name="T2" fmla="*/ 2147483647 w 21600"/>
                <a:gd name="T3" fmla="*/ 2147483647 h 19683"/>
                <a:gd name="T4" fmla="*/ 0 w 21600"/>
                <a:gd name="T5" fmla="*/ 2147483647 h 19683"/>
                <a:gd name="T6" fmla="*/ 0 60000 65536"/>
                <a:gd name="T7" fmla="*/ 0 60000 65536"/>
                <a:gd name="T8" fmla="*/ 0 60000 65536"/>
                <a:gd name="T9" fmla="*/ 0 w 21600"/>
                <a:gd name="T10" fmla="*/ 0 h 19683"/>
                <a:gd name="T11" fmla="*/ 21600 w 21600"/>
                <a:gd name="T12" fmla="*/ 19683 h 19683"/>
              </a:gdLst>
              <a:ahLst/>
              <a:cxnLst>
                <a:cxn ang="T6">
                  <a:pos x="T0" y="T1"/>
                </a:cxn>
                <a:cxn ang="T7">
                  <a:pos x="T2" y="T3"/>
                </a:cxn>
                <a:cxn ang="T8">
                  <a:pos x="T4" y="T5"/>
                </a:cxn>
              </a:cxnLst>
              <a:rect l="T9" t="T10" r="T11" b="T12"/>
              <a:pathLst>
                <a:path w="21600" h="19683" fill="none" extrusionOk="0">
                  <a:moveTo>
                    <a:pt x="8896" y="-1"/>
                  </a:moveTo>
                  <a:cubicBezTo>
                    <a:pt x="16629" y="3495"/>
                    <a:pt x="21600" y="11195"/>
                    <a:pt x="21600" y="19683"/>
                  </a:cubicBezTo>
                </a:path>
                <a:path w="21600" h="19683" stroke="0" extrusionOk="0">
                  <a:moveTo>
                    <a:pt x="8896" y="-1"/>
                  </a:moveTo>
                  <a:cubicBezTo>
                    <a:pt x="16629" y="3495"/>
                    <a:pt x="21600" y="11195"/>
                    <a:pt x="21600" y="19683"/>
                  </a:cubicBezTo>
                  <a:lnTo>
                    <a:pt x="0" y="19683"/>
                  </a:lnTo>
                  <a:lnTo>
                    <a:pt x="8896" y="-1"/>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nchor="ctr">
              <a:spAutoFit/>
            </a:bodyPr>
            <a:lstStyle/>
            <a:p>
              <a:endParaRPr lang="en-US"/>
            </a:p>
          </p:txBody>
        </p:sp>
        <p:sp>
          <p:nvSpPr>
            <p:cNvPr id="8" name="Arc 13">
              <a:extLst>
                <a:ext uri="{FF2B5EF4-FFF2-40B4-BE49-F238E27FC236}">
                  <a16:creationId xmlns:a16="http://schemas.microsoft.com/office/drawing/2014/main" id="{2BF9D539-4202-7D26-6041-23C1952D5F8C}"/>
                </a:ext>
              </a:extLst>
            </p:cNvPr>
            <p:cNvSpPr>
              <a:spLocks/>
            </p:cNvSpPr>
            <p:nvPr/>
          </p:nvSpPr>
          <p:spPr bwMode="auto">
            <a:xfrm rot="-5587925">
              <a:off x="3745707" y="3967956"/>
              <a:ext cx="1871662" cy="1514475"/>
            </a:xfrm>
            <a:custGeom>
              <a:avLst/>
              <a:gdLst>
                <a:gd name="T0" fmla="*/ 2147483647 w 21600"/>
                <a:gd name="T1" fmla="*/ 0 h 36104"/>
                <a:gd name="T2" fmla="*/ 2147483647 w 21600"/>
                <a:gd name="T3" fmla="*/ 2147483647 h 36104"/>
                <a:gd name="T4" fmla="*/ 0 w 21600"/>
                <a:gd name="T5" fmla="*/ 2147483647 h 36104"/>
                <a:gd name="T6" fmla="*/ 0 60000 65536"/>
                <a:gd name="T7" fmla="*/ 0 60000 65536"/>
                <a:gd name="T8" fmla="*/ 0 60000 65536"/>
                <a:gd name="T9" fmla="*/ 0 w 21600"/>
                <a:gd name="T10" fmla="*/ 0 h 36104"/>
                <a:gd name="T11" fmla="*/ 21600 w 21600"/>
                <a:gd name="T12" fmla="*/ 36104 h 36104"/>
              </a:gdLst>
              <a:ahLst/>
              <a:cxnLst>
                <a:cxn ang="T6">
                  <a:pos x="T0" y="T1"/>
                </a:cxn>
                <a:cxn ang="T7">
                  <a:pos x="T2" y="T3"/>
                </a:cxn>
                <a:cxn ang="T8">
                  <a:pos x="T4" y="T5"/>
                </a:cxn>
              </a:cxnLst>
              <a:rect l="T9" t="T10" r="T11" b="T12"/>
              <a:pathLst>
                <a:path w="21600" h="36104" fill="none" extrusionOk="0">
                  <a:moveTo>
                    <a:pt x="8734" y="-1"/>
                  </a:moveTo>
                  <a:cubicBezTo>
                    <a:pt x="16555" y="3457"/>
                    <a:pt x="21600" y="11203"/>
                    <a:pt x="21600" y="19755"/>
                  </a:cubicBezTo>
                  <a:cubicBezTo>
                    <a:pt x="21600" y="26033"/>
                    <a:pt x="18868" y="32001"/>
                    <a:pt x="14116" y="36104"/>
                  </a:cubicBezTo>
                </a:path>
                <a:path w="21600" h="36104" stroke="0" extrusionOk="0">
                  <a:moveTo>
                    <a:pt x="8734" y="-1"/>
                  </a:moveTo>
                  <a:cubicBezTo>
                    <a:pt x="16555" y="3457"/>
                    <a:pt x="21600" y="11203"/>
                    <a:pt x="21600" y="19755"/>
                  </a:cubicBezTo>
                  <a:cubicBezTo>
                    <a:pt x="21600" y="26033"/>
                    <a:pt x="18868" y="32001"/>
                    <a:pt x="14116" y="36104"/>
                  </a:cubicBezTo>
                  <a:lnTo>
                    <a:pt x="0" y="19755"/>
                  </a:lnTo>
                  <a:lnTo>
                    <a:pt x="8734" y="-1"/>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9" name="Arc 14">
              <a:extLst>
                <a:ext uri="{FF2B5EF4-FFF2-40B4-BE49-F238E27FC236}">
                  <a16:creationId xmlns:a16="http://schemas.microsoft.com/office/drawing/2014/main" id="{CFCFB474-4B1D-0D5B-B255-94645934F9C2}"/>
                </a:ext>
              </a:extLst>
            </p:cNvPr>
            <p:cNvSpPr>
              <a:spLocks/>
            </p:cNvSpPr>
            <p:nvPr/>
          </p:nvSpPr>
          <p:spPr bwMode="auto">
            <a:xfrm rot="9168644">
              <a:off x="5718175" y="4041775"/>
              <a:ext cx="628650" cy="1657350"/>
            </a:xfrm>
            <a:custGeom>
              <a:avLst/>
              <a:gdLst>
                <a:gd name="T0" fmla="*/ 2147483647 w 21600"/>
                <a:gd name="T1" fmla="*/ 0 h 21152"/>
                <a:gd name="T2" fmla="*/ 2147483647 w 21600"/>
                <a:gd name="T3" fmla="*/ 2147483647 h 21152"/>
                <a:gd name="T4" fmla="*/ 0 w 21600"/>
                <a:gd name="T5" fmla="*/ 2147483647 h 21152"/>
                <a:gd name="T6" fmla="*/ 0 60000 65536"/>
                <a:gd name="T7" fmla="*/ 0 60000 65536"/>
                <a:gd name="T8" fmla="*/ 0 60000 65536"/>
                <a:gd name="T9" fmla="*/ 0 w 21600"/>
                <a:gd name="T10" fmla="*/ 0 h 21152"/>
                <a:gd name="T11" fmla="*/ 21600 w 21600"/>
                <a:gd name="T12" fmla="*/ 21152 h 21152"/>
              </a:gdLst>
              <a:ahLst/>
              <a:cxnLst>
                <a:cxn ang="T6">
                  <a:pos x="T0" y="T1"/>
                </a:cxn>
                <a:cxn ang="T7">
                  <a:pos x="T2" y="T3"/>
                </a:cxn>
                <a:cxn ang="T8">
                  <a:pos x="T4" y="T5"/>
                </a:cxn>
              </a:cxnLst>
              <a:rect l="T9" t="T10" r="T11" b="T12"/>
              <a:pathLst>
                <a:path w="21600" h="21152" fill="none" extrusionOk="0">
                  <a:moveTo>
                    <a:pt x="4377" y="0"/>
                  </a:moveTo>
                  <a:cubicBezTo>
                    <a:pt x="14407" y="2076"/>
                    <a:pt x="21600" y="10910"/>
                    <a:pt x="21600" y="21152"/>
                  </a:cubicBezTo>
                </a:path>
                <a:path w="21600" h="21152" stroke="0" extrusionOk="0">
                  <a:moveTo>
                    <a:pt x="4377" y="0"/>
                  </a:moveTo>
                  <a:cubicBezTo>
                    <a:pt x="14407" y="2076"/>
                    <a:pt x="21600" y="10910"/>
                    <a:pt x="21600" y="21152"/>
                  </a:cubicBezTo>
                  <a:lnTo>
                    <a:pt x="0" y="21152"/>
                  </a:lnTo>
                  <a:lnTo>
                    <a:pt x="4377"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10" name="Arc 19">
              <a:extLst>
                <a:ext uri="{FF2B5EF4-FFF2-40B4-BE49-F238E27FC236}">
                  <a16:creationId xmlns:a16="http://schemas.microsoft.com/office/drawing/2014/main" id="{D1B42165-18D2-E048-F962-CC469B4BBFCA}"/>
                </a:ext>
              </a:extLst>
            </p:cNvPr>
            <p:cNvSpPr>
              <a:spLocks/>
            </p:cNvSpPr>
            <p:nvPr/>
          </p:nvSpPr>
          <p:spPr bwMode="auto">
            <a:xfrm rot="4956178">
              <a:off x="2741613" y="2541588"/>
              <a:ext cx="815975" cy="796925"/>
            </a:xfrm>
            <a:custGeom>
              <a:avLst/>
              <a:gdLst>
                <a:gd name="T0" fmla="*/ 2147483647 w 21600"/>
                <a:gd name="T1" fmla="*/ 0 h 19683"/>
                <a:gd name="T2" fmla="*/ 2147483647 w 21600"/>
                <a:gd name="T3" fmla="*/ 2147483647 h 19683"/>
                <a:gd name="T4" fmla="*/ 0 w 21600"/>
                <a:gd name="T5" fmla="*/ 2147483647 h 19683"/>
                <a:gd name="T6" fmla="*/ 0 60000 65536"/>
                <a:gd name="T7" fmla="*/ 0 60000 65536"/>
                <a:gd name="T8" fmla="*/ 0 60000 65536"/>
                <a:gd name="T9" fmla="*/ 0 w 21600"/>
                <a:gd name="T10" fmla="*/ 0 h 19683"/>
                <a:gd name="T11" fmla="*/ 21600 w 21600"/>
                <a:gd name="T12" fmla="*/ 19683 h 19683"/>
              </a:gdLst>
              <a:ahLst/>
              <a:cxnLst>
                <a:cxn ang="T6">
                  <a:pos x="T0" y="T1"/>
                </a:cxn>
                <a:cxn ang="T7">
                  <a:pos x="T2" y="T3"/>
                </a:cxn>
                <a:cxn ang="T8">
                  <a:pos x="T4" y="T5"/>
                </a:cxn>
              </a:cxnLst>
              <a:rect l="T9" t="T10" r="T11" b="T12"/>
              <a:pathLst>
                <a:path w="21600" h="19683" fill="none" extrusionOk="0">
                  <a:moveTo>
                    <a:pt x="8896" y="-1"/>
                  </a:moveTo>
                  <a:cubicBezTo>
                    <a:pt x="16629" y="3495"/>
                    <a:pt x="21600" y="11195"/>
                    <a:pt x="21600" y="19683"/>
                  </a:cubicBezTo>
                </a:path>
                <a:path w="21600" h="19683" stroke="0" extrusionOk="0">
                  <a:moveTo>
                    <a:pt x="8896" y="-1"/>
                  </a:moveTo>
                  <a:cubicBezTo>
                    <a:pt x="16629" y="3495"/>
                    <a:pt x="21600" y="11195"/>
                    <a:pt x="21600" y="19683"/>
                  </a:cubicBezTo>
                  <a:lnTo>
                    <a:pt x="0" y="19683"/>
                  </a:lnTo>
                  <a:lnTo>
                    <a:pt x="8896" y="-1"/>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nchor="ctr">
              <a:spAutoFit/>
            </a:bodyPr>
            <a:lstStyle/>
            <a:p>
              <a:endParaRPr lang="en-US"/>
            </a:p>
          </p:txBody>
        </p:sp>
        <p:sp>
          <p:nvSpPr>
            <p:cNvPr id="11" name="Arc 20">
              <a:extLst>
                <a:ext uri="{FF2B5EF4-FFF2-40B4-BE49-F238E27FC236}">
                  <a16:creationId xmlns:a16="http://schemas.microsoft.com/office/drawing/2014/main" id="{53187FA8-B945-BA89-AEC4-733DD9022CB8}"/>
                </a:ext>
              </a:extLst>
            </p:cNvPr>
            <p:cNvSpPr>
              <a:spLocks/>
            </p:cNvSpPr>
            <p:nvPr/>
          </p:nvSpPr>
          <p:spPr bwMode="auto">
            <a:xfrm rot="-5400000">
              <a:off x="3679825" y="1717675"/>
              <a:ext cx="1657350" cy="2000250"/>
            </a:xfrm>
            <a:custGeom>
              <a:avLst/>
              <a:gdLst>
                <a:gd name="T0" fmla="*/ 2147483647 w 21600"/>
                <a:gd name="T1" fmla="*/ 0 h 38281"/>
                <a:gd name="T2" fmla="*/ 2147483647 w 21600"/>
                <a:gd name="T3" fmla="*/ 2147483647 h 38281"/>
                <a:gd name="T4" fmla="*/ 0 w 21600"/>
                <a:gd name="T5" fmla="*/ 2147483647 h 38281"/>
                <a:gd name="T6" fmla="*/ 0 60000 65536"/>
                <a:gd name="T7" fmla="*/ 0 60000 65536"/>
                <a:gd name="T8" fmla="*/ 0 60000 65536"/>
                <a:gd name="T9" fmla="*/ 0 w 21600"/>
                <a:gd name="T10" fmla="*/ 0 h 38281"/>
                <a:gd name="T11" fmla="*/ 21600 w 21600"/>
                <a:gd name="T12" fmla="*/ 38281 h 38281"/>
              </a:gdLst>
              <a:ahLst/>
              <a:cxnLst>
                <a:cxn ang="T6">
                  <a:pos x="T0" y="T1"/>
                </a:cxn>
                <a:cxn ang="T7">
                  <a:pos x="T2" y="T3"/>
                </a:cxn>
                <a:cxn ang="T8">
                  <a:pos x="T4" y="T5"/>
                </a:cxn>
              </a:cxnLst>
              <a:rect l="T9" t="T10" r="T11" b="T12"/>
              <a:pathLst>
                <a:path w="21600" h="38281" fill="none" extrusionOk="0">
                  <a:moveTo>
                    <a:pt x="8734" y="-1"/>
                  </a:moveTo>
                  <a:cubicBezTo>
                    <a:pt x="16555" y="3457"/>
                    <a:pt x="21600" y="11203"/>
                    <a:pt x="21600" y="19755"/>
                  </a:cubicBezTo>
                  <a:cubicBezTo>
                    <a:pt x="21600" y="27344"/>
                    <a:pt x="17616" y="34377"/>
                    <a:pt x="11106" y="38280"/>
                  </a:cubicBezTo>
                </a:path>
                <a:path w="21600" h="38281" stroke="0" extrusionOk="0">
                  <a:moveTo>
                    <a:pt x="8734" y="-1"/>
                  </a:moveTo>
                  <a:cubicBezTo>
                    <a:pt x="16555" y="3457"/>
                    <a:pt x="21600" y="11203"/>
                    <a:pt x="21600" y="19755"/>
                  </a:cubicBezTo>
                  <a:cubicBezTo>
                    <a:pt x="21600" y="27344"/>
                    <a:pt x="17616" y="34377"/>
                    <a:pt x="11106" y="38280"/>
                  </a:cubicBezTo>
                  <a:lnTo>
                    <a:pt x="0" y="19755"/>
                  </a:lnTo>
                  <a:lnTo>
                    <a:pt x="8734" y="-1"/>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12" name="Arc 21">
              <a:extLst>
                <a:ext uri="{FF2B5EF4-FFF2-40B4-BE49-F238E27FC236}">
                  <a16:creationId xmlns:a16="http://schemas.microsoft.com/office/drawing/2014/main" id="{8DDEDE02-8ABD-565C-B632-E6554046D9DE}"/>
                </a:ext>
              </a:extLst>
            </p:cNvPr>
            <p:cNvSpPr>
              <a:spLocks/>
            </p:cNvSpPr>
            <p:nvPr/>
          </p:nvSpPr>
          <p:spPr bwMode="auto">
            <a:xfrm rot="9175766">
              <a:off x="5662613" y="2346325"/>
              <a:ext cx="677862" cy="1147763"/>
            </a:xfrm>
            <a:custGeom>
              <a:avLst/>
              <a:gdLst>
                <a:gd name="T0" fmla="*/ 2147483647 w 21600"/>
                <a:gd name="T1" fmla="*/ 0 h 24051"/>
                <a:gd name="T2" fmla="*/ 2147483647 w 21600"/>
                <a:gd name="T3" fmla="*/ 2147483647 h 24051"/>
                <a:gd name="T4" fmla="*/ 0 w 21600"/>
                <a:gd name="T5" fmla="*/ 2147483647 h 24051"/>
                <a:gd name="T6" fmla="*/ 0 60000 65536"/>
                <a:gd name="T7" fmla="*/ 0 60000 65536"/>
                <a:gd name="T8" fmla="*/ 0 60000 65536"/>
                <a:gd name="T9" fmla="*/ 0 w 21600"/>
                <a:gd name="T10" fmla="*/ 0 h 24051"/>
                <a:gd name="T11" fmla="*/ 21600 w 21600"/>
                <a:gd name="T12" fmla="*/ 24051 h 24051"/>
              </a:gdLst>
              <a:ahLst/>
              <a:cxnLst>
                <a:cxn ang="T6">
                  <a:pos x="T0" y="T1"/>
                </a:cxn>
                <a:cxn ang="T7">
                  <a:pos x="T2" y="T3"/>
                </a:cxn>
                <a:cxn ang="T8">
                  <a:pos x="T4" y="T5"/>
                </a:cxn>
              </a:cxnLst>
              <a:rect l="T9" t="T10" r="T11" b="T12"/>
              <a:pathLst>
                <a:path w="21600" h="24051" fill="none" extrusionOk="0">
                  <a:moveTo>
                    <a:pt x="7660" y="0"/>
                  </a:moveTo>
                  <a:cubicBezTo>
                    <a:pt x="16051" y="3182"/>
                    <a:pt x="21600" y="11222"/>
                    <a:pt x="21600" y="20196"/>
                  </a:cubicBezTo>
                  <a:cubicBezTo>
                    <a:pt x="21600" y="21488"/>
                    <a:pt x="21483" y="22778"/>
                    <a:pt x="21253" y="24051"/>
                  </a:cubicBezTo>
                </a:path>
                <a:path w="21600" h="24051" stroke="0" extrusionOk="0">
                  <a:moveTo>
                    <a:pt x="7660" y="0"/>
                  </a:moveTo>
                  <a:cubicBezTo>
                    <a:pt x="16051" y="3182"/>
                    <a:pt x="21600" y="11222"/>
                    <a:pt x="21600" y="20196"/>
                  </a:cubicBezTo>
                  <a:cubicBezTo>
                    <a:pt x="21600" y="21488"/>
                    <a:pt x="21483" y="22778"/>
                    <a:pt x="21253" y="24051"/>
                  </a:cubicBezTo>
                  <a:lnTo>
                    <a:pt x="0" y="20196"/>
                  </a:lnTo>
                  <a:lnTo>
                    <a:pt x="7660" y="0"/>
                  </a:lnTo>
                  <a:close/>
                </a:path>
              </a:pathLst>
            </a:custGeom>
            <a:noFill/>
            <a:ln w="127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92075" tIns="46038" rIns="92075" bIns="46038" anchor="ctr">
              <a:spAutoFit/>
            </a:bodyPr>
            <a:lstStyle/>
            <a:p>
              <a:endParaRPr lang="en-US"/>
            </a:p>
          </p:txBody>
        </p:sp>
        <p:sp>
          <p:nvSpPr>
            <p:cNvPr id="13" name="Line 22">
              <a:extLst>
                <a:ext uri="{FF2B5EF4-FFF2-40B4-BE49-F238E27FC236}">
                  <a16:creationId xmlns:a16="http://schemas.microsoft.com/office/drawing/2014/main" id="{42560B04-AB43-13E3-961F-E9589DEC29C9}"/>
                </a:ext>
              </a:extLst>
            </p:cNvPr>
            <p:cNvSpPr>
              <a:spLocks noChangeShapeType="1"/>
            </p:cNvSpPr>
            <p:nvPr/>
          </p:nvSpPr>
          <p:spPr bwMode="auto">
            <a:xfrm>
              <a:off x="2843213" y="3429000"/>
              <a:ext cx="35290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14" name="Line 23">
              <a:extLst>
                <a:ext uri="{FF2B5EF4-FFF2-40B4-BE49-F238E27FC236}">
                  <a16:creationId xmlns:a16="http://schemas.microsoft.com/office/drawing/2014/main" id="{096DDE19-1DC3-3EFD-DD35-58F04B2A1C8C}"/>
                </a:ext>
              </a:extLst>
            </p:cNvPr>
            <p:cNvSpPr>
              <a:spLocks noChangeShapeType="1"/>
            </p:cNvSpPr>
            <p:nvPr/>
          </p:nvSpPr>
          <p:spPr bwMode="auto">
            <a:xfrm>
              <a:off x="1835150" y="5589588"/>
              <a:ext cx="511333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92075" tIns="46038" rIns="92075" bIns="46038">
              <a:spAutoFit/>
            </a:bodyPr>
            <a:lstStyle/>
            <a:p>
              <a:endParaRPr lang="en-US"/>
            </a:p>
          </p:txBody>
        </p:sp>
        <p:sp>
          <p:nvSpPr>
            <p:cNvPr id="15" name="Line 24">
              <a:extLst>
                <a:ext uri="{FF2B5EF4-FFF2-40B4-BE49-F238E27FC236}">
                  <a16:creationId xmlns:a16="http://schemas.microsoft.com/office/drawing/2014/main" id="{444A6491-8C2D-A5B4-5054-88C2921E0DBA}"/>
                </a:ext>
              </a:extLst>
            </p:cNvPr>
            <p:cNvSpPr>
              <a:spLocks noChangeShapeType="1"/>
            </p:cNvSpPr>
            <p:nvPr/>
          </p:nvSpPr>
          <p:spPr bwMode="auto">
            <a:xfrm>
              <a:off x="3492500" y="2924175"/>
              <a:ext cx="0" cy="5048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16" name="Line 25">
              <a:extLst>
                <a:ext uri="{FF2B5EF4-FFF2-40B4-BE49-F238E27FC236}">
                  <a16:creationId xmlns:a16="http://schemas.microsoft.com/office/drawing/2014/main" id="{24C42762-4B8F-8FC8-085A-4AFAA9E34DF2}"/>
                </a:ext>
              </a:extLst>
            </p:cNvPr>
            <p:cNvSpPr>
              <a:spLocks noChangeShapeType="1"/>
            </p:cNvSpPr>
            <p:nvPr/>
          </p:nvSpPr>
          <p:spPr bwMode="auto">
            <a:xfrm>
              <a:off x="3492500" y="5516563"/>
              <a:ext cx="0" cy="7302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lIns="92075" tIns="46038" rIns="92075" bIns="46038">
              <a:spAutoFit/>
            </a:bodyPr>
            <a:lstStyle/>
            <a:p>
              <a:endParaRPr lang="en-US"/>
            </a:p>
          </p:txBody>
        </p:sp>
        <p:sp>
          <p:nvSpPr>
            <p:cNvPr id="17" name="Text Box 26">
              <a:extLst>
                <a:ext uri="{FF2B5EF4-FFF2-40B4-BE49-F238E27FC236}">
                  <a16:creationId xmlns:a16="http://schemas.microsoft.com/office/drawing/2014/main" id="{1619D2E8-A0DF-F5C8-AC87-C60EBEC8880F}"/>
                </a:ext>
              </a:extLst>
            </p:cNvPr>
            <p:cNvSpPr txBox="1">
              <a:spLocks noChangeArrowheads="1"/>
            </p:cNvSpPr>
            <p:nvPr/>
          </p:nvSpPr>
          <p:spPr bwMode="auto">
            <a:xfrm>
              <a:off x="3203575" y="3500438"/>
              <a:ext cx="7207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800"/>
                <a:t>VaR</a:t>
              </a:r>
            </a:p>
          </p:txBody>
        </p:sp>
        <p:sp>
          <p:nvSpPr>
            <p:cNvPr id="18" name="Text Box 27">
              <a:extLst>
                <a:ext uri="{FF2B5EF4-FFF2-40B4-BE49-F238E27FC236}">
                  <a16:creationId xmlns:a16="http://schemas.microsoft.com/office/drawing/2014/main" id="{82C51279-98F6-0903-4ED0-6887A7B52CE0}"/>
                </a:ext>
              </a:extLst>
            </p:cNvPr>
            <p:cNvSpPr txBox="1">
              <a:spLocks noChangeArrowheads="1"/>
            </p:cNvSpPr>
            <p:nvPr/>
          </p:nvSpPr>
          <p:spPr bwMode="auto">
            <a:xfrm>
              <a:off x="3203575" y="5734050"/>
              <a:ext cx="7921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92075" tIns="46038" rIns="92075" bIns="46038">
              <a:spAutoFit/>
            </a:bodyPr>
            <a:lstStyle>
              <a:lvl1pPr>
                <a:spcBef>
                  <a:spcPct val="20000"/>
                </a:spcBef>
                <a:buClr>
                  <a:schemeClr val="tx2"/>
                </a:buClr>
                <a:buSzPct val="70000"/>
                <a:buFont typeface="Wingdings" panose="05000000000000000000" pitchFamily="2" charset="2"/>
                <a:buChar char="l"/>
                <a:defRPr sz="3200">
                  <a:solidFill>
                    <a:schemeClr val="tx1"/>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Char char="l"/>
                <a:defRPr sz="2800">
                  <a:solidFill>
                    <a:schemeClr val="tx1"/>
                  </a:solidFill>
                  <a:latin typeface="Arial" panose="020B0604020202020204" pitchFamily="34" charset="0"/>
                </a:defRPr>
              </a:lvl2pPr>
              <a:lvl3pPr marL="1143000" indent="-228600">
                <a:spcBef>
                  <a:spcPct val="20000"/>
                </a:spcBef>
                <a:buClr>
                  <a:schemeClr val="accent1"/>
                </a:buClr>
                <a:buSzPct val="70000"/>
                <a:buFont typeface="Wingdings" panose="05000000000000000000" pitchFamily="2" charset="2"/>
                <a:buChar char="l"/>
                <a:defRPr sz="2400">
                  <a:solidFill>
                    <a:schemeClr val="tx1"/>
                  </a:solidFill>
                  <a:latin typeface="Arial" panose="020B0604020202020204" pitchFamily="34" charset="0"/>
                </a:defRPr>
              </a:lvl3pPr>
              <a:lvl4pPr marL="1600200" indent="-228600">
                <a:spcBef>
                  <a:spcPct val="20000"/>
                </a:spcBef>
                <a:buClr>
                  <a:schemeClr val="tx2"/>
                </a:buClr>
                <a:buSzPct val="75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1800"/>
                <a:t>VaR</a:t>
              </a:r>
            </a:p>
          </p:txBody>
        </p:sp>
      </p:grpSp>
    </p:spTree>
    <p:extLst>
      <p:ext uri="{BB962C8B-B14F-4D97-AF65-F5344CB8AC3E}">
        <p14:creationId xmlns:p14="http://schemas.microsoft.com/office/powerpoint/2010/main" val="2198556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6951D-0137-0399-8EBA-5F3B8575D74C}"/>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BD390D70-D38F-61D9-7B75-9DB8B220E4D2}"/>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Coherent Risk Measures</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A3BD5F07-307B-85B8-0AAA-F1829ED9C0DB}"/>
              </a:ext>
            </a:extLst>
          </p:cNvPr>
          <p:cNvSpPr>
            <a:spLocks noGrp="1"/>
          </p:cNvSpPr>
          <p:nvPr>
            <p:ph sz="half" idx="2"/>
          </p:nvPr>
        </p:nvSpPr>
        <p:spPr>
          <a:xfrm>
            <a:off x="423100" y="1066800"/>
            <a:ext cx="11345797" cy="5105399"/>
          </a:xfrm>
        </p:spPr>
        <p:txBody>
          <a:bodyPr wrap="square">
            <a:normAutofit fontScale="92500" lnSpcReduction="10000"/>
          </a:bodyPr>
          <a:lstStyle/>
          <a:p>
            <a:r>
              <a:rPr lang="en-US" altLang="en-US" sz="3200" dirty="0">
                <a:cs typeface="Arial" panose="020B0604020202020204" pitchFamily="34" charset="0"/>
              </a:rPr>
              <a:t>Define a coherent risk measure as the amount of cash that has to be added to a portfolio to make its risk acceptable</a:t>
            </a:r>
          </a:p>
          <a:p>
            <a:r>
              <a:rPr lang="en-US" altLang="en-US" sz="3200" dirty="0">
                <a:cs typeface="Arial" panose="020B0604020202020204" pitchFamily="34" charset="0"/>
              </a:rPr>
              <a:t>Properties of coherent risk measure</a:t>
            </a:r>
          </a:p>
          <a:p>
            <a:pPr lvl="1"/>
            <a:r>
              <a:rPr lang="en-US" altLang="en-US" sz="2800" dirty="0">
                <a:cs typeface="Arial" panose="020B0604020202020204" pitchFamily="34" charset="0"/>
              </a:rPr>
              <a:t>If one portfolio always produces a worse outcome than another its risk measure should be greater</a:t>
            </a:r>
          </a:p>
          <a:p>
            <a:pPr lvl="1"/>
            <a:r>
              <a:rPr lang="en-US" altLang="en-US" sz="2800" dirty="0">
                <a:cs typeface="Arial" panose="020B0604020202020204" pitchFamily="34" charset="0"/>
              </a:rPr>
              <a:t>If we add an amount of cash </a:t>
            </a:r>
            <a:r>
              <a:rPr lang="en-US" altLang="en-US" sz="2800" i="1" dirty="0">
                <a:latin typeface="Times New Roman" panose="02020603050405020304" pitchFamily="18" charset="0"/>
                <a:cs typeface="Arial" panose="020B0604020202020204" pitchFamily="34" charset="0"/>
              </a:rPr>
              <a:t>K</a:t>
            </a:r>
            <a:r>
              <a:rPr lang="en-US" altLang="en-US" sz="2800" dirty="0">
                <a:cs typeface="Arial" panose="020B0604020202020204" pitchFamily="34" charset="0"/>
              </a:rPr>
              <a:t> to a portfolio its risk measure should go down by </a:t>
            </a:r>
            <a:r>
              <a:rPr lang="en-US" altLang="en-US" sz="2800" i="1" dirty="0">
                <a:latin typeface="Times New Roman" panose="02020603050405020304" pitchFamily="18" charset="0"/>
                <a:cs typeface="Arial" panose="020B0604020202020204" pitchFamily="34" charset="0"/>
              </a:rPr>
              <a:t>K</a:t>
            </a:r>
          </a:p>
          <a:p>
            <a:pPr lvl="1"/>
            <a:r>
              <a:rPr lang="en-US" altLang="en-US" sz="2800" dirty="0">
                <a:cs typeface="Arial" panose="020B0604020202020204" pitchFamily="34" charset="0"/>
              </a:rPr>
              <a:t>Changing the size of a portfolio by </a:t>
            </a:r>
            <a:r>
              <a:rPr lang="en-US" altLang="en-US" sz="2800" dirty="0">
                <a:latin typeface="Symbol" panose="05050102010706020507" pitchFamily="18" charset="2"/>
                <a:cs typeface="Arial" panose="020B0604020202020204" pitchFamily="34" charset="0"/>
              </a:rPr>
              <a:t>l</a:t>
            </a:r>
            <a:r>
              <a:rPr lang="en-US" altLang="en-US" sz="2800" dirty="0">
                <a:cs typeface="Arial" panose="020B0604020202020204" pitchFamily="34" charset="0"/>
              </a:rPr>
              <a:t> should result in the risk measure being multiplied by </a:t>
            </a:r>
            <a:r>
              <a:rPr lang="en-US" altLang="en-US" sz="2800" dirty="0">
                <a:latin typeface="Symbol" panose="05050102010706020507" pitchFamily="18" charset="2"/>
                <a:cs typeface="Arial" panose="020B0604020202020204" pitchFamily="34" charset="0"/>
              </a:rPr>
              <a:t>l</a:t>
            </a:r>
          </a:p>
          <a:p>
            <a:pPr lvl="1"/>
            <a:r>
              <a:rPr lang="en-US" altLang="en-US" sz="2800" dirty="0">
                <a:cs typeface="Arial" panose="020B0604020202020204" pitchFamily="34" charset="0"/>
              </a:rPr>
              <a:t>The risk measures for two portfolios after they have been merged should be no greater than the sum of their risk measures before they were merged</a:t>
            </a:r>
          </a:p>
          <a:p>
            <a:pPr lvl="1"/>
            <a:r>
              <a:rPr lang="en-US" altLang="en-US" sz="2800" dirty="0">
                <a:cs typeface="Arial" panose="020B0604020202020204" pitchFamily="34" charset="0"/>
              </a:rPr>
              <a:t>VaR satisfies the first three conditions but not the fourth one. ES satisfies all four conditions.</a:t>
            </a:r>
          </a:p>
          <a:p>
            <a:pPr lvl="1"/>
            <a:endParaRPr lang="en-US" altLang="en-US" sz="2800" dirty="0">
              <a:cs typeface="Arial" panose="020B0604020202020204" pitchFamily="34" charset="0"/>
            </a:endParaRPr>
          </a:p>
        </p:txBody>
      </p:sp>
    </p:spTree>
    <p:extLst>
      <p:ext uri="{BB962C8B-B14F-4D97-AF65-F5344CB8AC3E}">
        <p14:creationId xmlns:p14="http://schemas.microsoft.com/office/powerpoint/2010/main" val="3126242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61B4A-B88E-F1BE-5479-CD278F324E23}"/>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A8CBC274-6F80-93C3-5A59-CE3F8D32DF5D}"/>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Normal Distribution Assumption</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CEB4013F-2A60-224D-6B32-88EFA7C6FC41}"/>
              </a:ext>
            </a:extLst>
          </p:cNvPr>
          <p:cNvSpPr>
            <a:spLocks noGrp="1"/>
          </p:cNvSpPr>
          <p:nvPr>
            <p:ph sz="half" idx="2"/>
          </p:nvPr>
        </p:nvSpPr>
        <p:spPr/>
        <p:txBody>
          <a:bodyPr wrap="square">
            <a:normAutofit/>
          </a:bodyPr>
          <a:lstStyle/>
          <a:p>
            <a:r>
              <a:rPr lang="en-CA" altLang="en-US" sz="2800" dirty="0">
                <a:cs typeface="Arial" panose="020B0604020202020204" pitchFamily="34" charset="0"/>
              </a:rPr>
              <a:t>When losses (gains) are normally distributed with mean </a:t>
            </a:r>
            <a:r>
              <a:rPr lang="en-CA" altLang="en-US" sz="2800" dirty="0">
                <a:latin typeface="Symbol" panose="05050102010706020507" pitchFamily="18" charset="2"/>
                <a:cs typeface="Arial" panose="020B0604020202020204" pitchFamily="34" charset="0"/>
              </a:rPr>
              <a:t>m</a:t>
            </a:r>
            <a:r>
              <a:rPr lang="en-CA" altLang="en-US" sz="2800" dirty="0">
                <a:cs typeface="Arial" panose="020B0604020202020204" pitchFamily="34" charset="0"/>
              </a:rPr>
              <a:t> and standard deviation </a:t>
            </a:r>
            <a:r>
              <a:rPr lang="en-CA" altLang="en-US" sz="2800" dirty="0">
                <a:latin typeface="Symbol" panose="05050102010706020507" pitchFamily="18" charset="2"/>
                <a:cs typeface="Arial" panose="020B0604020202020204" pitchFamily="34" charset="0"/>
              </a:rPr>
              <a:t>s</a:t>
            </a:r>
            <a:r>
              <a:rPr lang="en-CA" altLang="en-US" sz="2800" i="1" dirty="0">
                <a:latin typeface="Symbol" panose="05050102010706020507" pitchFamily="18" charset="2"/>
                <a:cs typeface="Arial" panose="020B0604020202020204" pitchFamily="34" charset="0"/>
              </a:rPr>
              <a:t> </a:t>
            </a:r>
            <a:endParaRPr lang="en-US" altLang="en-US" sz="2800" i="1" dirty="0">
              <a:latin typeface="Symbol" panose="05050102010706020507" pitchFamily="18" charset="2"/>
              <a:cs typeface="Arial" panose="020B0604020202020204" pitchFamily="34" charset="0"/>
            </a:endParaRPr>
          </a:p>
          <a:p>
            <a:endParaRPr lang="en-US" altLang="en-US" sz="2800" dirty="0">
              <a:cs typeface="Arial" panose="020B0604020202020204" pitchFamily="34" charset="0"/>
            </a:endParaRPr>
          </a:p>
        </p:txBody>
      </p:sp>
      <p:graphicFrame>
        <p:nvGraphicFramePr>
          <p:cNvPr id="2" name="Object 2">
            <a:extLst>
              <a:ext uri="{FF2B5EF4-FFF2-40B4-BE49-F238E27FC236}">
                <a16:creationId xmlns:a16="http://schemas.microsoft.com/office/drawing/2014/main" id="{BB4A73E2-839F-5037-0BFD-525DD8B070DE}"/>
              </a:ext>
            </a:extLst>
          </p:cNvPr>
          <p:cNvGraphicFramePr>
            <a:graphicFrameLocks noChangeAspect="1"/>
          </p:cNvGraphicFramePr>
          <p:nvPr>
            <p:extLst>
              <p:ext uri="{D42A27DB-BD31-4B8C-83A1-F6EECF244321}">
                <p14:modId xmlns:p14="http://schemas.microsoft.com/office/powerpoint/2010/main" val="3853614883"/>
              </p:ext>
            </p:extLst>
          </p:nvPr>
        </p:nvGraphicFramePr>
        <p:xfrm>
          <a:off x="827584" y="2852936"/>
          <a:ext cx="6080125" cy="2946400"/>
        </p:xfrm>
        <a:graphic>
          <a:graphicData uri="http://schemas.openxmlformats.org/presentationml/2006/ole">
            <mc:AlternateContent xmlns:mc="http://schemas.openxmlformats.org/markup-compatibility/2006">
              <mc:Choice xmlns:v="urn:schemas-microsoft-com:vml" Requires="v">
                <p:oleObj name="Equation" r:id="rId3" imgW="2412720" imgH="1168200" progId="Equation.3">
                  <p:embed/>
                </p:oleObj>
              </mc:Choice>
              <mc:Fallback>
                <p:oleObj name="Equation" r:id="rId3" imgW="2412720" imgH="1168200" progId="Equation.3">
                  <p:embed/>
                  <p:pic>
                    <p:nvPicPr>
                      <p:cNvPr id="2" name="Object 2">
                        <a:extLst>
                          <a:ext uri="{FF2B5EF4-FFF2-40B4-BE49-F238E27FC236}">
                            <a16:creationId xmlns:a16="http://schemas.microsoft.com/office/drawing/2014/main" id="{BB4A73E2-839F-5037-0BFD-525DD8B070DE}"/>
                          </a:ext>
                        </a:extLst>
                      </p:cNvPr>
                      <p:cNvPicPr>
                        <a:picLocks noChangeAspect="1" noChangeArrowheads="1"/>
                      </p:cNvPicPr>
                      <p:nvPr/>
                    </p:nvPicPr>
                    <p:blipFill>
                      <a:blip r:embed="rId4"/>
                      <a:srcRect/>
                      <a:stretch>
                        <a:fillRect/>
                      </a:stretch>
                    </p:blipFill>
                    <p:spPr bwMode="auto">
                      <a:xfrm>
                        <a:off x="827584" y="2852936"/>
                        <a:ext cx="6080125" cy="294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09179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F246E-3782-AFD7-D1CF-42FA85094728}"/>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FFA1982E-0B08-F54B-9532-C7F865563CE7}"/>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Normal Distribution VaR: Example</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AB8702CB-C075-85B0-0569-FB5C78804AE3}"/>
              </a:ext>
            </a:extLst>
          </p:cNvPr>
          <p:cNvSpPr>
            <a:spLocks noGrp="1"/>
          </p:cNvSpPr>
          <p:nvPr>
            <p:ph sz="half" idx="2"/>
          </p:nvPr>
        </p:nvSpPr>
        <p:spPr/>
        <p:txBody>
          <a:bodyPr wrap="square">
            <a:normAutofit fontScale="92500"/>
          </a:bodyPr>
          <a:lstStyle/>
          <a:p>
            <a:pPr marL="0" indent="0">
              <a:buNone/>
            </a:pPr>
            <a:r>
              <a:rPr lang="en-US" altLang="en-US" sz="2800" b="1" dirty="0">
                <a:cs typeface="Arial" panose="020B0604020202020204" pitchFamily="34" charset="0"/>
              </a:rPr>
              <a:t>Assumptions: </a:t>
            </a:r>
            <a:r>
              <a:rPr lang="en-US" altLang="en-US" sz="2800" dirty="0">
                <a:cs typeface="Arial" panose="020B0604020202020204" pitchFamily="34" charset="0"/>
              </a:rPr>
              <a:t>returns normal, mu = 0.05% and sigma = 2% (daily), V = $1,000,000, c = 99%</a:t>
            </a:r>
          </a:p>
          <a:p>
            <a:r>
              <a:rPr lang="en-US" altLang="en-US" sz="2800" dirty="0">
                <a:cs typeface="Arial" panose="020B0604020202020204" pitchFamily="34" charset="0"/>
              </a:rPr>
              <a:t>    z = 2.326  (the 99% standard-normal quantile)</a:t>
            </a:r>
          </a:p>
          <a:p>
            <a:endParaRPr lang="en-US" altLang="en-US" sz="2800" dirty="0">
              <a:cs typeface="Arial" panose="020B0604020202020204" pitchFamily="34" charset="0"/>
            </a:endParaRPr>
          </a:p>
          <a:p>
            <a:pPr marL="0" indent="0">
              <a:buNone/>
            </a:pPr>
            <a:r>
              <a:rPr lang="en-US" altLang="en-US" sz="2800" dirty="0">
                <a:cs typeface="Arial" panose="020B0604020202020204" pitchFamily="34" charset="0"/>
              </a:rPr>
              <a:t>VaR (loss) = (z*sigma - mu) * V</a:t>
            </a:r>
          </a:p>
          <a:p>
            <a:pPr marL="0" indent="0">
              <a:buNone/>
            </a:pPr>
            <a:r>
              <a:rPr lang="en-US" altLang="en-US" sz="2800" dirty="0">
                <a:cs typeface="Arial" panose="020B0604020202020204" pitchFamily="34" charset="0"/>
              </a:rPr>
              <a:t> </a:t>
            </a:r>
            <a:r>
              <a:rPr lang="en-US" altLang="en-US" sz="2800" b="1" dirty="0">
                <a:cs typeface="Arial" panose="020B0604020202020204" pitchFamily="34" charset="0"/>
              </a:rPr>
              <a:t>VaR</a:t>
            </a:r>
            <a:r>
              <a:rPr lang="en-US" altLang="en-US" sz="2800" dirty="0">
                <a:cs typeface="Arial" panose="020B0604020202020204" pitchFamily="34" charset="0"/>
              </a:rPr>
              <a:t> = (2.326 x 0.02 - 0.0005) x 1,000,000   = (0.04652 - 0.0005) x 1,000,000    = $46,020</a:t>
            </a:r>
          </a:p>
          <a:p>
            <a:endParaRPr lang="en-US" altLang="en-US" sz="2800" dirty="0">
              <a:cs typeface="Arial" panose="020B0604020202020204" pitchFamily="34" charset="0"/>
            </a:endParaRPr>
          </a:p>
          <a:p>
            <a:pPr marL="0" indent="0">
              <a:buNone/>
            </a:pPr>
            <a:r>
              <a:rPr lang="en-US" altLang="en-US" sz="2800" dirty="0">
                <a:cs typeface="Arial" panose="020B0604020202020204" pitchFamily="34" charset="0"/>
              </a:rPr>
              <a:t>ES (loss)  = (sigma * phi(z)/(1 - c) - mu) * V,   phi(z)/(1 - c) = 0.02665/0.01 = 2.665</a:t>
            </a:r>
          </a:p>
          <a:p>
            <a:pPr marL="0" indent="0">
              <a:buNone/>
            </a:pPr>
            <a:r>
              <a:rPr lang="en-US" altLang="en-US" sz="2800" b="1" dirty="0">
                <a:cs typeface="Arial" panose="020B0604020202020204" pitchFamily="34" charset="0"/>
              </a:rPr>
              <a:t>ES </a:t>
            </a:r>
            <a:r>
              <a:rPr lang="en-US" altLang="en-US" sz="2800" dirty="0">
                <a:cs typeface="Arial" panose="020B0604020202020204" pitchFamily="34" charset="0"/>
              </a:rPr>
              <a:t> = (0.02 x 2.665 - 0.0005) x 1,000,000  = (0.05330 - 0.0005) x 1,000,000  = $52,800</a:t>
            </a:r>
          </a:p>
        </p:txBody>
      </p:sp>
    </p:spTree>
    <p:extLst>
      <p:ext uri="{BB962C8B-B14F-4D97-AF65-F5344CB8AC3E}">
        <p14:creationId xmlns:p14="http://schemas.microsoft.com/office/powerpoint/2010/main" val="3448998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Multi-Horizon VaR - the Square-Root-of-Time Rule</a:t>
            </a:r>
            <a:endParaRPr b="1" dirty="0">
              <a:latin typeface="Arial" panose="020B0604020202020204" pitchFamily="34" charset="0"/>
              <a:cs typeface="Arial" panose="020B0604020202020204" pitchFamily="34" charset="0"/>
            </a:endParaRPr>
          </a:p>
        </p:txBody>
      </p:sp>
      <p:pic>
        <p:nvPicPr>
          <p:cNvPr id="4030" name="Picture 4029" descr="f_sqrtt.png"/>
          <p:cNvPicPr>
            <a:picLocks noChangeAspect="1"/>
          </p:cNvPicPr>
          <p:nvPr/>
        </p:nvPicPr>
        <p:blipFill>
          <a:blip r:embed="rId3"/>
          <a:stretch>
            <a:fillRect/>
          </a:stretch>
        </p:blipFill>
        <p:spPr>
          <a:xfrm>
            <a:off x="2341517" y="1591056"/>
            <a:ext cx="7505917" cy="475488"/>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92500" lnSpcReduction="20000"/>
          </a:bodyPr>
          <a:lstStyle/>
          <a:p>
            <a:pPr marL="0" indent="0">
              <a:buNone/>
            </a:pPr>
            <a:r>
              <a:rPr lang="en-CA" b="1" dirty="0"/>
              <a:t>The rule</a:t>
            </a:r>
          </a:p>
          <a:p>
            <a:r>
              <a:rPr lang="en-CA" dirty="0"/>
              <a:t>Under i.i.d. daily returns, variance scales with h, so the standard deviation scales with sqrt(h)</a:t>
            </a:r>
          </a:p>
          <a:p>
            <a:r>
              <a:rPr lang="en-CA" dirty="0"/>
              <a:t>Basel application: 10-day VaR = 1-day VaR x sqrt(10), about 3.162x</a:t>
            </a:r>
          </a:p>
          <a:p>
            <a:pPr marL="0" indent="0">
              <a:buNone/>
            </a:pPr>
            <a:r>
              <a:rPr lang="en-CA" b="1" dirty="0"/>
              <a:t>When it breaks</a:t>
            </a:r>
          </a:p>
          <a:p>
            <a:r>
              <a:rPr lang="en-CA" dirty="0"/>
              <a:t>Breaks down when returns are autocorrelated or GARCH; volatility clustering makes empirical VaR grow slower than sqrt(h)</a:t>
            </a:r>
          </a:p>
          <a:p>
            <a:r>
              <a:rPr lang="en-CA" dirty="0"/>
              <a:t>Lab finding: sqrt(T) overstates VaR at long horizons because mean-reverting volatility dampens h-day risk</a:t>
            </a:r>
          </a:p>
          <a:p>
            <a:r>
              <a:rPr lang="en-CA" dirty="0"/>
              <a:t>At a 1-year horizon, sqrt(252) overstates risk by 20 to 40% in equity data; EVT corrects the very long tail</a:t>
            </a:r>
          </a:p>
        </p:txBody>
      </p:sp>
    </p:spTree>
    <p:extLst>
      <p:ext uri="{BB962C8B-B14F-4D97-AF65-F5344CB8AC3E}">
        <p14:creationId xmlns:p14="http://schemas.microsoft.com/office/powerpoint/2010/main" val="159339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CBC9E-2202-E7AB-69DC-DD57C8D60452}"/>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4CEFBFCF-BD3F-ABE2-4BA0-2081FA16155D}"/>
              </a:ext>
            </a:extLst>
          </p:cNvPr>
          <p:cNvSpPr>
            <a:spLocks noGrp="1"/>
          </p:cNvSpPr>
          <p:nvPr>
            <p:ph type="title"/>
          </p:nvPr>
        </p:nvSpPr>
        <p:spPr/>
        <p:txBody>
          <a:bodyPr/>
          <a:lstStyle/>
          <a:p>
            <a:r>
              <a:rPr lang="en-CA" altLang="en-US" b="1" dirty="0">
                <a:latin typeface="Arial" panose="020B0604020202020204" pitchFamily="34" charset="0"/>
                <a:cs typeface="Arial" panose="020B0604020202020204" pitchFamily="34" charset="0"/>
              </a:rPr>
              <a:t>Changing the Time Horizon</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14256BC8-3266-8174-7C75-EC59F8F93A24}"/>
              </a:ext>
            </a:extLst>
          </p:cNvPr>
          <p:cNvSpPr>
            <a:spLocks noGrp="1"/>
          </p:cNvSpPr>
          <p:nvPr>
            <p:ph sz="half" idx="2"/>
          </p:nvPr>
        </p:nvSpPr>
        <p:spPr/>
        <p:txBody>
          <a:bodyPr wrap="square">
            <a:normAutofit/>
          </a:bodyPr>
          <a:lstStyle/>
          <a:p>
            <a:pPr>
              <a:defRPr/>
            </a:pPr>
            <a:r>
              <a:rPr lang="en-CA" sz="2800" dirty="0"/>
              <a:t>If losses in successive days are independent, normally distributed, and have a mean of zero</a:t>
            </a:r>
          </a:p>
          <a:p>
            <a:endParaRPr lang="en-US" altLang="en-US" sz="2800" dirty="0">
              <a:cs typeface="Arial" panose="020B0604020202020204" pitchFamily="34" charset="0"/>
            </a:endParaRPr>
          </a:p>
        </p:txBody>
      </p:sp>
      <p:graphicFrame>
        <p:nvGraphicFramePr>
          <p:cNvPr id="3" name="Object 5">
            <a:extLst>
              <a:ext uri="{FF2B5EF4-FFF2-40B4-BE49-F238E27FC236}">
                <a16:creationId xmlns:a16="http://schemas.microsoft.com/office/drawing/2014/main" id="{01F45DBE-ECA7-FF97-9751-1E44432F8BFA}"/>
              </a:ext>
            </a:extLst>
          </p:cNvPr>
          <p:cNvGraphicFramePr>
            <a:graphicFrameLocks noChangeAspect="1"/>
          </p:cNvGraphicFramePr>
          <p:nvPr>
            <p:extLst>
              <p:ext uri="{D42A27DB-BD31-4B8C-83A1-F6EECF244321}">
                <p14:modId xmlns:p14="http://schemas.microsoft.com/office/powerpoint/2010/main" val="3416824265"/>
              </p:ext>
            </p:extLst>
          </p:nvPr>
        </p:nvGraphicFramePr>
        <p:xfrm>
          <a:off x="2590800" y="2775316"/>
          <a:ext cx="4648200" cy="1213982"/>
        </p:xfrm>
        <a:graphic>
          <a:graphicData uri="http://schemas.openxmlformats.org/presentationml/2006/ole">
            <mc:AlternateContent xmlns:mc="http://schemas.openxmlformats.org/markup-compatibility/2006">
              <mc:Choice xmlns:v="urn:schemas-microsoft-com:vml" Requires="v">
                <p:oleObj name="Equation" r:id="rId3" imgW="1943100" imgH="508000" progId="Equation.3">
                  <p:embed/>
                </p:oleObj>
              </mc:Choice>
              <mc:Fallback>
                <p:oleObj name="Equation" r:id="rId3" imgW="1943100" imgH="508000" progId="Equation.3">
                  <p:embed/>
                  <p:pic>
                    <p:nvPicPr>
                      <p:cNvPr id="3" name="Object 5">
                        <a:extLst>
                          <a:ext uri="{FF2B5EF4-FFF2-40B4-BE49-F238E27FC236}">
                            <a16:creationId xmlns:a16="http://schemas.microsoft.com/office/drawing/2014/main" id="{01F45DBE-ECA7-FF97-9751-1E44432F8B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775316"/>
                        <a:ext cx="4648200" cy="121398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475896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5CE30-4CAB-5629-DF36-760720D0EF2A}"/>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71E5531E-73C4-3345-791D-E6F0A2E4F233}"/>
              </a:ext>
            </a:extLst>
          </p:cNvPr>
          <p:cNvSpPr>
            <a:spLocks noGrp="1"/>
          </p:cNvSpPr>
          <p:nvPr>
            <p:ph type="title"/>
          </p:nvPr>
        </p:nvSpPr>
        <p:spPr/>
        <p:txBody>
          <a:bodyPr/>
          <a:lstStyle/>
          <a:p>
            <a:r>
              <a:rPr lang="en-CA" altLang="en-US" b="1" dirty="0">
                <a:latin typeface="Arial" panose="020B0604020202020204" pitchFamily="34" charset="0"/>
                <a:cs typeface="Arial" panose="020B0604020202020204" pitchFamily="34" charset="0"/>
              </a:rPr>
              <a:t>Changing the Time </a:t>
            </a:r>
            <a:r>
              <a:rPr lang="en-CA" altLang="en-US" b="1" dirty="0" err="1">
                <a:latin typeface="Arial" panose="020B0604020202020204" pitchFamily="34" charset="0"/>
                <a:cs typeface="Arial" panose="020B0604020202020204" pitchFamily="34" charset="0"/>
              </a:rPr>
              <a:t>Horizon:Example</a:t>
            </a:r>
            <a:endParaRPr b="1"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9DE65644-3D78-7754-F90E-3D40C4391F82}"/>
              </a:ext>
            </a:extLst>
          </p:cNvPr>
          <p:cNvSpPr>
            <a:spLocks noGrp="1"/>
          </p:cNvSpPr>
          <p:nvPr>
            <p:ph sz="half" idx="2"/>
          </p:nvPr>
        </p:nvSpPr>
        <p:spPr/>
        <p:txBody>
          <a:bodyPr>
            <a:normAutofit/>
          </a:bodyPr>
          <a:lstStyle/>
          <a:p>
            <a:r>
              <a:rPr lang="en-US" b="1" dirty="0"/>
              <a:t>Assumptions</a:t>
            </a:r>
            <a:r>
              <a:rPr lang="en-US" dirty="0"/>
              <a:t>: </a:t>
            </a:r>
          </a:p>
          <a:p>
            <a:r>
              <a:rPr lang="en-US" dirty="0" err="1"/>
              <a:t>iid</a:t>
            </a:r>
            <a:r>
              <a:rPr lang="en-US" dirty="0"/>
              <a:t>, normal, mean 0, daily s = 1%, $1,000,000 position, 99%</a:t>
            </a:r>
          </a:p>
          <a:p>
            <a:r>
              <a:rPr lang="en-US" dirty="0"/>
              <a:t>Both VaR and ES scale by sqrt(T):</a:t>
            </a:r>
          </a:p>
          <a:p>
            <a:r>
              <a:rPr lang="en-US" dirty="0"/>
              <a:t>   1 day   (T = 1)       VaR  $23,300     ES  $26,650</a:t>
            </a:r>
          </a:p>
          <a:p>
            <a:r>
              <a:rPr lang="en-US" dirty="0"/>
              <a:t>   1 week  (T = 5)       VaR  $52,100     ES  $59,600</a:t>
            </a:r>
          </a:p>
          <a:p>
            <a:r>
              <a:rPr lang="en-US" dirty="0"/>
              <a:t>   1 year  (T = 252)     VaR  $369,900    ES  $423,100</a:t>
            </a:r>
          </a:p>
          <a:p>
            <a:r>
              <a:rPr lang="en-US" b="1" dirty="0"/>
              <a:t>Takeaways:</a:t>
            </a:r>
          </a:p>
          <a:p>
            <a:r>
              <a:rPr lang="en-US" dirty="0"/>
              <a:t>- Risk grows with sqrt(T): 1 year is about 15.9x a 1-day, not 252x</a:t>
            </a:r>
          </a:p>
          <a:p>
            <a:r>
              <a:rPr lang="en-US" dirty="0"/>
              <a:t>- ES stays about 14% above VaR at every horizon (both scale the same way)</a:t>
            </a:r>
          </a:p>
        </p:txBody>
      </p:sp>
    </p:spTree>
    <p:extLst>
      <p:ext uri="{BB962C8B-B14F-4D97-AF65-F5344CB8AC3E}">
        <p14:creationId xmlns:p14="http://schemas.microsoft.com/office/powerpoint/2010/main" val="19370507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E6FFD-A8B2-93E0-702A-5486953E7147}"/>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8C2BFB1D-2EDF-FD1B-17EA-7D2EB0EF4DF4}"/>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Choice of VaR Parameters</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ACF4C8D4-AAA0-88A4-5C6D-B14A8AB922C0}"/>
              </a:ext>
            </a:extLst>
          </p:cNvPr>
          <p:cNvSpPr>
            <a:spLocks noGrp="1"/>
          </p:cNvSpPr>
          <p:nvPr>
            <p:ph sz="half" idx="2"/>
          </p:nvPr>
        </p:nvSpPr>
        <p:spPr/>
        <p:txBody>
          <a:bodyPr wrap="square">
            <a:normAutofit/>
          </a:bodyPr>
          <a:lstStyle/>
          <a:p>
            <a:pPr>
              <a:lnSpc>
                <a:spcPct val="80000"/>
              </a:lnSpc>
            </a:pPr>
            <a:r>
              <a:rPr lang="en-US" altLang="en-US" sz="2800" dirty="0">
                <a:cs typeface="Arial" panose="020B0604020202020204" pitchFamily="34" charset="0"/>
              </a:rPr>
              <a:t>Time horizon should depend on how quickly portfolio can be unwound. Regulators are planning to move toward a system where ES is used and  the time horizon depends on liquidity. </a:t>
            </a:r>
          </a:p>
          <a:p>
            <a:pPr>
              <a:lnSpc>
                <a:spcPct val="80000"/>
              </a:lnSpc>
            </a:pPr>
            <a:r>
              <a:rPr lang="en-US" altLang="en-US" sz="2800" dirty="0">
                <a:cs typeface="Arial" panose="020B0604020202020204" pitchFamily="34" charset="0"/>
              </a:rPr>
              <a:t>Confidence level depends on objectives. Regulators have used 99% for market risk and 99.9% for credit/operational risk.</a:t>
            </a:r>
          </a:p>
          <a:p>
            <a:pPr>
              <a:lnSpc>
                <a:spcPct val="80000"/>
              </a:lnSpc>
            </a:pPr>
            <a:r>
              <a:rPr lang="en-US" altLang="en-US" sz="2800" dirty="0">
                <a:cs typeface="Arial" panose="020B0604020202020204" pitchFamily="34" charset="0"/>
              </a:rPr>
              <a:t>A bank wanting to maintain a AA credit rating might use confidence levels as high as 99.97% for internal calculations.</a:t>
            </a:r>
          </a:p>
        </p:txBody>
      </p:sp>
    </p:spTree>
    <p:extLst>
      <p:ext uri="{BB962C8B-B14F-4D97-AF65-F5344CB8AC3E}">
        <p14:creationId xmlns:p14="http://schemas.microsoft.com/office/powerpoint/2010/main" val="1666928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FCDDD-0567-34C7-1630-8D067B591F35}"/>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47718CAE-8BB8-C806-7D56-9BEB11F8EB12}"/>
              </a:ext>
            </a:extLst>
          </p:cNvPr>
          <p:cNvSpPr>
            <a:spLocks noGrp="1"/>
          </p:cNvSpPr>
          <p:nvPr>
            <p:ph type="title"/>
          </p:nvPr>
        </p:nvSpPr>
        <p:spPr/>
        <p:txBody>
          <a:bodyPr/>
          <a:lstStyle/>
          <a:p>
            <a:r>
              <a:rPr lang="en-CA" altLang="en-US" b="1" dirty="0">
                <a:latin typeface="Arial" panose="020B0604020202020204" pitchFamily="34" charset="0"/>
                <a:cs typeface="Arial" panose="020B0604020202020204" pitchFamily="34" charset="0"/>
              </a:rPr>
              <a:t>Aggregating </a:t>
            </a:r>
            <a:r>
              <a:rPr lang="en-CA" altLang="en-US" b="1" dirty="0" err="1">
                <a:latin typeface="Arial" panose="020B0604020202020204" pitchFamily="34" charset="0"/>
                <a:cs typeface="Arial" panose="020B0604020202020204" pitchFamily="34" charset="0"/>
              </a:rPr>
              <a:t>VaRs</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5E9DE368-7C92-8680-1541-DCD578B8A7B0}"/>
              </a:ext>
            </a:extLst>
          </p:cNvPr>
          <p:cNvSpPr>
            <a:spLocks noGrp="1"/>
          </p:cNvSpPr>
          <p:nvPr>
            <p:ph sz="half" idx="2"/>
          </p:nvPr>
        </p:nvSpPr>
        <p:spPr/>
        <p:txBody>
          <a:bodyPr wrap="square">
            <a:normAutofit/>
          </a:bodyPr>
          <a:lstStyle/>
          <a:p>
            <a:pPr marL="349250" lvl="1" indent="0">
              <a:buFont typeface="Wingdings" panose="05000000000000000000" pitchFamily="2" charset="2"/>
              <a:buNone/>
              <a:defRPr/>
            </a:pPr>
            <a:r>
              <a:rPr lang="en-CA" dirty="0"/>
              <a:t>An approximate approach that seems to works well is</a:t>
            </a:r>
          </a:p>
          <a:p>
            <a:pPr>
              <a:defRPr/>
            </a:pPr>
            <a:endParaRPr lang="en-CA" dirty="0"/>
          </a:p>
          <a:p>
            <a:pPr>
              <a:defRPr/>
            </a:pPr>
            <a:endParaRPr lang="en-CA" dirty="0"/>
          </a:p>
          <a:p>
            <a:pPr marL="349250" lvl="1" indent="0">
              <a:buFont typeface="Wingdings" panose="05000000000000000000" pitchFamily="2" charset="2"/>
              <a:buNone/>
              <a:defRPr/>
            </a:pPr>
            <a:endParaRPr lang="en-CA" dirty="0"/>
          </a:p>
          <a:p>
            <a:pPr marL="349250" lvl="1" indent="0">
              <a:buFont typeface="Wingdings" panose="05000000000000000000" pitchFamily="2" charset="2"/>
              <a:buNone/>
              <a:defRPr/>
            </a:pPr>
            <a:endParaRPr lang="en-CA" dirty="0"/>
          </a:p>
          <a:p>
            <a:pPr marL="349250" lvl="1" indent="0">
              <a:buFont typeface="Wingdings" panose="05000000000000000000" pitchFamily="2" charset="2"/>
              <a:buNone/>
              <a:defRPr/>
            </a:pPr>
            <a:r>
              <a:rPr lang="en-CA" dirty="0"/>
              <a:t>where </a:t>
            </a:r>
            <a:r>
              <a:rPr lang="en-CA" dirty="0" err="1"/>
              <a:t>VaR</a:t>
            </a:r>
            <a:r>
              <a:rPr lang="en-CA" i="1" baseline="-25000" dirty="0" err="1"/>
              <a:t>i</a:t>
            </a:r>
            <a:r>
              <a:rPr lang="en-CA" dirty="0"/>
              <a:t> is the VaR for the </a:t>
            </a:r>
            <a:r>
              <a:rPr lang="en-CA" i="1" dirty="0" err="1"/>
              <a:t>i</a:t>
            </a:r>
            <a:r>
              <a:rPr lang="en-CA" dirty="0" err="1"/>
              <a:t>th</a:t>
            </a:r>
            <a:r>
              <a:rPr lang="en-CA" dirty="0"/>
              <a:t> segment, </a:t>
            </a:r>
            <a:r>
              <a:rPr lang="en-CA" dirty="0" err="1"/>
              <a:t>VaR</a:t>
            </a:r>
            <a:r>
              <a:rPr lang="en-CA" baseline="-25000" dirty="0" err="1"/>
              <a:t>total</a:t>
            </a:r>
            <a:r>
              <a:rPr lang="en-CA" dirty="0"/>
              <a:t> is the total VaR, and </a:t>
            </a:r>
            <a:r>
              <a:rPr lang="en-CA" dirty="0" err="1">
                <a:latin typeface="Symbol" pitchFamily="18" charset="2"/>
              </a:rPr>
              <a:t>r</a:t>
            </a:r>
            <a:r>
              <a:rPr lang="en-CA" i="1" baseline="-25000" dirty="0" err="1"/>
              <a:t>ij</a:t>
            </a:r>
            <a:r>
              <a:rPr lang="en-CA" dirty="0"/>
              <a:t> is the coefficient of correlation between losses from the </a:t>
            </a:r>
            <a:r>
              <a:rPr lang="en-CA" i="1" dirty="0" err="1"/>
              <a:t>i</a:t>
            </a:r>
            <a:r>
              <a:rPr lang="en-CA" dirty="0" err="1"/>
              <a:t>th</a:t>
            </a:r>
            <a:r>
              <a:rPr lang="en-CA" dirty="0"/>
              <a:t> and </a:t>
            </a:r>
            <a:r>
              <a:rPr lang="en-CA" i="1" dirty="0" err="1"/>
              <a:t>j</a:t>
            </a:r>
            <a:r>
              <a:rPr lang="en-CA" dirty="0" err="1"/>
              <a:t>th</a:t>
            </a:r>
            <a:r>
              <a:rPr lang="en-CA" dirty="0"/>
              <a:t> segments</a:t>
            </a:r>
          </a:p>
          <a:p>
            <a:pPr>
              <a:defRPr/>
            </a:pPr>
            <a:endParaRPr lang="en-CA" dirty="0"/>
          </a:p>
          <a:p>
            <a:pPr marL="0" indent="0">
              <a:buFont typeface="Wingdings" panose="05000000000000000000" pitchFamily="2" charset="2"/>
              <a:buNone/>
              <a:defRPr/>
            </a:pPr>
            <a:endParaRPr lang="en-US" dirty="0"/>
          </a:p>
        </p:txBody>
      </p:sp>
      <p:graphicFrame>
        <p:nvGraphicFramePr>
          <p:cNvPr id="2" name="Object 5">
            <a:extLst>
              <a:ext uri="{FF2B5EF4-FFF2-40B4-BE49-F238E27FC236}">
                <a16:creationId xmlns:a16="http://schemas.microsoft.com/office/drawing/2014/main" id="{35528654-416F-902B-9C84-EC5F748AD553}"/>
              </a:ext>
            </a:extLst>
          </p:cNvPr>
          <p:cNvGraphicFramePr>
            <a:graphicFrameLocks noChangeAspect="1"/>
          </p:cNvGraphicFramePr>
          <p:nvPr>
            <p:extLst>
              <p:ext uri="{D42A27DB-BD31-4B8C-83A1-F6EECF244321}">
                <p14:modId xmlns:p14="http://schemas.microsoft.com/office/powerpoint/2010/main" val="68835033"/>
              </p:ext>
            </p:extLst>
          </p:nvPr>
        </p:nvGraphicFramePr>
        <p:xfrm>
          <a:off x="1981200" y="2492375"/>
          <a:ext cx="4710112" cy="936625"/>
        </p:xfrm>
        <a:graphic>
          <a:graphicData uri="http://schemas.openxmlformats.org/presentationml/2006/ole">
            <mc:AlternateContent xmlns:mc="http://schemas.openxmlformats.org/markup-compatibility/2006">
              <mc:Choice xmlns:v="urn:schemas-microsoft-com:vml" Requires="v">
                <p:oleObj name="Equation" r:id="rId3" imgW="1981200" imgH="393700" progId="Equation.3">
                  <p:embed/>
                </p:oleObj>
              </mc:Choice>
              <mc:Fallback>
                <p:oleObj name="Equation" r:id="rId3" imgW="1981200" imgH="393700" progId="Equation.3">
                  <p:embed/>
                  <p:pic>
                    <p:nvPicPr>
                      <p:cNvPr id="2" name="Object 5">
                        <a:extLst>
                          <a:ext uri="{FF2B5EF4-FFF2-40B4-BE49-F238E27FC236}">
                            <a16:creationId xmlns:a16="http://schemas.microsoft.com/office/drawing/2014/main" id="{35528654-416F-902B-9C84-EC5F748AD5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492375"/>
                        <a:ext cx="4710112"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70675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4BB70-9A52-A41F-CCE7-99EA80932725}"/>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4F44113B-43A6-E573-ED49-AF853B83C5BB}"/>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VaR Measures for a Portfolio where an amount </a:t>
            </a:r>
            <a:r>
              <a:rPr lang="en-US" altLang="en-US" b="1" i="1" dirty="0">
                <a:latin typeface="Arial" panose="020B0604020202020204" pitchFamily="34" charset="0"/>
                <a:cs typeface="Arial" panose="020B0604020202020204" pitchFamily="34" charset="0"/>
              </a:rPr>
              <a:t>x</a:t>
            </a:r>
            <a:r>
              <a:rPr lang="en-US" altLang="en-US" b="1" i="1" baseline="-25000" dirty="0">
                <a:latin typeface="Arial" panose="020B0604020202020204" pitchFamily="34" charset="0"/>
                <a:cs typeface="Arial" panose="020B0604020202020204" pitchFamily="34" charset="0"/>
              </a:rPr>
              <a:t>i</a:t>
            </a:r>
            <a:r>
              <a:rPr lang="en-US" altLang="en-US" b="1" dirty="0">
                <a:latin typeface="Arial" panose="020B0604020202020204" pitchFamily="34" charset="0"/>
                <a:cs typeface="Arial" panose="020B0604020202020204" pitchFamily="34" charset="0"/>
              </a:rPr>
              <a:t> is invested in the </a:t>
            </a:r>
            <a:r>
              <a:rPr lang="en-US" altLang="en-US" b="1" i="1" dirty="0" err="1">
                <a:latin typeface="Arial" panose="020B0604020202020204" pitchFamily="34" charset="0"/>
                <a:cs typeface="Arial" panose="020B0604020202020204" pitchFamily="34" charset="0"/>
              </a:rPr>
              <a:t>i</a:t>
            </a:r>
            <a:r>
              <a:rPr lang="en-US" altLang="en-US" b="1" dirty="0" err="1">
                <a:latin typeface="Arial" panose="020B0604020202020204" pitchFamily="34" charset="0"/>
                <a:cs typeface="Arial" panose="020B0604020202020204" pitchFamily="34" charset="0"/>
              </a:rPr>
              <a:t>th</a:t>
            </a:r>
            <a:r>
              <a:rPr lang="en-US" altLang="en-US" b="1" dirty="0">
                <a:latin typeface="Arial" panose="020B0604020202020204" pitchFamily="34" charset="0"/>
                <a:cs typeface="Arial" panose="020B0604020202020204" pitchFamily="34" charset="0"/>
              </a:rPr>
              <a:t> component of the portfolio</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F1F4BB3C-A7E9-7148-024A-2950D4471D46}"/>
              </a:ext>
            </a:extLst>
          </p:cNvPr>
          <p:cNvSpPr>
            <a:spLocks noGrp="1"/>
          </p:cNvSpPr>
          <p:nvPr>
            <p:ph sz="half" idx="2"/>
          </p:nvPr>
        </p:nvSpPr>
        <p:spPr/>
        <p:txBody>
          <a:bodyPr wrap="square">
            <a:normAutofit/>
          </a:bodyPr>
          <a:lstStyle/>
          <a:p>
            <a:r>
              <a:rPr lang="en-US" altLang="en-US" dirty="0">
                <a:cs typeface="Arial" panose="020B0604020202020204" pitchFamily="34" charset="0"/>
              </a:rPr>
              <a:t>Marginal VaR:  </a:t>
            </a:r>
          </a:p>
          <a:p>
            <a:endParaRPr lang="en-US" altLang="en-US" dirty="0">
              <a:cs typeface="Arial" panose="020B0604020202020204" pitchFamily="34" charset="0"/>
            </a:endParaRPr>
          </a:p>
          <a:p>
            <a:r>
              <a:rPr lang="en-US" altLang="en-US" dirty="0">
                <a:cs typeface="Arial" panose="020B0604020202020204" pitchFamily="34" charset="0"/>
              </a:rPr>
              <a:t>Incremental VaR: Incremental effect of the </a:t>
            </a:r>
            <a:r>
              <a:rPr lang="en-US" altLang="en-US" i="1" dirty="0" err="1">
                <a:cs typeface="Arial" panose="020B0604020202020204" pitchFamily="34" charset="0"/>
              </a:rPr>
              <a:t>i</a:t>
            </a:r>
            <a:r>
              <a:rPr lang="en-US" altLang="en-US" dirty="0" err="1">
                <a:cs typeface="Arial" panose="020B0604020202020204" pitchFamily="34" charset="0"/>
              </a:rPr>
              <a:t>th</a:t>
            </a:r>
            <a:r>
              <a:rPr lang="en-US" altLang="en-US" dirty="0">
                <a:cs typeface="Arial" panose="020B0604020202020204" pitchFamily="34" charset="0"/>
              </a:rPr>
              <a:t> component on VaR</a:t>
            </a:r>
          </a:p>
          <a:p>
            <a:endParaRPr lang="en-US" altLang="en-US" dirty="0">
              <a:cs typeface="Arial" panose="020B0604020202020204" pitchFamily="34" charset="0"/>
            </a:endParaRPr>
          </a:p>
          <a:p>
            <a:r>
              <a:rPr lang="en-US" altLang="en-US" dirty="0">
                <a:cs typeface="Arial" panose="020B0604020202020204" pitchFamily="34" charset="0"/>
              </a:rPr>
              <a:t>Component VaR: </a:t>
            </a:r>
          </a:p>
          <a:p>
            <a:pPr lvl="1"/>
            <a:endParaRPr lang="en-US" altLang="en-US" dirty="0">
              <a:cs typeface="Arial" panose="020B0604020202020204" pitchFamily="34" charset="0"/>
            </a:endParaRPr>
          </a:p>
          <a:p>
            <a:endParaRPr lang="en-US" altLang="en-US" sz="2800" dirty="0">
              <a:cs typeface="Arial" panose="020B0604020202020204" pitchFamily="34" charset="0"/>
            </a:endParaRPr>
          </a:p>
        </p:txBody>
      </p:sp>
      <p:graphicFrame>
        <p:nvGraphicFramePr>
          <p:cNvPr id="2" name="Object 5">
            <a:extLst>
              <a:ext uri="{FF2B5EF4-FFF2-40B4-BE49-F238E27FC236}">
                <a16:creationId xmlns:a16="http://schemas.microsoft.com/office/drawing/2014/main" id="{7AF8361A-79CA-285A-8F9D-E24F14A075A9}"/>
              </a:ext>
            </a:extLst>
          </p:cNvPr>
          <p:cNvGraphicFramePr>
            <a:graphicFrameLocks noChangeAspect="1"/>
          </p:cNvGraphicFramePr>
          <p:nvPr>
            <p:extLst>
              <p:ext uri="{D42A27DB-BD31-4B8C-83A1-F6EECF244321}">
                <p14:modId xmlns:p14="http://schemas.microsoft.com/office/powerpoint/2010/main" val="3699470435"/>
              </p:ext>
            </p:extLst>
          </p:nvPr>
        </p:nvGraphicFramePr>
        <p:xfrm>
          <a:off x="3276600" y="1432414"/>
          <a:ext cx="879475" cy="879475"/>
        </p:xfrm>
        <a:graphic>
          <a:graphicData uri="http://schemas.openxmlformats.org/presentationml/2006/ole">
            <mc:AlternateContent xmlns:mc="http://schemas.openxmlformats.org/markup-compatibility/2006">
              <mc:Choice xmlns:v="urn:schemas-microsoft-com:vml" Requires="v">
                <p:oleObj name="Equation" r:id="rId3" imgW="431613" imgH="431613" progId="Equation.3">
                  <p:embed/>
                </p:oleObj>
              </mc:Choice>
              <mc:Fallback>
                <p:oleObj name="Equation" r:id="rId3" imgW="431613" imgH="431613" progId="Equation.3">
                  <p:embed/>
                  <p:pic>
                    <p:nvPicPr>
                      <p:cNvPr id="2" name="Object 5">
                        <a:extLst>
                          <a:ext uri="{FF2B5EF4-FFF2-40B4-BE49-F238E27FC236}">
                            <a16:creationId xmlns:a16="http://schemas.microsoft.com/office/drawing/2014/main" id="{7AF8361A-79CA-285A-8F9D-E24F14A07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432414"/>
                        <a:ext cx="879475"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7">
            <a:extLst>
              <a:ext uri="{FF2B5EF4-FFF2-40B4-BE49-F238E27FC236}">
                <a16:creationId xmlns:a16="http://schemas.microsoft.com/office/drawing/2014/main" id="{2DC84C96-2274-611A-DD5A-0BE93D1EE0D0}"/>
              </a:ext>
            </a:extLst>
          </p:cNvPr>
          <p:cNvGraphicFramePr>
            <a:graphicFrameLocks noChangeAspect="1"/>
          </p:cNvGraphicFramePr>
          <p:nvPr>
            <p:extLst>
              <p:ext uri="{D42A27DB-BD31-4B8C-83A1-F6EECF244321}">
                <p14:modId xmlns:p14="http://schemas.microsoft.com/office/powerpoint/2010/main" val="2926860756"/>
              </p:ext>
            </p:extLst>
          </p:nvPr>
        </p:nvGraphicFramePr>
        <p:xfrm>
          <a:off x="3314700" y="3379177"/>
          <a:ext cx="1296987" cy="979488"/>
        </p:xfrm>
        <a:graphic>
          <a:graphicData uri="http://schemas.openxmlformats.org/presentationml/2006/ole">
            <mc:AlternateContent xmlns:mc="http://schemas.openxmlformats.org/markup-compatibility/2006">
              <mc:Choice xmlns:v="urn:schemas-microsoft-com:vml" Requires="v">
                <p:oleObj name="Equation" r:id="rId5" imgW="571252" imgH="431613" progId="Equation.3">
                  <p:embed/>
                </p:oleObj>
              </mc:Choice>
              <mc:Fallback>
                <p:oleObj name="Equation" r:id="rId5" imgW="571252" imgH="431613" progId="Equation.3">
                  <p:embed/>
                  <p:pic>
                    <p:nvPicPr>
                      <p:cNvPr id="4" name="Object 7">
                        <a:extLst>
                          <a:ext uri="{FF2B5EF4-FFF2-40B4-BE49-F238E27FC236}">
                            <a16:creationId xmlns:a16="http://schemas.microsoft.com/office/drawing/2014/main" id="{2DC84C96-2274-611A-DD5A-0BE93D1EE0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4700" y="3379177"/>
                        <a:ext cx="1296987" cy="979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131900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Component, Marginal and Incremental VaR</a:t>
            </a:r>
            <a:endParaRPr b="1" dirty="0">
              <a:latin typeface="Arial" panose="020B0604020202020204" pitchFamily="34" charset="0"/>
              <a:cs typeface="Arial" panose="020B0604020202020204" pitchFamily="34" charset="0"/>
            </a:endParaRPr>
          </a:p>
        </p:txBody>
      </p:sp>
      <p:pic>
        <p:nvPicPr>
          <p:cNvPr id="4032" name="Picture 4031" descr="f_marginal.png"/>
          <p:cNvPicPr>
            <a:picLocks noChangeAspect="1"/>
          </p:cNvPicPr>
          <p:nvPr/>
        </p:nvPicPr>
        <p:blipFill>
          <a:blip r:embed="rId3"/>
          <a:stretch>
            <a:fillRect/>
          </a:stretch>
        </p:blipFill>
        <p:spPr>
          <a:xfrm>
            <a:off x="4504641" y="1012543"/>
            <a:ext cx="3182717" cy="630564"/>
          </a:xfrm>
          <a:prstGeom prst="rect">
            <a:avLst/>
          </a:prstGeom>
        </p:spPr>
      </p:pic>
      <p:pic>
        <p:nvPicPr>
          <p:cNvPr id="4033" name="Picture 4032" descr="f_component.png"/>
          <p:cNvPicPr>
            <a:picLocks noChangeAspect="1"/>
          </p:cNvPicPr>
          <p:nvPr/>
        </p:nvPicPr>
        <p:blipFill>
          <a:blip r:embed="rId4"/>
          <a:stretch>
            <a:fillRect/>
          </a:stretch>
        </p:blipFill>
        <p:spPr>
          <a:xfrm>
            <a:off x="1676400" y="2057772"/>
            <a:ext cx="9585703" cy="630564"/>
          </a:xfrm>
          <a:prstGeom prst="rect">
            <a:avLst/>
          </a:prstGeom>
        </p:spPr>
      </p:pic>
      <p:sp>
        <p:nvSpPr>
          <p:cNvPr id="2" name="Content Placeholder"/>
          <p:cNvSpPr>
            <a:spLocks noGrp="1"/>
          </p:cNvSpPr>
          <p:nvPr>
            <p:ph sz="half" idx="2"/>
          </p:nvPr>
        </p:nvSpPr>
        <p:spPr>
          <a:xfrm>
            <a:off x="420624" y="2889504"/>
            <a:ext cx="11347704" cy="3603370"/>
          </a:xfrm>
        </p:spPr>
        <p:txBody>
          <a:bodyPr wrap="square">
            <a:normAutofit fontScale="77500" lnSpcReduction="20000"/>
          </a:bodyPr>
          <a:lstStyle/>
          <a:p>
            <a:pPr marL="0" indent="0">
              <a:buNone/>
            </a:pPr>
            <a:r>
              <a:rPr lang="en-CA" b="1" dirty="0"/>
              <a:t>The three risk-attribution measures</a:t>
            </a:r>
          </a:p>
          <a:p>
            <a:r>
              <a:rPr lang="en-CA" dirty="0"/>
              <a:t>Marginal VaR: the sensitivity of portfolio VaR to asset i's weight (the partial derivative)</a:t>
            </a:r>
          </a:p>
          <a:p>
            <a:r>
              <a:rPr lang="en-CA" dirty="0"/>
              <a:t>Component VaR: how much asset i contributes to total VaR; the components sum exactly to portfolio VaR - no residual</a:t>
            </a:r>
          </a:p>
          <a:p>
            <a:r>
              <a:rPr lang="en-CA" dirty="0"/>
              <a:t>Incremental VaR: VaR(portfolio) minus VaR(portfolio without i); approximately the component VaR for small positions</a:t>
            </a:r>
          </a:p>
          <a:p>
            <a:pPr marL="0" indent="0">
              <a:buNone/>
            </a:pPr>
            <a:r>
              <a:rPr lang="en-CA" b="1" dirty="0"/>
              <a:t>Using it</a:t>
            </a:r>
          </a:p>
          <a:p>
            <a:r>
              <a:rPr lang="en-CA" dirty="0"/>
              <a:t>Percent contribution = component_i / portfolio VaR; the lab shows SPY drives about 60% of component VaR despite a 40% weight</a:t>
            </a:r>
          </a:p>
          <a:p>
            <a:r>
              <a:rPr lang="en-CA" dirty="0"/>
              <a:t>Risk attribution for limit-setting and hedging decisions </a:t>
            </a:r>
          </a:p>
          <a:p>
            <a:r>
              <a:rPr lang="en-CA" dirty="0"/>
              <a:t>Diversification benefit = sum of standalone VaRs minus portfolio VaR</a:t>
            </a:r>
          </a:p>
        </p:txBody>
      </p:sp>
    </p:spTree>
    <p:extLst>
      <p:ext uri="{BB962C8B-B14F-4D97-AF65-F5344CB8AC3E}">
        <p14:creationId xmlns:p14="http://schemas.microsoft.com/office/powerpoint/2010/main" val="1176918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5288B-53D2-0368-5AF5-69886459C0DC}"/>
            </a:ext>
          </a:extLst>
        </p:cNvPr>
        <p:cNvGrpSpPr/>
        <p:nvPr/>
      </p:nvGrpSpPr>
      <p:grpSpPr>
        <a:xfrm>
          <a:off x="0" y="0"/>
          <a:ext cx="0" cy="0"/>
          <a:chOff x="0" y="0"/>
          <a:chExt cx="0" cy="0"/>
        </a:xfrm>
      </p:grpSpPr>
      <p:sp>
        <p:nvSpPr>
          <p:cNvPr id="4009" name="Title">
            <a:extLst>
              <a:ext uri="{FF2B5EF4-FFF2-40B4-BE49-F238E27FC236}">
                <a16:creationId xmlns:a16="http://schemas.microsoft.com/office/drawing/2014/main" id="{B498B659-6032-F1C1-E983-5A2471305DDD}"/>
              </a:ext>
            </a:extLst>
          </p:cNvPr>
          <p:cNvSpPr>
            <a:spLocks noGrp="1"/>
          </p:cNvSpPr>
          <p:nvPr>
            <p:ph type="title"/>
          </p:nvPr>
        </p:nvSpPr>
        <p:spPr/>
        <p:txBody>
          <a:bodyPr/>
          <a:lstStyle/>
          <a:p>
            <a:r>
              <a:rPr lang="en-US" altLang="en-US" b="1" dirty="0">
                <a:latin typeface="Arial" panose="020B0604020202020204" pitchFamily="34" charset="0"/>
                <a:cs typeface="Arial" panose="020B0604020202020204" pitchFamily="34" charset="0"/>
              </a:rPr>
              <a:t>Back-testing</a:t>
            </a:r>
            <a:endParaRPr b="1" dirty="0">
              <a:latin typeface="Arial" panose="020B0604020202020204" pitchFamily="34" charset="0"/>
              <a:cs typeface="Arial" panose="020B0604020202020204" pitchFamily="34" charset="0"/>
            </a:endParaRPr>
          </a:p>
        </p:txBody>
      </p:sp>
      <p:sp>
        <p:nvSpPr>
          <p:cNvPr id="4010" name="Content Placeholder">
            <a:extLst>
              <a:ext uri="{FF2B5EF4-FFF2-40B4-BE49-F238E27FC236}">
                <a16:creationId xmlns:a16="http://schemas.microsoft.com/office/drawing/2014/main" id="{59C7BC1F-E4A4-1A4A-8B99-33600E194D96}"/>
              </a:ext>
            </a:extLst>
          </p:cNvPr>
          <p:cNvSpPr>
            <a:spLocks noGrp="1"/>
          </p:cNvSpPr>
          <p:nvPr>
            <p:ph sz="half" idx="2"/>
          </p:nvPr>
        </p:nvSpPr>
        <p:spPr/>
        <p:txBody>
          <a:bodyPr wrap="square">
            <a:normAutofit/>
          </a:bodyPr>
          <a:lstStyle/>
          <a:p>
            <a:r>
              <a:rPr lang="en-US" altLang="en-US" sz="2800" dirty="0">
                <a:cs typeface="Arial" panose="020B0604020202020204" pitchFamily="34" charset="0"/>
              </a:rPr>
              <a:t>Back-testing a VaR calculation methodology involves looking at how often exceptions (loss &gt; VaR) occur</a:t>
            </a:r>
          </a:p>
          <a:p>
            <a:r>
              <a:rPr lang="en-US" altLang="en-US" sz="2800" dirty="0">
                <a:cs typeface="Arial" panose="020B0604020202020204" pitchFamily="34" charset="0"/>
              </a:rPr>
              <a:t>Alternatives: a) compare VaR with actual change in portfolio value and b) compare VaR with change in portfolio value assuming no change in portfolio composition</a:t>
            </a:r>
          </a:p>
          <a:p>
            <a:r>
              <a:rPr lang="en-US" altLang="en-US" sz="2800" dirty="0">
                <a:cs typeface="Arial" panose="020B0604020202020204" pitchFamily="34" charset="0"/>
              </a:rPr>
              <a:t>Suppose that the theoretical probability of an exception is </a:t>
            </a:r>
            <a:r>
              <a:rPr lang="en-US" altLang="en-US" sz="2800" i="1" dirty="0">
                <a:latin typeface="Times New Roman" panose="02020603050405020304" pitchFamily="18" charset="0"/>
                <a:cs typeface="Arial" panose="020B0604020202020204" pitchFamily="34" charset="0"/>
              </a:rPr>
              <a:t>p</a:t>
            </a:r>
            <a:r>
              <a:rPr lang="en-US" altLang="en-US" sz="2800" dirty="0">
                <a:cs typeface="Arial" panose="020B0604020202020204" pitchFamily="34" charset="0"/>
              </a:rPr>
              <a:t> (=1−</a:t>
            </a:r>
            <a:r>
              <a:rPr lang="en-US" altLang="en-US" sz="2800" i="1" dirty="0">
                <a:latin typeface="Times New Roman" panose="02020603050405020304" pitchFamily="18" charset="0"/>
                <a:cs typeface="Arial" panose="020B0604020202020204" pitchFamily="34" charset="0"/>
              </a:rPr>
              <a:t>X</a:t>
            </a:r>
            <a:r>
              <a:rPr lang="en-US" altLang="en-US" sz="2800" dirty="0">
                <a:cs typeface="Arial" panose="020B0604020202020204" pitchFamily="34" charset="0"/>
              </a:rPr>
              <a:t>). The probability of </a:t>
            </a:r>
            <a:r>
              <a:rPr lang="en-US" altLang="en-US" sz="2800" i="1" dirty="0">
                <a:latin typeface="Times New Roman" panose="02020603050405020304" pitchFamily="18" charset="0"/>
                <a:cs typeface="Arial" panose="020B0604020202020204" pitchFamily="34" charset="0"/>
              </a:rPr>
              <a:t>m</a:t>
            </a:r>
            <a:r>
              <a:rPr lang="en-US" altLang="en-US" sz="2800" dirty="0">
                <a:cs typeface="Arial" panose="020B0604020202020204" pitchFamily="34" charset="0"/>
              </a:rPr>
              <a:t> or more exceptions in </a:t>
            </a:r>
            <a:r>
              <a:rPr lang="en-US" altLang="en-US" sz="2800" i="1" dirty="0">
                <a:latin typeface="Times New Roman" panose="02020603050405020304" pitchFamily="18" charset="0"/>
                <a:cs typeface="Arial" panose="020B0604020202020204" pitchFamily="34" charset="0"/>
              </a:rPr>
              <a:t>n</a:t>
            </a:r>
            <a:r>
              <a:rPr lang="en-US" altLang="en-US" sz="2800" dirty="0">
                <a:cs typeface="Arial" panose="020B0604020202020204" pitchFamily="34" charset="0"/>
              </a:rPr>
              <a:t> days is</a:t>
            </a:r>
          </a:p>
          <a:p>
            <a:pPr>
              <a:buNone/>
            </a:pPr>
            <a:endParaRPr lang="en-US" altLang="en-US" sz="2800" dirty="0">
              <a:cs typeface="Arial" panose="020B0604020202020204" pitchFamily="34" charset="0"/>
            </a:endParaRPr>
          </a:p>
          <a:p>
            <a:pPr>
              <a:buNone/>
            </a:pPr>
            <a:r>
              <a:rPr lang="en-US" altLang="en-US" sz="2800" dirty="0">
                <a:cs typeface="Arial" panose="020B0604020202020204" pitchFamily="34" charset="0"/>
              </a:rPr>
              <a:t> </a:t>
            </a:r>
          </a:p>
          <a:p>
            <a:pPr marL="0" indent="0">
              <a:buFont typeface="Wingdings" panose="05000000000000000000" pitchFamily="2" charset="2"/>
              <a:buNone/>
              <a:defRPr/>
            </a:pPr>
            <a:endParaRPr lang="en-US" dirty="0"/>
          </a:p>
        </p:txBody>
      </p:sp>
      <p:graphicFrame>
        <p:nvGraphicFramePr>
          <p:cNvPr id="3" name="Object 4">
            <a:extLst>
              <a:ext uri="{FF2B5EF4-FFF2-40B4-BE49-F238E27FC236}">
                <a16:creationId xmlns:a16="http://schemas.microsoft.com/office/drawing/2014/main" id="{2A5F453E-2269-2826-F79A-6899DC725791}"/>
              </a:ext>
            </a:extLst>
          </p:cNvPr>
          <p:cNvGraphicFramePr>
            <a:graphicFrameLocks noChangeAspect="1"/>
          </p:cNvGraphicFramePr>
          <p:nvPr/>
        </p:nvGraphicFramePr>
        <p:xfrm>
          <a:off x="3203575" y="5113338"/>
          <a:ext cx="3175000" cy="900112"/>
        </p:xfrm>
        <a:graphic>
          <a:graphicData uri="http://schemas.openxmlformats.org/presentationml/2006/ole">
            <mc:AlternateContent xmlns:mc="http://schemas.openxmlformats.org/markup-compatibility/2006">
              <mc:Choice xmlns:v="urn:schemas-microsoft-com:vml" Requires="v">
                <p:oleObj name="Equation" r:id="rId3" imgW="1524000" imgH="431800" progId="Equation.3">
                  <p:embed/>
                </p:oleObj>
              </mc:Choice>
              <mc:Fallback>
                <p:oleObj name="Equation" r:id="rId3" imgW="1524000" imgH="431800" progId="Equation.3">
                  <p:embed/>
                  <p:pic>
                    <p:nvPicPr>
                      <p:cNvPr id="3" name="Object 4">
                        <a:extLst>
                          <a:ext uri="{FF2B5EF4-FFF2-40B4-BE49-F238E27FC236}">
                            <a16:creationId xmlns:a16="http://schemas.microsoft.com/office/drawing/2014/main" id="{2A5F453E-2269-2826-F79A-6899DC7257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5113338"/>
                        <a:ext cx="3175000"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592911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Case Study: How VaR Fails in a Crisis (LTCM 1998)</a:t>
            </a:r>
            <a:endParaRPr b="1" dirty="0">
              <a:latin typeface="Arial" panose="020B0604020202020204" pitchFamily="34" charset="0"/>
              <a:cs typeface="Arial" panose="020B0604020202020204" pitchFamily="34" charset="0"/>
            </a:endParaRPr>
          </a:p>
        </p:txBody>
      </p:sp>
      <p:sp>
        <p:nvSpPr>
          <p:cNvPr id="4012" name="Content Placeholder"/>
          <p:cNvSpPr>
            <a:spLocks noGrp="1"/>
          </p:cNvSpPr>
          <p:nvPr>
            <p:ph sz="half" idx="2"/>
          </p:nvPr>
        </p:nvSpPr>
        <p:spPr/>
        <p:txBody>
          <a:bodyPr wrap="square">
            <a:normAutofit fontScale="70000" lnSpcReduction="20000"/>
          </a:bodyPr>
          <a:lstStyle/>
          <a:p>
            <a:pPr marL="0" indent="0">
              <a:buNone/>
            </a:pPr>
            <a:r>
              <a:rPr lang="en-CA" b="1" dirty="0"/>
              <a:t>What happened</a:t>
            </a:r>
          </a:p>
          <a:p>
            <a:r>
              <a:rPr lang="en-CA" dirty="0"/>
              <a:t>LTCM's parametric VaR assumed stable correlations across markets; leverage about 25:1, notional over 1 trillion USD</a:t>
            </a:r>
          </a:p>
          <a:p>
            <a:r>
              <a:rPr lang="en-CA" dirty="0"/>
              <a:t>August 1998: Russian default triggered a global flight to quality</a:t>
            </a:r>
          </a:p>
          <a:p>
            <a:r>
              <a:rPr lang="en-CA" dirty="0"/>
              <a:t>Correlations spiked toward 1.0 and diversification vanished overnight</a:t>
            </a:r>
          </a:p>
          <a:p>
            <a:r>
              <a:rPr lang="en-CA" dirty="0"/>
              <a:t>The historical lookback window missed the 1998 regime; Monte Carlo used pre-crisis calibration</a:t>
            </a:r>
          </a:p>
          <a:p>
            <a:r>
              <a:rPr lang="en-CA" dirty="0"/>
              <a:t>Loss: about 4.6 billion USD in under four months - VaR badly underestimated tail risk</a:t>
            </a:r>
          </a:p>
          <a:p>
            <a:endParaRPr lang="en-CA" dirty="0"/>
          </a:p>
          <a:p>
            <a:pPr marL="0" indent="0">
              <a:buNone/>
            </a:pPr>
            <a:r>
              <a:rPr lang="en-CA" b="1" dirty="0"/>
              <a:t>Key lessons</a:t>
            </a:r>
          </a:p>
          <a:p>
            <a:r>
              <a:rPr lang="en-CA" dirty="0"/>
              <a:t>Parametric VaR: historical covariance breaks in crises</a:t>
            </a:r>
          </a:p>
          <a:p>
            <a:r>
              <a:rPr lang="en-CA" dirty="0"/>
              <a:t>Historical VaR: the window must cover a full stress cycle</a:t>
            </a:r>
          </a:p>
          <a:p>
            <a:r>
              <a:rPr lang="en-CA" dirty="0"/>
              <a:t>Monte Carlo VaR: the simulated distribution reflects the calibration period only</a:t>
            </a:r>
          </a:p>
          <a:p>
            <a:r>
              <a:rPr lang="en-CA" dirty="0"/>
              <a:t>Leverage amplifies every VaR mis-estimation; all methods share the 'history repeats' assumption</a:t>
            </a:r>
          </a:p>
          <a:p>
            <a:r>
              <a:rPr lang="en-CA" dirty="0"/>
              <a:t>See Hull Ch.12 on Extreme Value Theory for heavy-tail corrections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2: The Three VaR Methods</a:t>
            </a:r>
            <a:endParaRPr b="1" dirty="0">
              <a:latin typeface="Arial" panose="020B0604020202020204" pitchFamily="34" charset="0"/>
              <a:cs typeface="Arial" panose="020B0604020202020204" pitchFamily="34" charset="0"/>
            </a:endParaRPr>
          </a:p>
        </p:txBody>
      </p:sp>
      <p:sp>
        <p:nvSpPr>
          <p:cNvPr id="4014" name="Content Placeholder"/>
          <p:cNvSpPr>
            <a:spLocks noGrp="1"/>
          </p:cNvSpPr>
          <p:nvPr>
            <p:ph sz="half" idx="2"/>
          </p:nvPr>
        </p:nvSpPr>
        <p:spPr/>
        <p:txBody>
          <a:bodyPr wrap="square">
            <a:normAutofit/>
          </a:bodyPr>
          <a:lstStyle/>
          <a:p>
            <a:pPr marL="0" indent="0">
              <a:buNone/>
            </a:pPr>
            <a:r>
              <a:rPr lang="en-CA" b="1" dirty="0"/>
              <a:t>Parametric  -  Historical Simulation  -  Monte Carlo</a:t>
            </a:r>
          </a:p>
          <a:p>
            <a:r>
              <a:rPr lang="en-CA" dirty="0"/>
              <a:t>Three routes to the same quantile, each with different assumptions and failure modes</a:t>
            </a:r>
          </a:p>
          <a:p>
            <a:r>
              <a:rPr lang="en-CA" dirty="0"/>
              <a:t>The discipline: report all three and treat their disagreement as a model-risk signal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Parametric (Variance-Covariance) VaR</a:t>
            </a:r>
            <a:endParaRPr b="1" dirty="0">
              <a:latin typeface="Arial" panose="020B0604020202020204" pitchFamily="34" charset="0"/>
              <a:cs typeface="Arial" panose="020B0604020202020204" pitchFamily="34" charset="0"/>
            </a:endParaRPr>
          </a:p>
        </p:txBody>
      </p:sp>
      <p:pic>
        <p:nvPicPr>
          <p:cNvPr id="4016" name="Picture 4015" descr="f_param.png"/>
          <p:cNvPicPr>
            <a:picLocks noChangeAspect="1"/>
          </p:cNvPicPr>
          <p:nvPr/>
        </p:nvPicPr>
        <p:blipFill>
          <a:blip r:embed="rId3"/>
          <a:stretch>
            <a:fillRect/>
          </a:stretch>
        </p:blipFill>
        <p:spPr>
          <a:xfrm>
            <a:off x="2892028" y="1591056"/>
            <a:ext cx="6404894" cy="475488"/>
          </a:xfrm>
          <a:prstGeom prst="rect">
            <a:avLst/>
          </a:prstGeom>
        </p:spPr>
      </p:pic>
      <p:pic>
        <p:nvPicPr>
          <p:cNvPr id="4017" name="Picture 4016" descr="f_portsig.png"/>
          <p:cNvPicPr>
            <a:picLocks noChangeAspect="1"/>
          </p:cNvPicPr>
          <p:nvPr/>
        </p:nvPicPr>
        <p:blipFill>
          <a:blip r:embed="rId4"/>
          <a:stretch>
            <a:fillRect/>
          </a:stretch>
        </p:blipFill>
        <p:spPr>
          <a:xfrm>
            <a:off x="3655939" y="2212848"/>
            <a:ext cx="4877072" cy="475488"/>
          </a:xfrm>
          <a:prstGeom prst="rect">
            <a:avLst/>
          </a:prstGeom>
        </p:spPr>
      </p:pic>
      <p:sp>
        <p:nvSpPr>
          <p:cNvPr id="2" name="Content Placeholder"/>
          <p:cNvSpPr>
            <a:spLocks noGrp="1"/>
          </p:cNvSpPr>
          <p:nvPr>
            <p:ph sz="half" idx="2"/>
          </p:nvPr>
        </p:nvSpPr>
        <p:spPr>
          <a:xfrm>
            <a:off x="420624" y="2889504"/>
            <a:ext cx="11347704" cy="3163824"/>
          </a:xfrm>
        </p:spPr>
        <p:txBody>
          <a:bodyPr wrap="square">
            <a:normAutofit fontScale="70000" lnSpcReduction="20000"/>
          </a:bodyPr>
          <a:lstStyle/>
          <a:p>
            <a:pPr marL="0" indent="0">
              <a:buNone/>
            </a:pPr>
            <a:r>
              <a:rPr lang="en-CA" b="1" dirty="0"/>
              <a:t>The delta-normal method</a:t>
            </a:r>
          </a:p>
          <a:p>
            <a:r>
              <a:rPr lang="en-CA" dirty="0"/>
              <a:t>Assumes returns are jointly normally distributed; needs only the mean mu and covariance Sigma - fast to compute</a:t>
            </a:r>
          </a:p>
          <a:p>
            <a:r>
              <a:rPr lang="en-CA" dirty="0"/>
              <a:t>z_alpha is the inverse normal CDF: 1.645 (95%), 2.054 (98%), 2.326 (99%)</a:t>
            </a:r>
          </a:p>
          <a:p>
            <a:r>
              <a:rPr lang="en-CA" dirty="0"/>
              <a:t>Portfolio variance is w-transpose Sigma w; scale to horizon h with the sqrt(h) rule</a:t>
            </a:r>
          </a:p>
          <a:p>
            <a:endParaRPr lang="en-CA" dirty="0"/>
          </a:p>
          <a:p>
            <a:pPr marL="0" indent="0">
              <a:buNone/>
            </a:pPr>
            <a:r>
              <a:rPr lang="en-CA" b="1" dirty="0"/>
              <a:t>Strengths and limits</a:t>
            </a:r>
          </a:p>
          <a:p>
            <a:r>
              <a:rPr lang="en-CA" dirty="0"/>
              <a:t>Hull Ch.13 (model-building approach); Jorion Ch.12 calls it the delta-normal method</a:t>
            </a:r>
          </a:p>
          <a:p>
            <a:r>
              <a:rPr lang="en-CA" dirty="0"/>
              <a:t>Fails for fat tails, options, and nonlinear payoffs</a:t>
            </a:r>
          </a:p>
          <a:p>
            <a:r>
              <a:rPr lang="en-CA" dirty="0"/>
              <a:t>The sqrt(h) scaling assumes i.i.d. returns - often violated by volatility clustering</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Parametric VaR - Worked Example</a:t>
            </a:r>
            <a:endParaRPr b="1" dirty="0">
              <a:latin typeface="Arial" panose="020B0604020202020204" pitchFamily="34" charset="0"/>
              <a:cs typeface="Arial" panose="020B0604020202020204" pitchFamily="34" charset="0"/>
            </a:endParaRPr>
          </a:p>
        </p:txBody>
      </p:sp>
      <p:sp>
        <p:nvSpPr>
          <p:cNvPr id="4018" name="Content Placeholder"/>
          <p:cNvSpPr>
            <a:spLocks noGrp="1"/>
          </p:cNvSpPr>
          <p:nvPr>
            <p:ph sz="half" idx="2"/>
          </p:nvPr>
        </p:nvSpPr>
        <p:spPr/>
        <p:txBody>
          <a:bodyPr wrap="square">
            <a:normAutofit fontScale="77500" lnSpcReduction="20000"/>
          </a:bodyPr>
          <a:lstStyle/>
          <a:p>
            <a:pPr marL="0" indent="0">
              <a:buNone/>
            </a:pPr>
            <a:r>
              <a:rPr lang="en-CA" b="1" dirty="0"/>
              <a:t>Given (5-asset equal-weight portfolio, 1M USD, 99%)</a:t>
            </a:r>
          </a:p>
          <a:p>
            <a:r>
              <a:rPr lang="en-CA" dirty="0"/>
              <a:t>Portfolio: SPY 40%, TLT 20%, GLD 10%, EFA 20%, AGG 10%; value V = 1,000,000 USD</a:t>
            </a:r>
          </a:p>
          <a:p>
            <a:r>
              <a:rPr lang="en-CA" dirty="0"/>
              <a:t>Data: 2014 to 2024 daily log returns (2,766 observations); confidence alpha = 99%, so z = 2.3263</a:t>
            </a:r>
          </a:p>
          <a:p>
            <a:r>
              <a:rPr lang="en-CA" dirty="0"/>
              <a:t>Estimated: mu_p = 0.019% per day and sigma_p = 0.490% per day (from w-transpose Sigma w)</a:t>
            </a:r>
          </a:p>
          <a:p>
            <a:endParaRPr lang="en-CA" dirty="0"/>
          </a:p>
          <a:p>
            <a:pPr marL="0" indent="0">
              <a:buNone/>
            </a:pPr>
            <a:r>
              <a:rPr lang="en-CA" b="1" dirty="0"/>
              <a:t>Solution</a:t>
            </a:r>
          </a:p>
          <a:p>
            <a:r>
              <a:rPr lang="en-CA" dirty="0"/>
              <a:t>Step 1: sigma_p = sqrt(w-transpose Sigma w) = 0.4895% daily</a:t>
            </a:r>
          </a:p>
          <a:p>
            <a:r>
              <a:rPr lang="en-CA" dirty="0"/>
              <a:t>Step 2: z_99% = norm.ppf(0.99) = 2.3263</a:t>
            </a:r>
          </a:p>
          <a:p>
            <a:r>
              <a:rPr lang="en-CA" dirty="0"/>
              <a:t>Step 3: VaR = -(mu + z sigma) V = -(0.00019 + 2.3263 x 0.004895) x 1,000,000, about 11,197 USD</a:t>
            </a:r>
          </a:p>
          <a:p>
            <a:r>
              <a:rPr lang="en-CA" dirty="0"/>
              <a:t>Step 4: 10-day VaR = 11,197 x sqrt(10), about 35,404 USD</a:t>
            </a:r>
          </a:p>
          <a:p>
            <a:r>
              <a:rPr lang="en-CA" dirty="0"/>
              <a:t>Answer: 1-day 99% parametric VaR is about 11,197 USD (1.12% of the portfolio)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19"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Historical Simulation (HS) VaR</a:t>
            </a:r>
            <a:endParaRPr b="1" dirty="0">
              <a:latin typeface="Arial" panose="020B0604020202020204" pitchFamily="34" charset="0"/>
              <a:cs typeface="Arial" panose="020B0604020202020204" pitchFamily="34" charset="0"/>
            </a:endParaRPr>
          </a:p>
        </p:txBody>
      </p:sp>
      <p:pic>
        <p:nvPicPr>
          <p:cNvPr id="4020" name="Picture 4019" descr="f_hs.png"/>
          <p:cNvPicPr>
            <a:picLocks noChangeAspect="1"/>
          </p:cNvPicPr>
          <p:nvPr/>
        </p:nvPicPr>
        <p:blipFill>
          <a:blip r:embed="rId3"/>
          <a:stretch>
            <a:fillRect/>
          </a:stretch>
        </p:blipFill>
        <p:spPr>
          <a:xfrm>
            <a:off x="4140284" y="1591056"/>
            <a:ext cx="3908383" cy="475488"/>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77500" lnSpcReduction="20000"/>
          </a:bodyPr>
          <a:lstStyle/>
          <a:p>
            <a:pPr marL="0" indent="0">
              <a:buNone/>
            </a:pPr>
            <a:r>
              <a:rPr lang="en-CA" b="1" dirty="0"/>
              <a:t>The algorithm</a:t>
            </a:r>
          </a:p>
          <a:p>
            <a:r>
              <a:rPr lang="en-CA" dirty="0"/>
              <a:t>Collect T historical return observations and compute portfolio P&amp;L for each day</a:t>
            </a:r>
          </a:p>
          <a:p>
            <a:r>
              <a:rPr lang="en-CA" dirty="0"/>
              <a:t>Sort ascending and pick the (1 - alpha) x T -th worst outcome; that loss is the HS VaR</a:t>
            </a:r>
          </a:p>
          <a:p>
            <a:r>
              <a:rPr lang="en-CA" dirty="0"/>
              <a:t>HS VaR is minus the empirical (1 - alpha)-quantile of the historical P&amp;L series</a:t>
            </a:r>
          </a:p>
          <a:p>
            <a:endParaRPr lang="en-CA" dirty="0"/>
          </a:p>
          <a:p>
            <a:pPr marL="0" indent="0">
              <a:buNone/>
            </a:pPr>
            <a:r>
              <a:rPr lang="en-CA" b="1" dirty="0"/>
              <a:t>Strengths and design choices</a:t>
            </a:r>
          </a:p>
          <a:p>
            <a:r>
              <a:rPr lang="en-CA" dirty="0"/>
              <a:t>No distributional assumption - uses the empirical CDF and captures fat tails already in history</a:t>
            </a:r>
          </a:p>
          <a:p>
            <a:r>
              <a:rPr lang="en-CA" dirty="0"/>
              <a:t>Hull Ch.12 §12.1; in numpy: np.percentile(pnl, 1) for 99% VaR</a:t>
            </a:r>
          </a:p>
          <a:p>
            <a:r>
              <a:rPr lang="en-CA" dirty="0"/>
              <a:t>Window choice is critical: too short is noisy, too long is stale</a:t>
            </a:r>
          </a:p>
          <a:p>
            <a:r>
              <a:rPr lang="en-CA" dirty="0"/>
              <a:t>Variants: Boudoukh (1998) age-weighting; filtered HS (GARCH-HS); silent on crises not in the window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Historical Simulation - Strengths and Weaknesses</a:t>
            </a:r>
            <a:endParaRPr b="1" dirty="0">
              <a:latin typeface="Arial" panose="020B0604020202020204" pitchFamily="34" charset="0"/>
              <a:cs typeface="Arial" panose="020B0604020202020204" pitchFamily="34" charset="0"/>
            </a:endParaRPr>
          </a:p>
        </p:txBody>
      </p:sp>
      <p:sp>
        <p:nvSpPr>
          <p:cNvPr id="4022" name="Content Placeholder"/>
          <p:cNvSpPr>
            <a:spLocks noGrp="1"/>
          </p:cNvSpPr>
          <p:nvPr>
            <p:ph sz="half" idx="2"/>
          </p:nvPr>
        </p:nvSpPr>
        <p:spPr/>
        <p:txBody>
          <a:bodyPr wrap="square">
            <a:normAutofit fontScale="85000" lnSpcReduction="20000"/>
          </a:bodyPr>
          <a:lstStyle/>
          <a:p>
            <a:pPr marL="0" indent="0">
              <a:buNone/>
            </a:pPr>
            <a:r>
              <a:rPr lang="en-CA" b="1" dirty="0"/>
              <a:t>Strengths</a:t>
            </a:r>
          </a:p>
          <a:p>
            <a:r>
              <a:rPr lang="en-CA" dirty="0"/>
              <a:t>Non-parametric: no distribution assumption; captures empirical fat tails, skewness and kurtosis</a:t>
            </a:r>
          </a:p>
          <a:p>
            <a:r>
              <a:rPr lang="en-CA" dirty="0"/>
              <a:t>Handles any asset type including options; easy to explain to non-quants</a:t>
            </a:r>
          </a:p>
          <a:p>
            <a:r>
              <a:rPr lang="en-CA" dirty="0"/>
              <a:t>Naturally captures cross-asset correlations; widely accepted by regulators (Basel II internal models)</a:t>
            </a:r>
          </a:p>
          <a:p>
            <a:endParaRPr lang="en-CA" dirty="0"/>
          </a:p>
          <a:p>
            <a:pPr marL="0" indent="0">
              <a:buNone/>
            </a:pPr>
            <a:r>
              <a:rPr lang="en-CA" b="1" dirty="0"/>
              <a:t>Weaknesses</a:t>
            </a:r>
          </a:p>
          <a:p>
            <a:r>
              <a:rPr lang="en-CA" dirty="0"/>
              <a:t>Purely backward-looking: cannot see unseen crises</a:t>
            </a:r>
          </a:p>
          <a:p>
            <a:r>
              <a:rPr lang="en-CA" dirty="0"/>
              <a:t>Highly sensitive to window length (250d vs 1000d); gives equal weight to all past observations</a:t>
            </a:r>
          </a:p>
          <a:p>
            <a:r>
              <a:rPr lang="en-CA" dirty="0"/>
              <a:t>Quiet periods produce a tight VaR and false security; does not extrapolate beyond the observed tail</a:t>
            </a:r>
          </a:p>
          <a:p>
            <a:r>
              <a:rPr lang="en-CA" dirty="0"/>
              <a:t>Beder (1995): the choice of window alone can double the VaR estimate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Monte Carlo (MC) VaR</a:t>
            </a:r>
            <a:endParaRPr b="1" dirty="0">
              <a:latin typeface="Arial" panose="020B0604020202020204" pitchFamily="34" charset="0"/>
              <a:cs typeface="Arial" panose="020B0604020202020204" pitchFamily="34" charset="0"/>
            </a:endParaRPr>
          </a:p>
        </p:txBody>
      </p:sp>
      <p:pic>
        <p:nvPicPr>
          <p:cNvPr id="4024" name="Picture 4023" descr="f_mc.png"/>
          <p:cNvPicPr>
            <a:picLocks noChangeAspect="1"/>
          </p:cNvPicPr>
          <p:nvPr/>
        </p:nvPicPr>
        <p:blipFill>
          <a:blip r:embed="rId3"/>
          <a:stretch>
            <a:fillRect/>
          </a:stretch>
        </p:blipFill>
        <p:spPr>
          <a:xfrm>
            <a:off x="1685723" y="1591056"/>
            <a:ext cx="8817505" cy="475488"/>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85000" lnSpcReduction="20000"/>
          </a:bodyPr>
          <a:lstStyle/>
          <a:p>
            <a:pPr marL="0" indent="0">
              <a:buNone/>
            </a:pPr>
            <a:r>
              <a:rPr lang="en-CA" b="1" dirty="0"/>
              <a:t>The procedure</a:t>
            </a:r>
          </a:p>
          <a:p>
            <a:r>
              <a:rPr lang="en-CA" dirty="0"/>
              <a:t>Specify a return process r ~ f(mu, Sigma): multivariate normal, Student-t, or GBM</a:t>
            </a:r>
          </a:p>
          <a:p>
            <a:r>
              <a:rPr lang="en-CA" dirty="0"/>
              <a:t>Simulate N scenarios, compute portfolio P&amp;L for each, then take the (1 - alpha)-quantile</a:t>
            </a:r>
          </a:p>
          <a:p>
            <a:r>
              <a:rPr lang="en-CA" dirty="0"/>
              <a:t>Calibrate mu and Sigma from historical data; the lab uses N = 200,000 for stability</a:t>
            </a:r>
          </a:p>
          <a:p>
            <a:endParaRPr lang="en-CA" dirty="0"/>
          </a:p>
          <a:p>
            <a:pPr marL="0" indent="0">
              <a:buNone/>
            </a:pPr>
            <a:r>
              <a:rPr lang="en-CA" b="1" dirty="0"/>
              <a:t>Strengths and limits</a:t>
            </a:r>
          </a:p>
          <a:p>
            <a:r>
              <a:rPr lang="en-CA" dirty="0"/>
              <a:t>Most flexible: any distribution and nonlinear payoffs; Hull Ch.12 §12.4</a:t>
            </a:r>
          </a:p>
          <a:p>
            <a:r>
              <a:rPr lang="en-CA" dirty="0"/>
              <a:t>In numpy: np.random.multivariate_normal(mu, Sigma, N)</a:t>
            </a:r>
          </a:p>
          <a:p>
            <a:r>
              <a:rPr lang="en-CA" dirty="0"/>
              <a:t>Convergence: standard error falls with sqrt(N); weakness is model risk - garbage in, garbage out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Three VaR Methods - Summary Comparison</a:t>
            </a:r>
            <a:endParaRPr b="1" dirty="0">
              <a:latin typeface="Arial" panose="020B0604020202020204" pitchFamily="34" charset="0"/>
              <a:cs typeface="Arial" panose="020B0604020202020204" pitchFamily="34" charset="0"/>
            </a:endParaRPr>
          </a:p>
        </p:txBody>
      </p:sp>
      <p:sp>
        <p:nvSpPr>
          <p:cNvPr id="4026" name="Content Placeholder"/>
          <p:cNvSpPr>
            <a:spLocks noGrp="1"/>
          </p:cNvSpPr>
          <p:nvPr>
            <p:ph sz="half" idx="2"/>
          </p:nvPr>
        </p:nvSpPr>
        <p:spPr>
          <a:xfrm>
            <a:off x="423100" y="1066801"/>
            <a:ext cx="11345797" cy="5426074"/>
          </a:xfrm>
        </p:spPr>
        <p:txBody>
          <a:bodyPr wrap="square">
            <a:normAutofit fontScale="92500" lnSpcReduction="20000"/>
          </a:bodyPr>
          <a:lstStyle/>
          <a:p>
            <a:pPr marL="0" indent="0">
              <a:buNone/>
            </a:pPr>
            <a:r>
              <a:rPr lang="en-CA" b="1" dirty="0"/>
              <a:t>Parametric (about 11,197 USD)</a:t>
            </a:r>
          </a:p>
          <a:p>
            <a:r>
              <a:rPr lang="en-CA" dirty="0"/>
              <a:t>Assumes joint normality; fastest to compute via an analytical formula</a:t>
            </a:r>
          </a:p>
          <a:p>
            <a:r>
              <a:rPr lang="en-CA" dirty="0"/>
              <a:t>Underestimates fat tails; easiest to extend to multi-asset; required input is Sigma only</a:t>
            </a:r>
          </a:p>
          <a:p>
            <a:pPr marL="0" indent="0">
              <a:buNone/>
            </a:pPr>
            <a:r>
              <a:rPr lang="en-CA" b="1" dirty="0"/>
              <a:t>Historical simulation (about 12,695 USD)</a:t>
            </a:r>
          </a:p>
          <a:p>
            <a:r>
              <a:rPr lang="en-CA" dirty="0"/>
              <a:t>No distributional assumption; empirical CDF of past P&amp;L; captures actual fat tails</a:t>
            </a:r>
          </a:p>
          <a:p>
            <a:r>
              <a:rPr lang="en-CA" dirty="0"/>
              <a:t>Silent on unseen crises; window length is the key choice; most widely used in practice</a:t>
            </a:r>
          </a:p>
          <a:p>
            <a:pPr marL="0" indent="0">
              <a:buNone/>
            </a:pPr>
            <a:r>
              <a:rPr lang="en-CA" b="1" dirty="0"/>
              <a:t>Monte Carlo (about 11,163 USD)</a:t>
            </a:r>
          </a:p>
          <a:p>
            <a:r>
              <a:rPr lang="en-CA" dirty="0"/>
              <a:t>Simulated scenarios (N = 200k); most flexible; handles nonlinear products</a:t>
            </a:r>
          </a:p>
          <a:p>
            <a:r>
              <a:rPr lang="en-CA" dirty="0"/>
              <a:t>Model-dependent; computationally intensive; required input is a full model specification</a:t>
            </a:r>
          </a:p>
          <a:p>
            <a:pPr marL="0" indent="0">
              <a:buNone/>
            </a:pPr>
            <a:r>
              <a:rPr lang="en-CA" b="1" dirty="0"/>
              <a:t>When to use which</a:t>
            </a:r>
          </a:p>
          <a:p>
            <a:r>
              <a:rPr lang="en-CA" dirty="0"/>
              <a:t>Parametric for a quick check on linear books; HS for standard market-risk capital; MC for options and complex portfolios</a:t>
            </a:r>
          </a:p>
          <a:p>
            <a:r>
              <a:rPr lang="en-CA" dirty="0"/>
              <a:t>Basel FRTB replaces VaR with 97.5% ES; always report all three and compare - disagreement is a model-risk signal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7"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Block 3: Advanced VaR Topics</a:t>
            </a:r>
            <a:endParaRPr b="1" dirty="0">
              <a:latin typeface="Arial" panose="020B0604020202020204" pitchFamily="34" charset="0"/>
              <a:cs typeface="Arial" panose="020B0604020202020204" pitchFamily="34" charset="0"/>
            </a:endParaRPr>
          </a:p>
        </p:txBody>
      </p:sp>
      <p:sp>
        <p:nvSpPr>
          <p:cNvPr id="4028" name="Content Placeholder"/>
          <p:cNvSpPr>
            <a:spLocks noGrp="1"/>
          </p:cNvSpPr>
          <p:nvPr>
            <p:ph sz="half" idx="2"/>
          </p:nvPr>
        </p:nvSpPr>
        <p:spPr/>
        <p:txBody>
          <a:bodyPr wrap="square">
            <a:normAutofit/>
          </a:bodyPr>
          <a:lstStyle/>
          <a:p>
            <a:pPr marL="0" indent="0">
              <a:buNone/>
            </a:pPr>
            <a:r>
              <a:rPr lang="en-CA" b="1" dirty="0"/>
              <a:t>Scaling  -  Decomposition  -  Regulation  -  Limitations</a:t>
            </a:r>
          </a:p>
          <a:p>
            <a:r>
              <a:rPr lang="en-CA" dirty="0"/>
              <a:t>From a single VaR number to horizon scaling, per-asset attribution, and the regulatory frame</a:t>
            </a:r>
          </a:p>
          <a:p>
            <a:r>
              <a:rPr lang="en-CA" dirty="0"/>
              <a:t>These four topics supply the advanced questions in Assignment 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3"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VaR in Regulation - Basel Framework and FRTB</a:t>
            </a:r>
            <a:endParaRPr b="1" dirty="0">
              <a:latin typeface="Arial" panose="020B0604020202020204" pitchFamily="34" charset="0"/>
              <a:cs typeface="Arial" panose="020B0604020202020204" pitchFamily="34" charset="0"/>
            </a:endParaRPr>
          </a:p>
        </p:txBody>
      </p:sp>
      <p:pic>
        <p:nvPicPr>
          <p:cNvPr id="4034" name="Picture 4033" descr="f_basel.png"/>
          <p:cNvPicPr>
            <a:picLocks noChangeAspect="1"/>
          </p:cNvPicPr>
          <p:nvPr/>
        </p:nvPicPr>
        <p:blipFill>
          <a:blip r:embed="rId3"/>
          <a:stretch>
            <a:fillRect/>
          </a:stretch>
        </p:blipFill>
        <p:spPr>
          <a:xfrm>
            <a:off x="1453931" y="966451"/>
            <a:ext cx="9281090" cy="475488"/>
          </a:xfrm>
          <a:prstGeom prst="rect">
            <a:avLst/>
          </a:prstGeom>
        </p:spPr>
      </p:pic>
      <p:sp>
        <p:nvSpPr>
          <p:cNvPr id="2" name="Content Placeholder"/>
          <p:cNvSpPr>
            <a:spLocks noGrp="1"/>
          </p:cNvSpPr>
          <p:nvPr>
            <p:ph sz="half" idx="2"/>
          </p:nvPr>
        </p:nvSpPr>
        <p:spPr>
          <a:xfrm>
            <a:off x="420624" y="1828800"/>
            <a:ext cx="11347704" cy="4664074"/>
          </a:xfrm>
        </p:spPr>
        <p:txBody>
          <a:bodyPr wrap="square">
            <a:normAutofit fontScale="77500" lnSpcReduction="20000"/>
          </a:bodyPr>
          <a:lstStyle/>
          <a:p>
            <a:pPr marL="0" indent="0">
              <a:buNone/>
            </a:pPr>
            <a:r>
              <a:rPr lang="en-CA" b="1" dirty="0"/>
              <a:t>Basel II / Basel III (1996 to 2018)</a:t>
            </a:r>
          </a:p>
          <a:p>
            <a:r>
              <a:rPr lang="en-CA" dirty="0"/>
              <a:t>Internal Models Approach: 1-day 99% VaR; multiplier k in [3, 4] depends on backtest exceptions</a:t>
            </a:r>
          </a:p>
          <a:p>
            <a:r>
              <a:rPr lang="en-CA" dirty="0"/>
              <a:t>10-day VaR taken as 1-day x sqrt(10) (floor approximation)</a:t>
            </a:r>
          </a:p>
          <a:p>
            <a:r>
              <a:rPr lang="en-CA" dirty="0"/>
              <a:t>Backtesting zones: 0 to 4 exceptions green, 5 to 9 amber, 10 or more red</a:t>
            </a:r>
          </a:p>
          <a:p>
            <a:r>
              <a:rPr lang="en-CA" dirty="0"/>
              <a:t>Stressed VaR (SVaR) uses a 2007 to 2009 window to address the quiet-period underestimation problem</a:t>
            </a:r>
          </a:p>
          <a:p>
            <a:pPr marL="0" indent="0">
              <a:buNone/>
            </a:pPr>
            <a:r>
              <a:rPr lang="en-CA" b="1" dirty="0"/>
              <a:t>FRTB - Basel IV (2019 / 2025)</a:t>
            </a:r>
          </a:p>
          <a:p>
            <a:r>
              <a:rPr lang="en-CA" dirty="0"/>
              <a:t>BCBS d457 (2019): Fundamental Review of the Trading Book replaces 99% VaR with 97.5% Expected Shortfall</a:t>
            </a:r>
          </a:p>
          <a:p>
            <a:r>
              <a:rPr lang="en-CA" dirty="0"/>
              <a:t>Ten-day ES is computed directly, not sqrt(10)-scaled; liquidity horizons run 10d (equities) to 120d (credit)</a:t>
            </a:r>
          </a:p>
          <a:p>
            <a:r>
              <a:rPr lang="en-CA" dirty="0"/>
              <a:t>Desk-level P&amp;L attribution test replaces the portfolio-level backtest; Sensitivity-Based Approach for standardised capital</a:t>
            </a:r>
          </a:p>
          <a:p>
            <a:r>
              <a:rPr lang="en-CA" dirty="0"/>
              <a:t>Timeline: EU and UK implementing 2025 to 2026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5"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VaR Limitations and the Case for Expected Shortfall</a:t>
            </a:r>
            <a:endParaRPr b="1" dirty="0">
              <a:latin typeface="Arial" panose="020B0604020202020204" pitchFamily="34" charset="0"/>
              <a:cs typeface="Arial" panose="020B0604020202020204" pitchFamily="34" charset="0"/>
            </a:endParaRPr>
          </a:p>
        </p:txBody>
      </p:sp>
      <p:pic>
        <p:nvPicPr>
          <p:cNvPr id="4036" name="Picture 4035" descr="f_es.png"/>
          <p:cNvPicPr>
            <a:picLocks noChangeAspect="1"/>
          </p:cNvPicPr>
          <p:nvPr/>
        </p:nvPicPr>
        <p:blipFill>
          <a:blip r:embed="rId3"/>
          <a:stretch>
            <a:fillRect/>
          </a:stretch>
        </p:blipFill>
        <p:spPr>
          <a:xfrm>
            <a:off x="3164232" y="1591056"/>
            <a:ext cx="5860486" cy="475488"/>
          </a:xfrm>
          <a:prstGeom prst="rect">
            <a:avLst/>
          </a:prstGeom>
        </p:spPr>
      </p:pic>
      <p:sp>
        <p:nvSpPr>
          <p:cNvPr id="2" name="Content Placeholder"/>
          <p:cNvSpPr>
            <a:spLocks noGrp="1"/>
          </p:cNvSpPr>
          <p:nvPr>
            <p:ph sz="half" idx="2"/>
          </p:nvPr>
        </p:nvSpPr>
        <p:spPr>
          <a:xfrm>
            <a:off x="420624" y="2267712"/>
            <a:ext cx="11347704" cy="3785616"/>
          </a:xfrm>
        </p:spPr>
        <p:txBody>
          <a:bodyPr wrap="square">
            <a:normAutofit fontScale="77500" lnSpcReduction="20000"/>
          </a:bodyPr>
          <a:lstStyle/>
          <a:p>
            <a:pPr marL="0" indent="0">
              <a:buNone/>
            </a:pPr>
            <a:r>
              <a:rPr lang="en-CA" b="1" dirty="0"/>
              <a:t>What VaR cannot do</a:t>
            </a:r>
          </a:p>
          <a:p>
            <a:r>
              <a:rPr lang="en-CA" dirty="0"/>
              <a:t>Does not measure the severity of tail losses; not sub-additive, so VaR(A+B) &gt; VaR(A) + VaR(B) is possible</a:t>
            </a:r>
          </a:p>
          <a:p>
            <a:r>
              <a:rPr lang="en-CA" dirty="0"/>
              <a:t>Sub-additivity holds only for elliptical distributions; can be gamed by hiding risk just below the threshold</a:t>
            </a:r>
          </a:p>
          <a:p>
            <a:r>
              <a:rPr lang="en-CA" dirty="0"/>
              <a:t>Silent on correlation regime changes; Christoffersen (1998): a correct exceedance rate is not a correct model</a:t>
            </a:r>
          </a:p>
          <a:p>
            <a:pPr marL="0" indent="0">
              <a:buNone/>
            </a:pPr>
            <a:r>
              <a:rPr lang="en-CA" b="1" dirty="0"/>
              <a:t>Why ES is better</a:t>
            </a:r>
          </a:p>
          <a:p>
            <a:r>
              <a:rPr lang="en-CA" dirty="0"/>
              <a:t>ES is the average loss beyond VaR: E[loss | loss &gt; VaR] - a coherent risk measure that is sub-additive</a:t>
            </a:r>
          </a:p>
          <a:p>
            <a:r>
              <a:rPr lang="en-CA" dirty="0"/>
              <a:t>Monotone, positive-homogeneous, translation-invariant; FRTB mandates 97.5% ES</a:t>
            </a:r>
          </a:p>
          <a:p>
            <a:r>
              <a:rPr lang="en-CA" dirty="0"/>
              <a:t>ES is always at least VaR; the ES/VaR ratio reveals tail shape (lab: about 1.58 for HS - a fat left tail)</a:t>
            </a:r>
          </a:p>
          <a:p>
            <a:r>
              <a:rPr lang="en-CA" dirty="0"/>
              <a:t>Backtesting ES is harder - Session 4 covers Acerbi and Szekely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Extreme Value Theory and the Generalized Pareto</a:t>
            </a:r>
            <a:endParaRPr b="1" dirty="0">
              <a:latin typeface="Arial" panose="020B0604020202020204" pitchFamily="34" charset="0"/>
              <a:cs typeface="Arial" panose="020B0604020202020204" pitchFamily="34" charset="0"/>
            </a:endParaRPr>
          </a:p>
        </p:txBody>
      </p:sp>
      <p:pic>
        <p:nvPicPr>
          <p:cNvPr id="4042" name="Picture 4041" descr="f_gpd_pot.png"/>
          <p:cNvPicPr>
            <a:picLocks noChangeAspect="1"/>
          </p:cNvPicPr>
          <p:nvPr/>
        </p:nvPicPr>
        <p:blipFill>
          <a:blip r:embed="rId3"/>
          <a:stretch>
            <a:fillRect/>
          </a:stretch>
        </p:blipFill>
        <p:spPr>
          <a:xfrm>
            <a:off x="533522" y="1227245"/>
            <a:ext cx="4724279" cy="712827"/>
          </a:xfrm>
          <a:prstGeom prst="rect">
            <a:avLst/>
          </a:prstGeom>
        </p:spPr>
      </p:pic>
      <p:pic>
        <p:nvPicPr>
          <p:cNvPr id="4043" name="Picture 4042" descr="f_gpd_var.png"/>
          <p:cNvPicPr>
            <a:picLocks noChangeAspect="1"/>
          </p:cNvPicPr>
          <p:nvPr/>
        </p:nvPicPr>
        <p:blipFill>
          <a:blip r:embed="rId4"/>
          <a:stretch>
            <a:fillRect/>
          </a:stretch>
        </p:blipFill>
        <p:spPr>
          <a:xfrm>
            <a:off x="6934200" y="1189893"/>
            <a:ext cx="3957601" cy="638907"/>
          </a:xfrm>
          <a:prstGeom prst="rect">
            <a:avLst/>
          </a:prstGeom>
        </p:spPr>
      </p:pic>
      <p:pic>
        <p:nvPicPr>
          <p:cNvPr id="4044" name="Picture 4043" descr="f_gpd_es.png"/>
          <p:cNvPicPr>
            <a:picLocks noChangeAspect="1"/>
          </p:cNvPicPr>
          <p:nvPr/>
        </p:nvPicPr>
        <p:blipFill>
          <a:blip r:embed="rId5"/>
          <a:stretch>
            <a:fillRect/>
          </a:stretch>
        </p:blipFill>
        <p:spPr>
          <a:xfrm>
            <a:off x="4648201" y="2125459"/>
            <a:ext cx="2590800" cy="653655"/>
          </a:xfrm>
          <a:prstGeom prst="rect">
            <a:avLst/>
          </a:prstGeom>
        </p:spPr>
      </p:pic>
      <p:sp>
        <p:nvSpPr>
          <p:cNvPr id="2" name="Content Placeholder"/>
          <p:cNvSpPr>
            <a:spLocks noGrp="1"/>
          </p:cNvSpPr>
          <p:nvPr>
            <p:ph sz="half" idx="2"/>
          </p:nvPr>
        </p:nvSpPr>
        <p:spPr>
          <a:xfrm>
            <a:off x="420624" y="3023673"/>
            <a:ext cx="11347704" cy="3469201"/>
          </a:xfrm>
        </p:spPr>
        <p:txBody>
          <a:bodyPr wrap="square">
            <a:normAutofit fontScale="77500" lnSpcReduction="20000"/>
          </a:bodyPr>
          <a:lstStyle/>
          <a:p>
            <a:pPr marL="0" indent="0">
              <a:buNone/>
            </a:pPr>
            <a:r>
              <a:rPr lang="en-CA" b="1" dirty="0"/>
              <a:t>Peaks-over-threshold</a:t>
            </a:r>
          </a:p>
          <a:p>
            <a:r>
              <a:rPr lang="en-CA" dirty="0"/>
              <a:t>Model only the tail: the distribution of losses beyond a high threshold u, not the whole distribution</a:t>
            </a:r>
          </a:p>
          <a:p>
            <a:r>
              <a:rPr lang="en-CA" dirty="0"/>
              <a:t>The GPD is the limiting law of exceedances over a high u; fit the scale beta and shape xi by maximum likelihood</a:t>
            </a:r>
          </a:p>
          <a:p>
            <a:r>
              <a:rPr lang="en-CA" dirty="0"/>
              <a:t>xi &gt; 0 means fat tails (typical for equities, xi about 0.1 to 0.3)</a:t>
            </a:r>
          </a:p>
          <a:p>
            <a:pPr marL="0" indent="0">
              <a:buNone/>
            </a:pPr>
            <a:r>
              <a:rPr lang="en-CA" b="1" dirty="0"/>
              <a:t>Why it matters</a:t>
            </a:r>
          </a:p>
          <a:p>
            <a:r>
              <a:rPr lang="en-CA" dirty="0"/>
              <a:t>Gives both VaR and ES at extreme confidence (e.g. 99.9%), more stable in the deep tail than empirical HS</a:t>
            </a:r>
          </a:p>
          <a:p>
            <a:r>
              <a:rPr lang="en-CA" dirty="0"/>
              <a:t>Ties directly to the fat-tails discussion </a:t>
            </a:r>
          </a:p>
          <a:p>
            <a:r>
              <a:rPr lang="en-CA" dirty="0"/>
              <a:t>The tail carries its own shape parameter xi - the key idea to remember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1" name="Title"/>
          <p:cNvSpPr>
            <a:spLocks noGrp="1"/>
          </p:cNvSpPr>
          <p:nvPr>
            <p:ph type="title"/>
          </p:nvPr>
        </p:nvSpPr>
        <p:spPr/>
        <p:txBody>
          <a:bodyPr/>
          <a:lstStyle/>
          <a:p>
            <a:r>
              <a:rPr lang="en-CA" b="1" dirty="0">
                <a:latin typeface="Arial" panose="020B0604020202020204" pitchFamily="34" charset="0"/>
                <a:cs typeface="Arial" panose="020B0604020202020204" pitchFamily="34" charset="0"/>
              </a:rPr>
              <a:t>Session Wrap-Up</a:t>
            </a:r>
            <a:endParaRPr b="1" dirty="0">
              <a:latin typeface="Arial" panose="020B0604020202020204" pitchFamily="34" charset="0"/>
              <a:cs typeface="Arial" panose="020B0604020202020204" pitchFamily="34" charset="0"/>
            </a:endParaRPr>
          </a:p>
        </p:txBody>
      </p:sp>
      <p:sp>
        <p:nvSpPr>
          <p:cNvPr id="4052" name="Content Placeholder"/>
          <p:cNvSpPr>
            <a:spLocks noGrp="1"/>
          </p:cNvSpPr>
          <p:nvPr>
            <p:ph sz="half" idx="2"/>
          </p:nvPr>
        </p:nvSpPr>
        <p:spPr/>
        <p:txBody>
          <a:bodyPr wrap="square">
            <a:normAutofit fontScale="92500" lnSpcReduction="10000"/>
          </a:bodyPr>
          <a:lstStyle/>
          <a:p>
            <a:pPr marL="0" indent="0">
              <a:buNone/>
            </a:pPr>
            <a:r>
              <a:rPr lang="en-CA" b="1" dirty="0"/>
              <a:t>Key takeaways</a:t>
            </a:r>
          </a:p>
          <a:p>
            <a:r>
              <a:rPr lang="en-CA" dirty="0"/>
              <a:t>VaR(alpha, T) is the loss exceeded with probability (1 - alpha) over T days - a single quantile, not an expected loss</a:t>
            </a:r>
          </a:p>
          <a:p>
            <a:r>
              <a:rPr lang="en-CA" dirty="0"/>
              <a:t>Three methods: parametric (fast, normal), historical simulation (non-parametric, backward-looking), Monte Carlo (flexible, model-dependent)</a:t>
            </a:r>
          </a:p>
          <a:p>
            <a:r>
              <a:rPr lang="en-CA" dirty="0"/>
              <a:t>All three agree in calm markets and diverge under stress - that divergence is itself a model-risk signal</a:t>
            </a:r>
          </a:p>
          <a:p>
            <a:r>
              <a:rPr lang="en-CA" dirty="0"/>
              <a:t>Component VaR splits portfolio risk into per-asset contributions; diversification benefit = sum of standalone minus portfolio VaR</a:t>
            </a:r>
          </a:p>
          <a:p>
            <a:r>
              <a:rPr lang="en-CA" dirty="0"/>
              <a:t>VaR is not sub-additive and ignores tail severity - Basel FRTB replaces it with 97.5% Expected Shortfall</a:t>
            </a:r>
          </a:p>
          <a:p>
            <a:r>
              <a:rPr lang="en-CA" dirty="0"/>
              <a:t>Assignment 1: implement all three methods plus component VaR on YOUR portfolio</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2167</TotalTime>
  <Words>6276</Words>
  <Application>Microsoft Macintosh PowerPoint</Application>
  <PresentationFormat>Widescreen</PresentationFormat>
  <Paragraphs>361</Paragraphs>
  <Slides>34</Slides>
  <Notes>34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2" baseType="lpstr">
      <vt:lpstr>Arial</vt:lpstr>
      <vt:lpstr>Calibri</vt:lpstr>
      <vt:lpstr>Calibri Light</vt:lpstr>
      <vt:lpstr>Symbol</vt:lpstr>
      <vt:lpstr>Times New Roman</vt:lpstr>
      <vt:lpstr>Wingdings</vt:lpstr>
      <vt:lpstr>Office 2013 - 2022 Theme</vt:lpstr>
      <vt:lpstr>Equation</vt:lpstr>
      <vt:lpstr>FINANCIAL RISK MANAGEMENT AND ENGINEERING  Session 3: Value-at-Risk: Parametric, Historical &amp; Monte Carlo</vt:lpstr>
      <vt:lpstr>Learning Objectives</vt:lpstr>
      <vt:lpstr>What Is Value-at-Risk?</vt:lpstr>
      <vt:lpstr>VaR and Regulatory Capital</vt:lpstr>
      <vt:lpstr>VaR: Key Properties and Caveats</vt:lpstr>
      <vt:lpstr>VaR Example</vt:lpstr>
      <vt:lpstr>VaR Example 2</vt:lpstr>
      <vt:lpstr>VaR Example 2 Cumulative Loss Distribution </vt:lpstr>
      <vt:lpstr>VaR vs. Expected Shortfall </vt:lpstr>
      <vt:lpstr>Distributions with the Same VaR but Different Expected Shortfalls</vt:lpstr>
      <vt:lpstr>Coherent Risk Measures</vt:lpstr>
      <vt:lpstr>Normal Distribution Assumption</vt:lpstr>
      <vt:lpstr>Normal Distribution VaR: Example</vt:lpstr>
      <vt:lpstr>Multi-Horizon VaR - the Square-Root-of-Time Rule</vt:lpstr>
      <vt:lpstr>Changing the Time Horizon</vt:lpstr>
      <vt:lpstr>Changing the Time Horizon:Example</vt:lpstr>
      <vt:lpstr>Choice of VaR Parameters</vt:lpstr>
      <vt:lpstr>Aggregating VaRs</vt:lpstr>
      <vt:lpstr>VaR Measures for a Portfolio where an amount xi is invested in the ith component of the portfolio</vt:lpstr>
      <vt:lpstr>Component, Marginal and Incremental VaR</vt:lpstr>
      <vt:lpstr>Back-testing</vt:lpstr>
      <vt:lpstr>Case Study: How VaR Fails in a Crisis (LTCM 1998)</vt:lpstr>
      <vt:lpstr>Block 2: The Three VaR Methods</vt:lpstr>
      <vt:lpstr>Parametric (Variance-Covariance) VaR</vt:lpstr>
      <vt:lpstr>Parametric VaR - Worked Example</vt:lpstr>
      <vt:lpstr>Historical Simulation (HS) VaR</vt:lpstr>
      <vt:lpstr>Historical Simulation - Strengths and Weaknesses</vt:lpstr>
      <vt:lpstr>Monte Carlo (MC) VaR</vt:lpstr>
      <vt:lpstr>Three VaR Methods - Summary Comparison</vt:lpstr>
      <vt:lpstr>Block 3: Advanced VaR Topics</vt:lpstr>
      <vt:lpstr>VaR in Regulation - Basel Framework and FRTB</vt:lpstr>
      <vt:lpstr>VaR Limitations and the Case for Expected Shortfall</vt:lpstr>
      <vt:lpstr>Extreme Value Theory and the Generalized Pareto</vt:lpstr>
      <vt:lpstr>Session Wrap-Up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Hull RMFI 6e - Chapters 1-4</dc:title>
  <dc:subject>Options, Futures, and Other Derivatives, 11e</dc:subject>
  <dc:creator/>
  <cp:keywords>Chapter1</cp:keywords>
  <dc:description>Copyright 2021 by John C. Hull. All Rights Reserved. Published 2021</dc:description>
  <cp:lastModifiedBy>Yuriy Zabolotnyuk</cp:lastModifiedBy>
  <cp:revision>115</cp:revision>
  <dcterms:created xsi:type="dcterms:W3CDTF">2008-05-28T22:27:59Z</dcterms:created>
  <dcterms:modified xsi:type="dcterms:W3CDTF">2026-07-07T20:52:20Z</dcterms:modified>
</cp:coreProperties>
</file>