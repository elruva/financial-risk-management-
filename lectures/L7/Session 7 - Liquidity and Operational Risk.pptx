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7" r:id="rId1"/>
  </p:sldMasterIdLst>
  <p:notesMasterIdLst>
    <p:notesMasterId r:id="rId36"/>
  </p:notesMasterIdLst>
  <p:sldIdLst>
    <p:sldId id="256" r:id="rId2"/>
    <p:sldId id="258" r:id="rId3"/>
    <p:sldId id="259" r:id="rId4"/>
    <p:sldId id="260" r:id="rId5"/>
    <p:sldId id="288" r:id="rId6"/>
    <p:sldId id="360" r:id="rId7"/>
    <p:sldId id="361" r:id="rId8"/>
    <p:sldId id="362" r:id="rId9"/>
    <p:sldId id="363" r:id="rId10"/>
    <p:sldId id="291" r:id="rId11"/>
    <p:sldId id="364" r:id="rId12"/>
    <p:sldId id="365" r:id="rId13"/>
    <p:sldId id="292" r:id="rId14"/>
    <p:sldId id="366" r:id="rId15"/>
    <p:sldId id="262" r:id="rId16"/>
    <p:sldId id="289" r:id="rId17"/>
    <p:sldId id="367" r:id="rId18"/>
    <p:sldId id="368" r:id="rId19"/>
    <p:sldId id="264" r:id="rId20"/>
    <p:sldId id="293" r:id="rId21"/>
    <p:sldId id="266" r:id="rId22"/>
    <p:sldId id="267" r:id="rId23"/>
    <p:sldId id="320" r:id="rId24"/>
    <p:sldId id="321" r:id="rId25"/>
    <p:sldId id="327" r:id="rId26"/>
    <p:sldId id="268" r:id="rId27"/>
    <p:sldId id="269" r:id="rId28"/>
    <p:sldId id="369" r:id="rId29"/>
    <p:sldId id="370" r:id="rId30"/>
    <p:sldId id="371" r:id="rId31"/>
    <p:sldId id="300" r:id="rId32"/>
    <p:sldId id="301" r:id="rId33"/>
    <p:sldId id="273" r:id="rId34"/>
    <p:sldId id="372"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86CDB8-4BD7-6241-9FD1-10D03313AD4F}" v="50" dt="2026-07-14T20:19:39.2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3161"/>
    <p:restoredTop sz="73000"/>
  </p:normalViewPr>
  <p:slideViewPr>
    <p:cSldViewPr>
      <p:cViewPr varScale="1">
        <p:scale>
          <a:sx n="52" d="100"/>
          <a:sy n="52" d="100"/>
        </p:scale>
        <p:origin x="216" y="92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riy Zabolotnyuk" userId="5293f801-6ede-4669-8a17-9af1adeb069e" providerId="ADAL" clId="{9C72D551-62FB-5E3D-901C-9F32929520A9}"/>
    <pc:docChg chg="undo redo custSel addSld delSld modSld sldOrd modMainMaster">
      <pc:chgData name="Yuriy Zabolotnyuk" userId="5293f801-6ede-4669-8a17-9af1adeb069e" providerId="ADAL" clId="{9C72D551-62FB-5E3D-901C-9F32929520A9}" dt="2026-07-14T19:40:42.209" v="2418" actId="255"/>
      <pc:docMkLst>
        <pc:docMk/>
      </pc:docMkLst>
      <pc:sldChg chg="addSp delSp modSp mod">
        <pc:chgData name="Yuriy Zabolotnyuk" userId="5293f801-6ede-4669-8a17-9af1adeb069e" providerId="ADAL" clId="{9C72D551-62FB-5E3D-901C-9F32929520A9}" dt="2026-07-05T17:33:01.698" v="1631" actId="20577"/>
        <pc:sldMkLst>
          <pc:docMk/>
          <pc:sldMk cId="0" sldId="256"/>
        </pc:sldMkLst>
        <pc:spChg chg="mod">
          <ac:chgData name="Yuriy Zabolotnyuk" userId="5293f801-6ede-4669-8a17-9af1adeb069e" providerId="ADAL" clId="{9C72D551-62FB-5E3D-901C-9F32929520A9}" dt="2026-07-05T17:33:01.698" v="1631" actId="20577"/>
          <ac:spMkLst>
            <pc:docMk/>
            <pc:sldMk cId="0" sldId="256"/>
            <ac:spMk id="2" creationId="{00000000-0000-0000-0000-000000000000}"/>
          </ac:spMkLst>
        </pc:spChg>
      </pc:sldChg>
      <pc:sldChg chg="add del">
        <pc:chgData name="Yuriy Zabolotnyuk" userId="5293f801-6ede-4669-8a17-9af1adeb069e" providerId="ADAL" clId="{9C72D551-62FB-5E3D-901C-9F32929520A9}" dt="2026-07-14T12:57:42.899" v="1746" actId="2696"/>
        <pc:sldMkLst>
          <pc:docMk/>
          <pc:sldMk cId="0" sldId="257"/>
        </pc:sldMkLst>
      </pc:sldChg>
      <pc:sldChg chg="modSp del mod">
        <pc:chgData name="Yuriy Zabolotnyuk" userId="5293f801-6ede-4669-8a17-9af1adeb069e" providerId="ADAL" clId="{9C72D551-62FB-5E3D-901C-9F32929520A9}" dt="2026-07-14T12:56:27.968" v="1709" actId="27636"/>
        <pc:sldMkLst>
          <pc:docMk/>
          <pc:sldMk cId="0" sldId="258"/>
        </pc:sldMkLst>
        <pc:spChg chg="mod">
          <ac:chgData name="Yuriy Zabolotnyuk" userId="5293f801-6ede-4669-8a17-9af1adeb069e" providerId="ADAL" clId="{9C72D551-62FB-5E3D-901C-9F32929520A9}" dt="2026-07-14T12:56:27.968" v="1709" actId="27636"/>
          <ac:spMkLst>
            <pc:docMk/>
            <pc:sldMk cId="0" sldId="258"/>
            <ac:spMk id="7004" creationId="{00000000-0000-0000-0000-000000000000}"/>
          </ac:spMkLst>
        </pc:spChg>
      </pc:sldChg>
      <pc:sldChg chg="modSp del mod modNotesTx">
        <pc:chgData name="Yuriy Zabolotnyuk" userId="5293f801-6ede-4669-8a17-9af1adeb069e" providerId="ADAL" clId="{9C72D551-62FB-5E3D-901C-9F32929520A9}" dt="2026-07-14T19:04:16.126" v="1827" actId="20577"/>
        <pc:sldMkLst>
          <pc:docMk/>
          <pc:sldMk cId="0" sldId="259"/>
        </pc:sldMkLst>
        <pc:spChg chg="mod">
          <ac:chgData name="Yuriy Zabolotnyuk" userId="5293f801-6ede-4669-8a17-9af1adeb069e" providerId="ADAL" clId="{9C72D551-62FB-5E3D-901C-9F32929520A9}" dt="2026-07-14T12:56:27.972" v="1710" actId="27636"/>
          <ac:spMkLst>
            <pc:docMk/>
            <pc:sldMk cId="0" sldId="259"/>
            <ac:spMk id="7006" creationId="{00000000-0000-0000-0000-000000000000}"/>
          </ac:spMkLst>
        </pc:spChg>
      </pc:sldChg>
      <pc:sldChg chg="modSp del mod">
        <pc:chgData name="Yuriy Zabolotnyuk" userId="5293f801-6ede-4669-8a17-9af1adeb069e" providerId="ADAL" clId="{9C72D551-62FB-5E3D-901C-9F32929520A9}" dt="2026-07-14T19:05:20.221" v="1833" actId="404"/>
        <pc:sldMkLst>
          <pc:docMk/>
          <pc:sldMk cId="0" sldId="260"/>
        </pc:sldMkLst>
        <pc:spChg chg="mod">
          <ac:chgData name="Yuriy Zabolotnyuk" userId="5293f801-6ede-4669-8a17-9af1adeb069e" providerId="ADAL" clId="{9C72D551-62FB-5E3D-901C-9F32929520A9}" dt="2026-07-14T19:05:20.221" v="1833" actId="404"/>
          <ac:spMkLst>
            <pc:docMk/>
            <pc:sldMk cId="0" sldId="260"/>
            <ac:spMk id="7008" creationId="{00000000-0000-0000-0000-000000000000}"/>
          </ac:spMkLst>
        </pc:spChg>
      </pc:sldChg>
      <pc:sldChg chg="modSp del mod">
        <pc:chgData name="Yuriy Zabolotnyuk" userId="5293f801-6ede-4669-8a17-9af1adeb069e" providerId="ADAL" clId="{9C72D551-62FB-5E3D-901C-9F32929520A9}" dt="2026-07-14T19:11:22.117" v="1905" actId="2696"/>
        <pc:sldMkLst>
          <pc:docMk/>
          <pc:sldMk cId="0" sldId="261"/>
        </pc:sldMkLst>
        <pc:spChg chg="mod">
          <ac:chgData name="Yuriy Zabolotnyuk" userId="5293f801-6ede-4669-8a17-9af1adeb069e" providerId="ADAL" clId="{9C72D551-62FB-5E3D-901C-9F32929520A9}" dt="2026-07-14T19:06:45.590" v="1836" actId="27636"/>
          <ac:spMkLst>
            <pc:docMk/>
            <pc:sldMk cId="0" sldId="261"/>
            <ac:spMk id="7010" creationId="{00000000-0000-0000-0000-000000000000}"/>
          </ac:spMkLst>
        </pc:spChg>
      </pc:sldChg>
      <pc:sldChg chg="modSp del mod modNotesTx">
        <pc:chgData name="Yuriy Zabolotnyuk" userId="5293f801-6ede-4669-8a17-9af1adeb069e" providerId="ADAL" clId="{9C72D551-62FB-5E3D-901C-9F32929520A9}" dt="2026-07-14T19:17:14.535" v="2024" actId="20577"/>
        <pc:sldMkLst>
          <pc:docMk/>
          <pc:sldMk cId="0" sldId="262"/>
        </pc:sldMkLst>
        <pc:spChg chg="mod">
          <ac:chgData name="Yuriy Zabolotnyuk" userId="5293f801-6ede-4669-8a17-9af1adeb069e" providerId="ADAL" clId="{9C72D551-62FB-5E3D-901C-9F32929520A9}" dt="2026-07-14T19:16:56.921" v="1981" actId="58"/>
          <ac:spMkLst>
            <pc:docMk/>
            <pc:sldMk cId="0" sldId="262"/>
            <ac:spMk id="2" creationId="{00000000-0000-0000-0000-000000000000}"/>
          </ac:spMkLst>
        </pc:spChg>
        <pc:picChg chg="mod">
          <ac:chgData name="Yuriy Zabolotnyuk" userId="5293f801-6ede-4669-8a17-9af1adeb069e" providerId="ADAL" clId="{9C72D551-62FB-5E3D-901C-9F32929520A9}" dt="2026-07-14T19:15:35.956" v="1962" actId="1076"/>
          <ac:picMkLst>
            <pc:docMk/>
            <pc:sldMk cId="0" sldId="262"/>
            <ac:picMk id="7012" creationId="{00000000-0000-0000-0000-000000000000}"/>
          </ac:picMkLst>
        </pc:picChg>
        <pc:picChg chg="mod">
          <ac:chgData name="Yuriy Zabolotnyuk" userId="5293f801-6ede-4669-8a17-9af1adeb069e" providerId="ADAL" clId="{9C72D551-62FB-5E3D-901C-9F32929520A9}" dt="2026-07-14T19:17:05.831" v="1989" actId="1038"/>
          <ac:picMkLst>
            <pc:docMk/>
            <pc:sldMk cId="0" sldId="262"/>
            <ac:picMk id="7013" creationId="{00000000-0000-0000-0000-000000000000}"/>
          </ac:picMkLst>
        </pc:picChg>
      </pc:sldChg>
      <pc:sldChg chg="modSp del mod">
        <pc:chgData name="Yuriy Zabolotnyuk" userId="5293f801-6ede-4669-8a17-9af1adeb069e" providerId="ADAL" clId="{9C72D551-62FB-5E3D-901C-9F32929520A9}" dt="2026-07-14T19:18:41.099" v="2040" actId="2696"/>
        <pc:sldMkLst>
          <pc:docMk/>
          <pc:sldMk cId="0" sldId="263"/>
        </pc:sldMkLst>
        <pc:spChg chg="mod">
          <ac:chgData name="Yuriy Zabolotnyuk" userId="5293f801-6ede-4669-8a17-9af1adeb069e" providerId="ADAL" clId="{9C72D551-62FB-5E3D-901C-9F32929520A9}" dt="2026-07-14T12:56:28.085" v="1714" actId="27636"/>
          <ac:spMkLst>
            <pc:docMk/>
            <pc:sldMk cId="0" sldId="263"/>
            <ac:spMk id="2" creationId="{00000000-0000-0000-0000-000000000000}"/>
          </ac:spMkLst>
        </pc:spChg>
      </pc:sldChg>
      <pc:sldChg chg="modSp del mod">
        <pc:chgData name="Yuriy Zabolotnyuk" userId="5293f801-6ede-4669-8a17-9af1adeb069e" providerId="ADAL" clId="{9C72D551-62FB-5E3D-901C-9F32929520A9}" dt="2026-07-14T19:23:44.104" v="2094" actId="20577"/>
        <pc:sldMkLst>
          <pc:docMk/>
          <pc:sldMk cId="0" sldId="264"/>
        </pc:sldMkLst>
        <pc:spChg chg="mod">
          <ac:chgData name="Yuriy Zabolotnyuk" userId="5293f801-6ede-4669-8a17-9af1adeb069e" providerId="ADAL" clId="{9C72D551-62FB-5E3D-901C-9F32929520A9}" dt="2026-07-14T19:23:44.104" v="2094" actId="20577"/>
          <ac:spMkLst>
            <pc:docMk/>
            <pc:sldMk cId="0" sldId="264"/>
            <ac:spMk id="2" creationId="{00000000-0000-0000-0000-000000000000}"/>
          </ac:spMkLst>
        </pc:spChg>
        <pc:picChg chg="mod">
          <ac:chgData name="Yuriy Zabolotnyuk" userId="5293f801-6ede-4669-8a17-9af1adeb069e" providerId="ADAL" clId="{9C72D551-62FB-5E3D-901C-9F32929520A9}" dt="2026-07-14T19:23:03.428" v="2080" actId="1035"/>
          <ac:picMkLst>
            <pc:docMk/>
            <pc:sldMk cId="0" sldId="264"/>
            <ac:picMk id="7016" creationId="{00000000-0000-0000-0000-000000000000}"/>
          </ac:picMkLst>
        </pc:picChg>
        <pc:picChg chg="mod">
          <ac:chgData name="Yuriy Zabolotnyuk" userId="5293f801-6ede-4669-8a17-9af1adeb069e" providerId="ADAL" clId="{9C72D551-62FB-5E3D-901C-9F32929520A9}" dt="2026-07-14T19:23:06.858" v="2088" actId="1035"/>
          <ac:picMkLst>
            <pc:docMk/>
            <pc:sldMk cId="0" sldId="264"/>
            <ac:picMk id="7017" creationId="{00000000-0000-0000-0000-000000000000}"/>
          </ac:picMkLst>
        </pc:picChg>
      </pc:sldChg>
      <pc:sldChg chg="modSp del mod">
        <pc:chgData name="Yuriy Zabolotnyuk" userId="5293f801-6ede-4669-8a17-9af1adeb069e" providerId="ADAL" clId="{9C72D551-62FB-5E3D-901C-9F32929520A9}" dt="2026-07-14T19:24:52.576" v="2099" actId="2696"/>
        <pc:sldMkLst>
          <pc:docMk/>
          <pc:sldMk cId="0" sldId="265"/>
        </pc:sldMkLst>
        <pc:spChg chg="mod">
          <ac:chgData name="Yuriy Zabolotnyuk" userId="5293f801-6ede-4669-8a17-9af1adeb069e" providerId="ADAL" clId="{9C72D551-62FB-5E3D-901C-9F32929520A9}" dt="2026-07-14T12:56:28.161" v="1716" actId="27636"/>
          <ac:spMkLst>
            <pc:docMk/>
            <pc:sldMk cId="0" sldId="265"/>
            <ac:spMk id="7018" creationId="{00000000-0000-0000-0000-000000000000}"/>
          </ac:spMkLst>
        </pc:spChg>
      </pc:sldChg>
      <pc:sldChg chg="modSp del mod">
        <pc:chgData name="Yuriy Zabolotnyuk" userId="5293f801-6ede-4669-8a17-9af1adeb069e" providerId="ADAL" clId="{9C72D551-62FB-5E3D-901C-9F32929520A9}" dt="2026-07-14T19:29:20.630" v="2212" actId="15"/>
        <pc:sldMkLst>
          <pc:docMk/>
          <pc:sldMk cId="0" sldId="266"/>
        </pc:sldMkLst>
        <pc:spChg chg="mod">
          <ac:chgData name="Yuriy Zabolotnyuk" userId="5293f801-6ede-4669-8a17-9af1adeb069e" providerId="ADAL" clId="{9C72D551-62FB-5E3D-901C-9F32929520A9}" dt="2026-07-14T19:29:20.630" v="2212" actId="15"/>
          <ac:spMkLst>
            <pc:docMk/>
            <pc:sldMk cId="0" sldId="266"/>
            <ac:spMk id="7020" creationId="{00000000-0000-0000-0000-000000000000}"/>
          </ac:spMkLst>
        </pc:spChg>
      </pc:sldChg>
      <pc:sldChg chg="modSp del mod">
        <pc:chgData name="Yuriy Zabolotnyuk" userId="5293f801-6ede-4669-8a17-9af1adeb069e" providerId="ADAL" clId="{9C72D551-62FB-5E3D-901C-9F32929520A9}" dt="2026-07-14T19:27:05.275" v="2173" actId="403"/>
        <pc:sldMkLst>
          <pc:docMk/>
          <pc:sldMk cId="0" sldId="267"/>
        </pc:sldMkLst>
        <pc:spChg chg="mod">
          <ac:chgData name="Yuriy Zabolotnyuk" userId="5293f801-6ede-4669-8a17-9af1adeb069e" providerId="ADAL" clId="{9C72D551-62FB-5E3D-901C-9F32929520A9}" dt="2026-07-14T19:27:05.275" v="2173" actId="403"/>
          <ac:spMkLst>
            <pc:docMk/>
            <pc:sldMk cId="0" sldId="267"/>
            <ac:spMk id="7022" creationId="{00000000-0000-0000-0000-000000000000}"/>
          </ac:spMkLst>
        </pc:spChg>
      </pc:sldChg>
      <pc:sldChg chg="modSp del mod">
        <pc:chgData name="Yuriy Zabolotnyuk" userId="5293f801-6ede-4669-8a17-9af1adeb069e" providerId="ADAL" clId="{9C72D551-62FB-5E3D-901C-9F32929520A9}" dt="2026-07-14T12:56:27.743" v="1695" actId="27636"/>
        <pc:sldMkLst>
          <pc:docMk/>
          <pc:sldMk cId="0" sldId="268"/>
        </pc:sldMkLst>
        <pc:spChg chg="mod">
          <ac:chgData name="Yuriy Zabolotnyuk" userId="5293f801-6ede-4669-8a17-9af1adeb069e" providerId="ADAL" clId="{9C72D551-62FB-5E3D-901C-9F32929520A9}" dt="2026-07-14T12:56:27.743" v="1695" actId="27636"/>
          <ac:spMkLst>
            <pc:docMk/>
            <pc:sldMk cId="0" sldId="268"/>
            <ac:spMk id="7024" creationId="{00000000-0000-0000-0000-000000000000}"/>
          </ac:spMkLst>
        </pc:spChg>
      </pc:sldChg>
      <pc:sldChg chg="modSp add del mod modNotesTx">
        <pc:chgData name="Yuriy Zabolotnyuk" userId="5293f801-6ede-4669-8a17-9af1adeb069e" providerId="ADAL" clId="{9C72D551-62FB-5E3D-901C-9F32929520A9}" dt="2026-07-14T19:32:51.619" v="2245" actId="20577"/>
        <pc:sldMkLst>
          <pc:docMk/>
          <pc:sldMk cId="0" sldId="269"/>
        </pc:sldMkLst>
        <pc:spChg chg="mod">
          <ac:chgData name="Yuriy Zabolotnyuk" userId="5293f801-6ede-4669-8a17-9af1adeb069e" providerId="ADAL" clId="{9C72D551-62FB-5E3D-901C-9F32929520A9}" dt="2026-07-14T19:32:51.619" v="2245" actId="20577"/>
          <ac:spMkLst>
            <pc:docMk/>
            <pc:sldMk cId="0" sldId="269"/>
            <ac:spMk id="7026" creationId="{00000000-0000-0000-0000-000000000000}"/>
          </ac:spMkLst>
        </pc:spChg>
      </pc:sldChg>
      <pc:sldChg chg="modSp add del mod">
        <pc:chgData name="Yuriy Zabolotnyuk" userId="5293f801-6ede-4669-8a17-9af1adeb069e" providerId="ADAL" clId="{9C72D551-62FB-5E3D-901C-9F32929520A9}" dt="2026-07-14T19:33:11.394" v="2246" actId="2696"/>
        <pc:sldMkLst>
          <pc:docMk/>
          <pc:sldMk cId="0" sldId="270"/>
        </pc:sldMkLst>
        <pc:spChg chg="mod">
          <ac:chgData name="Yuriy Zabolotnyuk" userId="5293f801-6ede-4669-8a17-9af1adeb069e" providerId="ADAL" clId="{9C72D551-62FB-5E3D-901C-9F32929520A9}" dt="2026-07-14T12:56:27.777" v="1697" actId="27636"/>
          <ac:spMkLst>
            <pc:docMk/>
            <pc:sldMk cId="0" sldId="270"/>
            <ac:spMk id="7028" creationId="{00000000-0000-0000-0000-000000000000}"/>
          </ac:spMkLst>
        </pc:spChg>
      </pc:sldChg>
      <pc:sldChg chg="delSp modSp add del mod">
        <pc:chgData name="Yuriy Zabolotnyuk" userId="5293f801-6ede-4669-8a17-9af1adeb069e" providerId="ADAL" clId="{9C72D551-62FB-5E3D-901C-9F32929520A9}" dt="2026-07-14T19:35:03.640" v="2292" actId="2696"/>
        <pc:sldMkLst>
          <pc:docMk/>
          <pc:sldMk cId="0" sldId="271"/>
        </pc:sldMkLst>
        <pc:spChg chg="mod">
          <ac:chgData name="Yuriy Zabolotnyuk" userId="5293f801-6ede-4669-8a17-9af1adeb069e" providerId="ADAL" clId="{9C72D551-62FB-5E3D-901C-9F32929520A9}" dt="2026-07-14T12:56:27.792" v="1698" actId="27636"/>
          <ac:spMkLst>
            <pc:docMk/>
            <pc:sldMk cId="0" sldId="271"/>
            <ac:spMk id="2" creationId="{00000000-0000-0000-0000-000000000000}"/>
          </ac:spMkLst>
        </pc:spChg>
      </pc:sldChg>
      <pc:sldChg chg="delSp modSp add del mod modNotesTx">
        <pc:chgData name="Yuriy Zabolotnyuk" userId="5293f801-6ede-4669-8a17-9af1adeb069e" providerId="ADAL" clId="{9C72D551-62FB-5E3D-901C-9F32929520A9}" dt="2026-07-14T19:36:25.644" v="2293" actId="2696"/>
        <pc:sldMkLst>
          <pc:docMk/>
          <pc:sldMk cId="0" sldId="272"/>
        </pc:sldMkLst>
        <pc:spChg chg="mod">
          <ac:chgData name="Yuriy Zabolotnyuk" userId="5293f801-6ede-4669-8a17-9af1adeb069e" providerId="ADAL" clId="{9C72D551-62FB-5E3D-901C-9F32929520A9}" dt="2026-07-14T12:56:27.800" v="1699" actId="27636"/>
          <ac:spMkLst>
            <pc:docMk/>
            <pc:sldMk cId="0" sldId="272"/>
            <ac:spMk id="2" creationId="{00000000-0000-0000-0000-000000000000}"/>
          </ac:spMkLst>
        </pc:spChg>
      </pc:sldChg>
      <pc:sldChg chg="modSp add del mod modNotesTx">
        <pc:chgData name="Yuriy Zabolotnyuk" userId="5293f801-6ede-4669-8a17-9af1adeb069e" providerId="ADAL" clId="{9C72D551-62FB-5E3D-901C-9F32929520A9}" dt="2026-07-14T19:40:27.239" v="2415" actId="1038"/>
        <pc:sldMkLst>
          <pc:docMk/>
          <pc:sldMk cId="0" sldId="273"/>
        </pc:sldMkLst>
        <pc:spChg chg="mod">
          <ac:chgData name="Yuriy Zabolotnyuk" userId="5293f801-6ede-4669-8a17-9af1adeb069e" providerId="ADAL" clId="{9C72D551-62FB-5E3D-901C-9F32929520A9}" dt="2026-07-14T19:40:27.239" v="2415" actId="1038"/>
          <ac:spMkLst>
            <pc:docMk/>
            <pc:sldMk cId="0" sldId="273"/>
            <ac:spMk id="7034" creationId="{00000000-0000-0000-0000-000000000000}"/>
          </ac:spMkLst>
        </pc:spChg>
      </pc:sldChg>
      <pc:sldChg chg="modSp del mod">
        <pc:chgData name="Yuriy Zabolotnyuk" userId="5293f801-6ede-4669-8a17-9af1adeb069e" providerId="ADAL" clId="{9C72D551-62FB-5E3D-901C-9F32929520A9}" dt="2026-07-14T19:38:36.820" v="2330" actId="2696"/>
        <pc:sldMkLst>
          <pc:docMk/>
          <pc:sldMk cId="0" sldId="274"/>
        </pc:sldMkLst>
        <pc:spChg chg="mod">
          <ac:chgData name="Yuriy Zabolotnyuk" userId="5293f801-6ede-4669-8a17-9af1adeb069e" providerId="ADAL" clId="{9C72D551-62FB-5E3D-901C-9F32929520A9}" dt="2026-07-14T12:56:27.869" v="1701" actId="27636"/>
          <ac:spMkLst>
            <pc:docMk/>
            <pc:sldMk cId="0" sldId="274"/>
            <ac:spMk id="7036" creationId="{00000000-0000-0000-0000-000000000000}"/>
          </ac:spMkLst>
        </pc:spChg>
      </pc:sldChg>
      <pc:sldChg chg="modSp add del mod">
        <pc:chgData name="Yuriy Zabolotnyuk" userId="5293f801-6ede-4669-8a17-9af1adeb069e" providerId="ADAL" clId="{9C72D551-62FB-5E3D-901C-9F32929520A9}" dt="2026-07-14T19:38:36.881" v="2365" actId="2696"/>
        <pc:sldMkLst>
          <pc:docMk/>
          <pc:sldMk cId="0" sldId="275"/>
        </pc:sldMkLst>
        <pc:spChg chg="mod">
          <ac:chgData name="Yuriy Zabolotnyuk" userId="5293f801-6ede-4669-8a17-9af1adeb069e" providerId="ADAL" clId="{9C72D551-62FB-5E3D-901C-9F32929520A9}" dt="2026-07-14T12:56:27.873" v="1702" actId="27636"/>
          <ac:spMkLst>
            <pc:docMk/>
            <pc:sldMk cId="0" sldId="275"/>
            <ac:spMk id="7038" creationId="{00000000-0000-0000-0000-000000000000}"/>
          </ac:spMkLst>
        </pc:spChg>
      </pc:sldChg>
      <pc:sldChg chg="modSp add del mod">
        <pc:chgData name="Yuriy Zabolotnyuk" userId="5293f801-6ede-4669-8a17-9af1adeb069e" providerId="ADAL" clId="{9C72D551-62FB-5E3D-901C-9F32929520A9}" dt="2026-07-14T19:38:36.837" v="2340" actId="2696"/>
        <pc:sldMkLst>
          <pc:docMk/>
          <pc:sldMk cId="0" sldId="276"/>
        </pc:sldMkLst>
        <pc:spChg chg="mod">
          <ac:chgData name="Yuriy Zabolotnyuk" userId="5293f801-6ede-4669-8a17-9af1adeb069e" providerId="ADAL" clId="{9C72D551-62FB-5E3D-901C-9F32929520A9}" dt="2026-07-14T12:56:27.881" v="1703" actId="27636"/>
          <ac:spMkLst>
            <pc:docMk/>
            <pc:sldMk cId="0" sldId="276"/>
            <ac:spMk id="7040" creationId="{00000000-0000-0000-0000-000000000000}"/>
          </ac:spMkLst>
        </pc:spChg>
      </pc:sldChg>
      <pc:sldChg chg="addSp delSp modSp del mod">
        <pc:chgData name="Yuriy Zabolotnyuk" userId="5293f801-6ede-4669-8a17-9af1adeb069e" providerId="ADAL" clId="{9C72D551-62FB-5E3D-901C-9F32929520A9}" dt="2026-07-14T19:38:36.892" v="2371" actId="2696"/>
        <pc:sldMkLst>
          <pc:docMk/>
          <pc:sldMk cId="0" sldId="277"/>
        </pc:sldMkLst>
        <pc:spChg chg="mod">
          <ac:chgData name="Yuriy Zabolotnyuk" userId="5293f801-6ede-4669-8a17-9af1adeb069e" providerId="ADAL" clId="{9C72D551-62FB-5E3D-901C-9F32929520A9}" dt="2026-07-14T12:56:27.885" v="1704" actId="27636"/>
          <ac:spMkLst>
            <pc:docMk/>
            <pc:sldMk cId="0" sldId="277"/>
            <ac:spMk id="7042" creationId="{00000000-0000-0000-0000-000000000000}"/>
          </ac:spMkLst>
        </pc:spChg>
      </pc:sldChg>
      <pc:sldChg chg="addSp modSp del mod">
        <pc:chgData name="Yuriy Zabolotnyuk" userId="5293f801-6ede-4669-8a17-9af1adeb069e" providerId="ADAL" clId="{9C72D551-62FB-5E3D-901C-9F32929520A9}" dt="2026-07-14T19:38:36.873" v="2358" actId="2696"/>
        <pc:sldMkLst>
          <pc:docMk/>
          <pc:sldMk cId="0" sldId="278"/>
        </pc:sldMkLst>
        <pc:spChg chg="mod">
          <ac:chgData name="Yuriy Zabolotnyuk" userId="5293f801-6ede-4669-8a17-9af1adeb069e" providerId="ADAL" clId="{9C72D551-62FB-5E3D-901C-9F32929520A9}" dt="2026-07-14T12:56:27.907" v="1705" actId="27636"/>
          <ac:spMkLst>
            <pc:docMk/>
            <pc:sldMk cId="0" sldId="278"/>
            <ac:spMk id="7044" creationId="{00000000-0000-0000-0000-000000000000}"/>
          </ac:spMkLst>
        </pc:spChg>
      </pc:sldChg>
      <pc:sldChg chg="modSp add del mod">
        <pc:chgData name="Yuriy Zabolotnyuk" userId="5293f801-6ede-4669-8a17-9af1adeb069e" providerId="ADAL" clId="{9C72D551-62FB-5E3D-901C-9F32929520A9}" dt="2026-07-14T19:38:36.864" v="2349" actId="2696"/>
        <pc:sldMkLst>
          <pc:docMk/>
          <pc:sldMk cId="0" sldId="279"/>
        </pc:sldMkLst>
        <pc:spChg chg="mod">
          <ac:chgData name="Yuriy Zabolotnyuk" userId="5293f801-6ede-4669-8a17-9af1adeb069e" providerId="ADAL" clId="{9C72D551-62FB-5E3D-901C-9F32929520A9}" dt="2026-07-14T12:56:27.910" v="1706" actId="27636"/>
          <ac:spMkLst>
            <pc:docMk/>
            <pc:sldMk cId="0" sldId="279"/>
            <ac:spMk id="7046" creationId="{00000000-0000-0000-0000-000000000000}"/>
          </ac:spMkLst>
        </pc:spChg>
      </pc:sldChg>
      <pc:sldChg chg="addSp delSp modSp del mod">
        <pc:chgData name="Yuriy Zabolotnyuk" userId="5293f801-6ede-4669-8a17-9af1adeb069e" providerId="ADAL" clId="{9C72D551-62FB-5E3D-901C-9F32929520A9}" dt="2026-07-14T19:38:36.884" v="2369" actId="2696"/>
        <pc:sldMkLst>
          <pc:docMk/>
          <pc:sldMk cId="0" sldId="280"/>
        </pc:sldMkLst>
        <pc:spChg chg="mod">
          <ac:chgData name="Yuriy Zabolotnyuk" userId="5293f801-6ede-4669-8a17-9af1adeb069e" providerId="ADAL" clId="{9C72D551-62FB-5E3D-901C-9F32929520A9}" dt="2026-07-14T12:56:27.921" v="1707" actId="27636"/>
          <ac:spMkLst>
            <pc:docMk/>
            <pc:sldMk cId="0" sldId="280"/>
            <ac:spMk id="7048" creationId="{00000000-0000-0000-0000-000000000000}"/>
          </ac:spMkLst>
        </pc:spChg>
      </pc:sldChg>
      <pc:sldChg chg="modSp del mod">
        <pc:chgData name="Yuriy Zabolotnyuk" userId="5293f801-6ede-4669-8a17-9af1adeb069e" providerId="ADAL" clId="{9C72D551-62FB-5E3D-901C-9F32929520A9}" dt="2026-07-14T19:38:36.831" v="2336" actId="2696"/>
        <pc:sldMkLst>
          <pc:docMk/>
          <pc:sldMk cId="0" sldId="281"/>
        </pc:sldMkLst>
        <pc:spChg chg="mod">
          <ac:chgData name="Yuriy Zabolotnyuk" userId="5293f801-6ede-4669-8a17-9af1adeb069e" providerId="ADAL" clId="{9C72D551-62FB-5E3D-901C-9F32929520A9}" dt="2026-07-14T12:56:27.947" v="1708" actId="27636"/>
          <ac:spMkLst>
            <pc:docMk/>
            <pc:sldMk cId="0" sldId="281"/>
            <ac:spMk id="7050" creationId="{00000000-0000-0000-0000-000000000000}"/>
          </ac:spMkLst>
        </pc:spChg>
      </pc:sldChg>
      <pc:sldChg chg="del">
        <pc:chgData name="Yuriy Zabolotnyuk" userId="5293f801-6ede-4669-8a17-9af1adeb069e" providerId="ADAL" clId="{9C72D551-62FB-5E3D-901C-9F32929520A9}" dt="2026-07-14T19:21:37.160" v="2055" actId="2696"/>
        <pc:sldMkLst>
          <pc:docMk/>
          <pc:sldMk cId="0" sldId="282"/>
        </pc:sldMkLst>
      </pc:sldChg>
      <pc:sldChg chg="del">
        <pc:chgData name="Yuriy Zabolotnyuk" userId="5293f801-6ede-4669-8a17-9af1adeb069e" providerId="ADAL" clId="{9C72D551-62FB-5E3D-901C-9F32929520A9}" dt="2026-07-14T19:24:46.153" v="2097" actId="2696"/>
        <pc:sldMkLst>
          <pc:docMk/>
          <pc:sldMk cId="0" sldId="283"/>
        </pc:sldMkLst>
      </pc:sldChg>
      <pc:sldChg chg="del">
        <pc:chgData name="Yuriy Zabolotnyuk" userId="5293f801-6ede-4669-8a17-9af1adeb069e" providerId="ADAL" clId="{9C72D551-62FB-5E3D-901C-9F32929520A9}" dt="2026-07-14T19:27:13.317" v="2175" actId="2696"/>
        <pc:sldMkLst>
          <pc:docMk/>
          <pc:sldMk cId="0" sldId="284"/>
        </pc:sldMkLst>
      </pc:sldChg>
      <pc:sldChg chg="del">
        <pc:chgData name="Yuriy Zabolotnyuk" userId="5293f801-6ede-4669-8a17-9af1adeb069e" providerId="ADAL" clId="{9C72D551-62FB-5E3D-901C-9F32929520A9}" dt="2026-07-14T19:38:51.221" v="2373" actId="2696"/>
        <pc:sldMkLst>
          <pc:docMk/>
          <pc:sldMk cId="0" sldId="285"/>
        </pc:sldMkLst>
      </pc:sldChg>
      <pc:sldChg chg="del">
        <pc:chgData name="Yuriy Zabolotnyuk" userId="5293f801-6ede-4669-8a17-9af1adeb069e" providerId="ADAL" clId="{9C72D551-62FB-5E3D-901C-9F32929520A9}" dt="2026-07-14T19:38:51.233" v="2375" actId="2696"/>
        <pc:sldMkLst>
          <pc:docMk/>
          <pc:sldMk cId="0" sldId="286"/>
        </pc:sldMkLst>
      </pc:sldChg>
      <pc:sldChg chg="del">
        <pc:chgData name="Yuriy Zabolotnyuk" userId="5293f801-6ede-4669-8a17-9af1adeb069e" providerId="ADAL" clId="{9C72D551-62FB-5E3D-901C-9F32929520A9}" dt="2026-07-14T19:38:36.844" v="2346" actId="2696"/>
        <pc:sldMkLst>
          <pc:docMk/>
          <pc:sldMk cId="0" sldId="287"/>
        </pc:sldMkLst>
      </pc:sldChg>
      <pc:sldChg chg="modSp mod ord">
        <pc:chgData name="Yuriy Zabolotnyuk" userId="5293f801-6ede-4669-8a17-9af1adeb069e" providerId="ADAL" clId="{9C72D551-62FB-5E3D-901C-9F32929520A9}" dt="2026-07-14T19:11:36.973" v="1906" actId="20578"/>
        <pc:sldMkLst>
          <pc:docMk/>
          <pc:sldMk cId="0" sldId="288"/>
        </pc:sldMkLst>
        <pc:spChg chg="mod">
          <ac:chgData name="Yuriy Zabolotnyuk" userId="5293f801-6ede-4669-8a17-9af1adeb069e" providerId="ADAL" clId="{9C72D551-62FB-5E3D-901C-9F32929520A9}" dt="2026-07-14T19:05:33.097" v="1834" actId="255"/>
          <ac:spMkLst>
            <pc:docMk/>
            <pc:sldMk cId="0" sldId="288"/>
            <ac:spMk id="7028" creationId="{00000000-0000-0000-0000-000000000000}"/>
          </ac:spMkLst>
        </pc:spChg>
      </pc:sldChg>
      <pc:sldChg chg="modSp mod modNotesTx">
        <pc:chgData name="Yuriy Zabolotnyuk" userId="5293f801-6ede-4669-8a17-9af1adeb069e" providerId="ADAL" clId="{9C72D551-62FB-5E3D-901C-9F32929520A9}" dt="2026-07-14T19:18:13.738" v="2038" actId="20577"/>
        <pc:sldMkLst>
          <pc:docMk/>
          <pc:sldMk cId="0" sldId="289"/>
        </pc:sldMkLst>
        <pc:spChg chg="mod">
          <ac:chgData name="Yuriy Zabolotnyuk" userId="5293f801-6ede-4669-8a17-9af1adeb069e" providerId="ADAL" clId="{9C72D551-62FB-5E3D-901C-9F32929520A9}" dt="2026-07-14T19:17:43.022" v="2026" actId="255"/>
          <ac:spMkLst>
            <pc:docMk/>
            <pc:sldMk cId="0" sldId="289"/>
            <ac:spMk id="7028" creationId="{00000000-0000-0000-0000-000000000000}"/>
          </ac:spMkLst>
        </pc:spChg>
      </pc:sldChg>
      <pc:sldChg chg="del">
        <pc:chgData name="Yuriy Zabolotnyuk" userId="5293f801-6ede-4669-8a17-9af1adeb069e" providerId="ADAL" clId="{9C72D551-62FB-5E3D-901C-9F32929520A9}" dt="2026-07-14T19:18:33.876" v="2039" actId="2696"/>
        <pc:sldMkLst>
          <pc:docMk/>
          <pc:sldMk cId="0" sldId="290"/>
        </pc:sldMkLst>
      </pc:sldChg>
      <pc:sldChg chg="del">
        <pc:chgData name="Yuriy Zabolotnyuk" userId="5293f801-6ede-4669-8a17-9af1adeb069e" providerId="ADAL" clId="{9C72D551-62FB-5E3D-901C-9F32929520A9}" dt="2026-07-14T19:18:58.827" v="2041" actId="2696"/>
        <pc:sldMkLst>
          <pc:docMk/>
          <pc:sldMk cId="0" sldId="291"/>
        </pc:sldMkLst>
      </pc:sldChg>
      <pc:sldChg chg="modSp add mod">
        <pc:chgData name="Yuriy Zabolotnyuk" userId="5293f801-6ede-4669-8a17-9af1adeb069e" providerId="ADAL" clId="{9C72D551-62FB-5E3D-901C-9F32929520A9}" dt="2026-07-14T19:19:48.656" v="2045" actId="14100"/>
        <pc:sldMkLst>
          <pc:docMk/>
          <pc:sldMk cId="2258370981" sldId="291"/>
        </pc:sldMkLst>
        <pc:spChg chg="mod">
          <ac:chgData name="Yuriy Zabolotnyuk" userId="5293f801-6ede-4669-8a17-9af1adeb069e" providerId="ADAL" clId="{9C72D551-62FB-5E3D-901C-9F32929520A9}" dt="2026-07-14T19:19:48.656" v="2045" actId="14100"/>
          <ac:spMkLst>
            <pc:docMk/>
            <pc:sldMk cId="2258370981" sldId="291"/>
            <ac:spMk id="7028" creationId="{00000000-0000-0000-0000-000000000000}"/>
          </ac:spMkLst>
        </pc:spChg>
      </pc:sldChg>
      <pc:sldChg chg="del">
        <pc:chgData name="Yuriy Zabolotnyuk" userId="5293f801-6ede-4669-8a17-9af1adeb069e" providerId="ADAL" clId="{9C72D551-62FB-5E3D-901C-9F32929520A9}" dt="2026-07-14T19:20:30.253" v="2046" actId="2696"/>
        <pc:sldMkLst>
          <pc:docMk/>
          <pc:sldMk cId="0" sldId="292"/>
        </pc:sldMkLst>
      </pc:sldChg>
      <pc:sldChg chg="modSp add mod">
        <pc:chgData name="Yuriy Zabolotnyuk" userId="5293f801-6ede-4669-8a17-9af1adeb069e" providerId="ADAL" clId="{9C72D551-62FB-5E3D-901C-9F32929520A9}" dt="2026-07-14T19:21:14.502" v="2054" actId="14100"/>
        <pc:sldMkLst>
          <pc:docMk/>
          <pc:sldMk cId="439614469" sldId="292"/>
        </pc:sldMkLst>
        <pc:spChg chg="mod">
          <ac:chgData name="Yuriy Zabolotnyuk" userId="5293f801-6ede-4669-8a17-9af1adeb069e" providerId="ADAL" clId="{9C72D551-62FB-5E3D-901C-9F32929520A9}" dt="2026-07-14T19:21:14.502" v="2054" actId="14100"/>
          <ac:spMkLst>
            <pc:docMk/>
            <pc:sldMk cId="439614469" sldId="292"/>
            <ac:spMk id="7028" creationId="{2ACD7283-0527-8BEF-A24C-EA1B70B82FE7}"/>
          </ac:spMkLst>
        </pc:spChg>
      </pc:sldChg>
      <pc:sldChg chg="add del">
        <pc:chgData name="Yuriy Zabolotnyuk" userId="5293f801-6ede-4669-8a17-9af1adeb069e" providerId="ADAL" clId="{9C72D551-62FB-5E3D-901C-9F32929520A9}" dt="2026-07-14T19:20:54.179" v="2048"/>
        <pc:sldMkLst>
          <pc:docMk/>
          <pc:sldMk cId="1086225792" sldId="292"/>
        </pc:sldMkLst>
      </pc:sldChg>
      <pc:sldChg chg="modSp mod">
        <pc:chgData name="Yuriy Zabolotnyuk" userId="5293f801-6ede-4669-8a17-9af1adeb069e" providerId="ADAL" clId="{9C72D551-62FB-5E3D-901C-9F32929520A9}" dt="2026-07-14T19:24:07.566" v="2096" actId="255"/>
        <pc:sldMkLst>
          <pc:docMk/>
          <pc:sldMk cId="0" sldId="293"/>
        </pc:sldMkLst>
        <pc:spChg chg="mod">
          <ac:chgData name="Yuriy Zabolotnyuk" userId="5293f801-6ede-4669-8a17-9af1adeb069e" providerId="ADAL" clId="{9C72D551-62FB-5E3D-901C-9F32929520A9}" dt="2026-07-14T19:24:07.566" v="2096" actId="255"/>
          <ac:spMkLst>
            <pc:docMk/>
            <pc:sldMk cId="0" sldId="293"/>
            <ac:spMk id="7028" creationId="{00000000-0000-0000-0000-000000000000}"/>
          </ac:spMkLst>
        </pc:spChg>
      </pc:sldChg>
      <pc:sldChg chg="del">
        <pc:chgData name="Yuriy Zabolotnyuk" userId="5293f801-6ede-4669-8a17-9af1adeb069e" providerId="ADAL" clId="{9C72D551-62FB-5E3D-901C-9F32929520A9}" dt="2026-07-14T19:24:47.261" v="2098" actId="2696"/>
        <pc:sldMkLst>
          <pc:docMk/>
          <pc:sldMk cId="0" sldId="294"/>
        </pc:sldMkLst>
      </pc:sldChg>
      <pc:sldChg chg="del">
        <pc:chgData name="Yuriy Zabolotnyuk" userId="5293f801-6ede-4669-8a17-9af1adeb069e" providerId="ADAL" clId="{9C72D551-62FB-5E3D-901C-9F32929520A9}" dt="2026-07-14T19:24:55.406" v="2100" actId="2696"/>
        <pc:sldMkLst>
          <pc:docMk/>
          <pc:sldMk cId="0" sldId="295"/>
        </pc:sldMkLst>
      </pc:sldChg>
      <pc:sldChg chg="del">
        <pc:chgData name="Yuriy Zabolotnyuk" userId="5293f801-6ede-4669-8a17-9af1adeb069e" providerId="ADAL" clId="{9C72D551-62FB-5E3D-901C-9F32929520A9}" dt="2026-07-14T19:27:11.103" v="2174" actId="2696"/>
        <pc:sldMkLst>
          <pc:docMk/>
          <pc:sldMk cId="0" sldId="296"/>
        </pc:sldMkLst>
      </pc:sldChg>
      <pc:sldChg chg="del">
        <pc:chgData name="Yuriy Zabolotnyuk" userId="5293f801-6ede-4669-8a17-9af1adeb069e" providerId="ADAL" clId="{9C72D551-62FB-5E3D-901C-9F32929520A9}" dt="2026-07-14T19:27:15.739" v="2176" actId="2696"/>
        <pc:sldMkLst>
          <pc:docMk/>
          <pc:sldMk cId="0" sldId="297"/>
        </pc:sldMkLst>
      </pc:sldChg>
      <pc:sldChg chg="del">
        <pc:chgData name="Yuriy Zabolotnyuk" userId="5293f801-6ede-4669-8a17-9af1adeb069e" providerId="ADAL" clId="{9C72D551-62FB-5E3D-901C-9F32929520A9}" dt="2026-07-14T19:30:51.577" v="2216" actId="2696"/>
        <pc:sldMkLst>
          <pc:docMk/>
          <pc:sldMk cId="0" sldId="298"/>
        </pc:sldMkLst>
      </pc:sldChg>
      <pc:sldChg chg="del">
        <pc:chgData name="Yuriy Zabolotnyuk" userId="5293f801-6ede-4669-8a17-9af1adeb069e" providerId="ADAL" clId="{9C72D551-62FB-5E3D-901C-9F32929520A9}" dt="2026-07-14T19:33:12.350" v="2247" actId="2696"/>
        <pc:sldMkLst>
          <pc:docMk/>
          <pc:sldMk cId="0" sldId="299"/>
        </pc:sldMkLst>
      </pc:sldChg>
      <pc:sldChg chg="modSp mod">
        <pc:chgData name="Yuriy Zabolotnyuk" userId="5293f801-6ede-4669-8a17-9af1adeb069e" providerId="ADAL" clId="{9C72D551-62FB-5E3D-901C-9F32929520A9}" dt="2026-07-14T19:37:17.125" v="2320" actId="20577"/>
        <pc:sldMkLst>
          <pc:docMk/>
          <pc:sldMk cId="0" sldId="301"/>
        </pc:sldMkLst>
        <pc:spChg chg="mod">
          <ac:chgData name="Yuriy Zabolotnyuk" userId="5293f801-6ede-4669-8a17-9af1adeb069e" providerId="ADAL" clId="{9C72D551-62FB-5E3D-901C-9F32929520A9}" dt="2026-07-14T19:37:17.125" v="2320" actId="20577"/>
          <ac:spMkLst>
            <pc:docMk/>
            <pc:sldMk cId="0" sldId="301"/>
            <ac:spMk id="7028" creationId="{00000000-0000-0000-0000-000000000000}"/>
          </ac:spMkLst>
        </pc:spChg>
      </pc:sldChg>
      <pc:sldChg chg="del">
        <pc:chgData name="Yuriy Zabolotnyuk" userId="5293f801-6ede-4669-8a17-9af1adeb069e" providerId="ADAL" clId="{9C72D551-62FB-5E3D-901C-9F32929520A9}" dt="2026-07-14T19:38:51.229" v="2374" actId="2696"/>
        <pc:sldMkLst>
          <pc:docMk/>
          <pc:sldMk cId="0" sldId="302"/>
        </pc:sldMkLst>
      </pc:sldChg>
      <pc:sldChg chg="del">
        <pc:chgData name="Yuriy Zabolotnyuk" userId="5293f801-6ede-4669-8a17-9af1adeb069e" providerId="ADAL" clId="{9C72D551-62FB-5E3D-901C-9F32929520A9}" dt="2026-07-14T19:38:51.257" v="2376" actId="2696"/>
        <pc:sldMkLst>
          <pc:docMk/>
          <pc:sldMk cId="0" sldId="303"/>
        </pc:sldMkLst>
      </pc:sldChg>
      <pc:sldChg chg="del">
        <pc:chgData name="Yuriy Zabolotnyuk" userId="5293f801-6ede-4669-8a17-9af1adeb069e" providerId="ADAL" clId="{9C72D551-62FB-5E3D-901C-9F32929520A9}" dt="2026-07-14T19:38:36.878" v="2362" actId="2696"/>
        <pc:sldMkLst>
          <pc:docMk/>
          <pc:sldMk cId="0" sldId="304"/>
        </pc:sldMkLst>
      </pc:sldChg>
      <pc:sldChg chg="del">
        <pc:chgData name="Yuriy Zabolotnyuk" userId="5293f801-6ede-4669-8a17-9af1adeb069e" providerId="ADAL" clId="{9C72D551-62FB-5E3D-901C-9F32929520A9}" dt="2026-07-14T19:38:36.865" v="2350" actId="2696"/>
        <pc:sldMkLst>
          <pc:docMk/>
          <pc:sldMk cId="0" sldId="305"/>
        </pc:sldMkLst>
      </pc:sldChg>
      <pc:sldChg chg="modSp add del mod">
        <pc:chgData name="Yuriy Zabolotnyuk" userId="5293f801-6ede-4669-8a17-9af1adeb069e" providerId="ADAL" clId="{9C72D551-62FB-5E3D-901C-9F32929520A9}" dt="2026-07-14T12:56:30.627" v="1720" actId="2696"/>
        <pc:sldMkLst>
          <pc:docMk/>
          <pc:sldMk cId="0" sldId="306"/>
        </pc:sldMkLst>
        <pc:spChg chg="mod">
          <ac:chgData name="Yuriy Zabolotnyuk" userId="5293f801-6ede-4669-8a17-9af1adeb069e" providerId="ADAL" clId="{9C72D551-62FB-5E3D-901C-9F32929520A9}" dt="2026-07-14T12:56:28.200" v="1719" actId="27636"/>
          <ac:spMkLst>
            <pc:docMk/>
            <pc:sldMk cId="0" sldId="306"/>
            <ac:spMk id="13315" creationId="{00000000-0000-0000-0000-000000000000}"/>
          </ac:spMkLst>
        </pc:spChg>
      </pc:sldChg>
      <pc:sldChg chg="add del">
        <pc:chgData name="Yuriy Zabolotnyuk" userId="5293f801-6ede-4669-8a17-9af1adeb069e" providerId="ADAL" clId="{9C72D551-62FB-5E3D-901C-9F32929520A9}" dt="2026-07-14T19:27:19.247" v="2177" actId="2696"/>
        <pc:sldMkLst>
          <pc:docMk/>
          <pc:sldMk cId="0" sldId="307"/>
        </pc:sldMkLst>
      </pc:sldChg>
      <pc:sldChg chg="add del">
        <pc:chgData name="Yuriy Zabolotnyuk" userId="5293f801-6ede-4669-8a17-9af1adeb069e" providerId="ADAL" clId="{9C72D551-62FB-5E3D-901C-9F32929520A9}" dt="2026-07-14T19:27:19.776" v="2178" actId="2696"/>
        <pc:sldMkLst>
          <pc:docMk/>
          <pc:sldMk cId="0" sldId="308"/>
        </pc:sldMkLst>
      </pc:sldChg>
      <pc:sldChg chg="add del">
        <pc:chgData name="Yuriy Zabolotnyuk" userId="5293f801-6ede-4669-8a17-9af1adeb069e" providerId="ADAL" clId="{9C72D551-62FB-5E3D-901C-9F32929520A9}" dt="2026-07-14T19:27:20.380" v="2179" actId="2696"/>
        <pc:sldMkLst>
          <pc:docMk/>
          <pc:sldMk cId="0" sldId="309"/>
        </pc:sldMkLst>
      </pc:sldChg>
      <pc:sldChg chg="add del">
        <pc:chgData name="Yuriy Zabolotnyuk" userId="5293f801-6ede-4669-8a17-9af1adeb069e" providerId="ADAL" clId="{9C72D551-62FB-5E3D-901C-9F32929520A9}" dt="2026-07-14T19:27:20.736" v="2180" actId="2696"/>
        <pc:sldMkLst>
          <pc:docMk/>
          <pc:sldMk cId="0" sldId="310"/>
        </pc:sldMkLst>
      </pc:sldChg>
      <pc:sldChg chg="add del">
        <pc:chgData name="Yuriy Zabolotnyuk" userId="5293f801-6ede-4669-8a17-9af1adeb069e" providerId="ADAL" clId="{9C72D551-62FB-5E3D-901C-9F32929520A9}" dt="2026-07-14T19:27:21.087" v="2181" actId="2696"/>
        <pc:sldMkLst>
          <pc:docMk/>
          <pc:sldMk cId="0" sldId="311"/>
        </pc:sldMkLst>
      </pc:sldChg>
      <pc:sldChg chg="add del">
        <pc:chgData name="Yuriy Zabolotnyuk" userId="5293f801-6ede-4669-8a17-9af1adeb069e" providerId="ADAL" clId="{9C72D551-62FB-5E3D-901C-9F32929520A9}" dt="2026-07-14T19:27:21.478" v="2182" actId="2696"/>
        <pc:sldMkLst>
          <pc:docMk/>
          <pc:sldMk cId="0" sldId="312"/>
        </pc:sldMkLst>
      </pc:sldChg>
      <pc:sldChg chg="add del">
        <pc:chgData name="Yuriy Zabolotnyuk" userId="5293f801-6ede-4669-8a17-9af1adeb069e" providerId="ADAL" clId="{9C72D551-62FB-5E3D-901C-9F32929520A9}" dt="2026-07-14T19:27:21.860" v="2183" actId="2696"/>
        <pc:sldMkLst>
          <pc:docMk/>
          <pc:sldMk cId="0" sldId="313"/>
        </pc:sldMkLst>
      </pc:sldChg>
      <pc:sldChg chg="add del">
        <pc:chgData name="Yuriy Zabolotnyuk" userId="5293f801-6ede-4669-8a17-9af1adeb069e" providerId="ADAL" clId="{9C72D551-62FB-5E3D-901C-9F32929520A9}" dt="2026-07-14T19:27:22.155" v="2184" actId="2696"/>
        <pc:sldMkLst>
          <pc:docMk/>
          <pc:sldMk cId="0" sldId="314"/>
        </pc:sldMkLst>
      </pc:sldChg>
      <pc:sldChg chg="add del">
        <pc:chgData name="Yuriy Zabolotnyuk" userId="5293f801-6ede-4669-8a17-9af1adeb069e" providerId="ADAL" clId="{9C72D551-62FB-5E3D-901C-9F32929520A9}" dt="2026-07-14T19:27:23.498" v="2188" actId="2696"/>
        <pc:sldMkLst>
          <pc:docMk/>
          <pc:sldMk cId="0" sldId="315"/>
        </pc:sldMkLst>
      </pc:sldChg>
      <pc:sldChg chg="add del">
        <pc:chgData name="Yuriy Zabolotnyuk" userId="5293f801-6ede-4669-8a17-9af1adeb069e" providerId="ADAL" clId="{9C72D551-62FB-5E3D-901C-9F32929520A9}" dt="2026-07-14T19:27:25.372" v="2190" actId="2696"/>
        <pc:sldMkLst>
          <pc:docMk/>
          <pc:sldMk cId="0" sldId="316"/>
        </pc:sldMkLst>
      </pc:sldChg>
      <pc:sldChg chg="add del">
        <pc:chgData name="Yuriy Zabolotnyuk" userId="5293f801-6ede-4669-8a17-9af1adeb069e" providerId="ADAL" clId="{9C72D551-62FB-5E3D-901C-9F32929520A9}" dt="2026-07-14T19:27:27.033" v="2191" actId="2696"/>
        <pc:sldMkLst>
          <pc:docMk/>
          <pc:sldMk cId="0" sldId="317"/>
        </pc:sldMkLst>
      </pc:sldChg>
      <pc:sldChg chg="delSp modSp add mod">
        <pc:chgData name="Yuriy Zabolotnyuk" userId="5293f801-6ede-4669-8a17-9af1adeb069e" providerId="ADAL" clId="{9C72D551-62FB-5E3D-901C-9F32929520A9}" dt="2026-07-14T19:27:55.777" v="2198" actId="478"/>
        <pc:sldMkLst>
          <pc:docMk/>
          <pc:sldMk cId="0" sldId="320"/>
        </pc:sldMkLst>
        <pc:spChg chg="del">
          <ac:chgData name="Yuriy Zabolotnyuk" userId="5293f801-6ede-4669-8a17-9af1adeb069e" providerId="ADAL" clId="{9C72D551-62FB-5E3D-901C-9F32929520A9}" dt="2026-07-14T19:27:55.777" v="2198" actId="478"/>
          <ac:spMkLst>
            <pc:docMk/>
            <pc:sldMk cId="0" sldId="320"/>
            <ac:spMk id="23555" creationId="{00000000-0000-0000-0000-000000000000}"/>
          </ac:spMkLst>
        </pc:spChg>
        <pc:spChg chg="mod">
          <ac:chgData name="Yuriy Zabolotnyuk" userId="5293f801-6ede-4669-8a17-9af1adeb069e" providerId="ADAL" clId="{9C72D551-62FB-5E3D-901C-9F32929520A9}" dt="2026-07-14T19:27:51.821" v="2197" actId="113"/>
          <ac:spMkLst>
            <pc:docMk/>
            <pc:sldMk cId="0" sldId="320"/>
            <ac:spMk id="30722" creationId="{00000000-0000-0000-0000-000000000000}"/>
          </ac:spMkLst>
        </pc:spChg>
      </pc:sldChg>
      <pc:sldChg chg="delSp modSp add mod">
        <pc:chgData name="Yuriy Zabolotnyuk" userId="5293f801-6ede-4669-8a17-9af1adeb069e" providerId="ADAL" clId="{9C72D551-62FB-5E3D-901C-9F32929520A9}" dt="2026-07-14T19:28:13.607" v="2204" actId="478"/>
        <pc:sldMkLst>
          <pc:docMk/>
          <pc:sldMk cId="0" sldId="321"/>
        </pc:sldMkLst>
        <pc:spChg chg="del">
          <ac:chgData name="Yuriy Zabolotnyuk" userId="5293f801-6ede-4669-8a17-9af1adeb069e" providerId="ADAL" clId="{9C72D551-62FB-5E3D-901C-9F32929520A9}" dt="2026-07-14T19:28:13.607" v="2204" actId="478"/>
          <ac:spMkLst>
            <pc:docMk/>
            <pc:sldMk cId="0" sldId="321"/>
            <ac:spMk id="24579" creationId="{00000000-0000-0000-0000-000000000000}"/>
          </ac:spMkLst>
        </pc:spChg>
        <pc:spChg chg="mod">
          <ac:chgData name="Yuriy Zabolotnyuk" userId="5293f801-6ede-4669-8a17-9af1adeb069e" providerId="ADAL" clId="{9C72D551-62FB-5E3D-901C-9F32929520A9}" dt="2026-07-14T19:28:10.140" v="2203" actId="113"/>
          <ac:spMkLst>
            <pc:docMk/>
            <pc:sldMk cId="0" sldId="321"/>
            <ac:spMk id="31746" creationId="{00000000-0000-0000-0000-000000000000}"/>
          </ac:spMkLst>
        </pc:spChg>
      </pc:sldChg>
      <pc:sldChg chg="add del">
        <pc:chgData name="Yuriy Zabolotnyuk" userId="5293f801-6ede-4669-8a17-9af1adeb069e" providerId="ADAL" clId="{9C72D551-62FB-5E3D-901C-9F32929520A9}" dt="2026-07-14T19:27:23.076" v="2187" actId="2696"/>
        <pc:sldMkLst>
          <pc:docMk/>
          <pc:sldMk cId="0" sldId="322"/>
        </pc:sldMkLst>
      </pc:sldChg>
      <pc:sldChg chg="add del">
        <pc:chgData name="Yuriy Zabolotnyuk" userId="5293f801-6ede-4669-8a17-9af1adeb069e" providerId="ADAL" clId="{9C72D551-62FB-5E3D-901C-9F32929520A9}" dt="2026-07-14T19:27:22.499" v="2185" actId="2696"/>
        <pc:sldMkLst>
          <pc:docMk/>
          <pc:sldMk cId="0" sldId="323"/>
        </pc:sldMkLst>
      </pc:sldChg>
      <pc:sldChg chg="add del">
        <pc:chgData name="Yuriy Zabolotnyuk" userId="5293f801-6ede-4669-8a17-9af1adeb069e" providerId="ADAL" clId="{9C72D551-62FB-5E3D-901C-9F32929520A9}" dt="2026-07-14T19:27:22.774" v="2186" actId="2696"/>
        <pc:sldMkLst>
          <pc:docMk/>
          <pc:sldMk cId="0" sldId="324"/>
        </pc:sldMkLst>
      </pc:sldChg>
      <pc:sldChg chg="add del">
        <pc:chgData name="Yuriy Zabolotnyuk" userId="5293f801-6ede-4669-8a17-9af1adeb069e" providerId="ADAL" clId="{9C72D551-62FB-5E3D-901C-9F32929520A9}" dt="2026-07-14T19:27:24.043" v="2189" actId="2696"/>
        <pc:sldMkLst>
          <pc:docMk/>
          <pc:sldMk cId="0" sldId="325"/>
        </pc:sldMkLst>
      </pc:sldChg>
      <pc:sldChg chg="add del">
        <pc:chgData name="Yuriy Zabolotnyuk" userId="5293f801-6ede-4669-8a17-9af1adeb069e" providerId="ADAL" clId="{9C72D551-62FB-5E3D-901C-9F32929520A9}" dt="2026-07-14T19:27:33.941" v="2192" actId="2696"/>
        <pc:sldMkLst>
          <pc:docMk/>
          <pc:sldMk cId="0" sldId="326"/>
        </pc:sldMkLst>
      </pc:sldChg>
      <pc:sldChg chg="delSp modSp add mod">
        <pc:chgData name="Yuriy Zabolotnyuk" userId="5293f801-6ede-4669-8a17-9af1adeb069e" providerId="ADAL" clId="{9C72D551-62FB-5E3D-901C-9F32929520A9}" dt="2026-07-14T19:28:56.364" v="2210" actId="404"/>
        <pc:sldMkLst>
          <pc:docMk/>
          <pc:sldMk cId="0" sldId="327"/>
        </pc:sldMkLst>
        <pc:spChg chg="del">
          <ac:chgData name="Yuriy Zabolotnyuk" userId="5293f801-6ede-4669-8a17-9af1adeb069e" providerId="ADAL" clId="{9C72D551-62FB-5E3D-901C-9F32929520A9}" dt="2026-07-14T19:28:38.875" v="2205" actId="478"/>
          <ac:spMkLst>
            <pc:docMk/>
            <pc:sldMk cId="0" sldId="327"/>
            <ac:spMk id="26626" creationId="{00000000-0000-0000-0000-000000000000}"/>
          </ac:spMkLst>
        </pc:spChg>
        <pc:spChg chg="mod">
          <ac:chgData name="Yuriy Zabolotnyuk" userId="5293f801-6ede-4669-8a17-9af1adeb069e" providerId="ADAL" clId="{9C72D551-62FB-5E3D-901C-9F32929520A9}" dt="2026-07-14T19:28:49.712" v="2209" actId="113"/>
          <ac:spMkLst>
            <pc:docMk/>
            <pc:sldMk cId="0" sldId="327"/>
            <ac:spMk id="32771" creationId="{00000000-0000-0000-0000-000000000000}"/>
          </ac:spMkLst>
        </pc:spChg>
        <pc:spChg chg="mod">
          <ac:chgData name="Yuriy Zabolotnyuk" userId="5293f801-6ede-4669-8a17-9af1adeb069e" providerId="ADAL" clId="{9C72D551-62FB-5E3D-901C-9F32929520A9}" dt="2026-07-14T19:28:56.364" v="2210" actId="404"/>
          <ac:spMkLst>
            <pc:docMk/>
            <pc:sldMk cId="0" sldId="327"/>
            <ac:spMk id="32772" creationId="{00000000-0000-0000-0000-000000000000}"/>
          </ac:spMkLst>
        </pc:spChg>
      </pc:sldChg>
      <pc:sldChg chg="modSp add del mod">
        <pc:chgData name="Yuriy Zabolotnyuk" userId="5293f801-6ede-4669-8a17-9af1adeb069e" providerId="ADAL" clId="{9C72D551-62FB-5E3D-901C-9F32929520A9}" dt="2026-07-14T19:38:36.869" v="2354" actId="2696"/>
        <pc:sldMkLst>
          <pc:docMk/>
          <pc:sldMk cId="0" sldId="328"/>
        </pc:sldMkLst>
        <pc:spChg chg="mod">
          <ac:chgData name="Yuriy Zabolotnyuk" userId="5293f801-6ede-4669-8a17-9af1adeb069e" providerId="ADAL" clId="{9C72D551-62FB-5E3D-901C-9F32929520A9}" dt="2026-07-14T12:57:39.386" v="1742" actId="27636"/>
          <ac:spMkLst>
            <pc:docMk/>
            <pc:sldMk cId="0" sldId="328"/>
            <ac:spMk id="2" creationId="{00000000-0000-0000-0000-000000000000}"/>
          </ac:spMkLst>
        </pc:spChg>
      </pc:sldChg>
      <pc:sldChg chg="modSp add del mod">
        <pc:chgData name="Yuriy Zabolotnyuk" userId="5293f801-6ede-4669-8a17-9af1adeb069e" providerId="ADAL" clId="{9C72D551-62FB-5E3D-901C-9F32929520A9}" dt="2026-07-14T19:38:36.830" v="2335" actId="2696"/>
        <pc:sldMkLst>
          <pc:docMk/>
          <pc:sldMk cId="0" sldId="329"/>
        </pc:sldMkLst>
        <pc:spChg chg="mod">
          <ac:chgData name="Yuriy Zabolotnyuk" userId="5293f801-6ede-4669-8a17-9af1adeb069e" providerId="ADAL" clId="{9C72D551-62FB-5E3D-901C-9F32929520A9}" dt="2026-07-14T12:57:39.388" v="1743" actId="27636"/>
          <ac:spMkLst>
            <pc:docMk/>
            <pc:sldMk cId="0" sldId="329"/>
            <ac:spMk id="6" creationId="{00000000-0000-0000-0000-000000000000}"/>
          </ac:spMkLst>
        </pc:spChg>
        <pc:spChg chg="mod">
          <ac:chgData name="Yuriy Zabolotnyuk" userId="5293f801-6ede-4669-8a17-9af1adeb069e" providerId="ADAL" clId="{9C72D551-62FB-5E3D-901C-9F32929520A9}" dt="2026-07-14T12:57:39.389" v="1744" actId="27636"/>
          <ac:spMkLst>
            <pc:docMk/>
            <pc:sldMk cId="0" sldId="329"/>
            <ac:spMk id="9" creationId="{00000000-0000-0000-0000-000000000000}"/>
          </ac:spMkLst>
        </pc:spChg>
      </pc:sldChg>
      <pc:sldChg chg="modSp add del mod">
        <pc:chgData name="Yuriy Zabolotnyuk" userId="5293f801-6ede-4669-8a17-9af1adeb069e" providerId="ADAL" clId="{9C72D551-62FB-5E3D-901C-9F32929520A9}" dt="2026-07-14T19:38:36.871" v="2356" actId="2696"/>
        <pc:sldMkLst>
          <pc:docMk/>
          <pc:sldMk cId="0" sldId="330"/>
        </pc:sldMkLst>
        <pc:spChg chg="mod">
          <ac:chgData name="Yuriy Zabolotnyuk" userId="5293f801-6ede-4669-8a17-9af1adeb069e" providerId="ADAL" clId="{9C72D551-62FB-5E3D-901C-9F32929520A9}" dt="2026-07-14T12:57:39.391" v="1745" actId="27636"/>
          <ac:spMkLst>
            <pc:docMk/>
            <pc:sldMk cId="0" sldId="330"/>
            <ac:spMk id="10" creationId="{00000000-0000-0000-0000-000000000000}"/>
          </ac:spMkLst>
        </pc:spChg>
      </pc:sldChg>
      <pc:sldChg chg="modSp add del mod">
        <pc:chgData name="Yuriy Zabolotnyuk" userId="5293f801-6ede-4669-8a17-9af1adeb069e" providerId="ADAL" clId="{9C72D551-62FB-5E3D-901C-9F32929520A9}" dt="2026-07-14T19:38:36.841" v="2344" actId="2696"/>
        <pc:sldMkLst>
          <pc:docMk/>
          <pc:sldMk cId="0" sldId="331"/>
        </pc:sldMkLst>
        <pc:spChg chg="mod">
          <ac:chgData name="Yuriy Zabolotnyuk" userId="5293f801-6ede-4669-8a17-9af1adeb069e" providerId="ADAL" clId="{9C72D551-62FB-5E3D-901C-9F32929520A9}" dt="2026-07-14T12:57:39.335" v="1722" actId="27636"/>
          <ac:spMkLst>
            <pc:docMk/>
            <pc:sldMk cId="0" sldId="331"/>
            <ac:spMk id="11" creationId="{00000000-0000-0000-0000-000000000000}"/>
          </ac:spMkLst>
        </pc:spChg>
        <pc:spChg chg="mod">
          <ac:chgData name="Yuriy Zabolotnyuk" userId="5293f801-6ede-4669-8a17-9af1adeb069e" providerId="ADAL" clId="{9C72D551-62FB-5E3D-901C-9F32929520A9}" dt="2026-07-14T12:57:39.336" v="1723" actId="27636"/>
          <ac:spMkLst>
            <pc:docMk/>
            <pc:sldMk cId="0" sldId="331"/>
            <ac:spMk id="12" creationId="{00000000-0000-0000-0000-000000000000}"/>
          </ac:spMkLst>
        </pc:spChg>
      </pc:sldChg>
      <pc:sldChg chg="add del">
        <pc:chgData name="Yuriy Zabolotnyuk" userId="5293f801-6ede-4669-8a17-9af1adeb069e" providerId="ADAL" clId="{9C72D551-62FB-5E3D-901C-9F32929520A9}" dt="2026-07-14T19:38:36.874" v="2360" actId="2696"/>
        <pc:sldMkLst>
          <pc:docMk/>
          <pc:sldMk cId="0" sldId="332"/>
        </pc:sldMkLst>
      </pc:sldChg>
      <pc:sldChg chg="add del">
        <pc:chgData name="Yuriy Zabolotnyuk" userId="5293f801-6ede-4669-8a17-9af1adeb069e" providerId="ADAL" clId="{9C72D551-62FB-5E3D-901C-9F32929520A9}" dt="2026-07-14T19:38:36.882" v="2367" actId="2696"/>
        <pc:sldMkLst>
          <pc:docMk/>
          <pc:sldMk cId="0" sldId="333"/>
        </pc:sldMkLst>
      </pc:sldChg>
      <pc:sldChg chg="modSp add del mod">
        <pc:chgData name="Yuriy Zabolotnyuk" userId="5293f801-6ede-4669-8a17-9af1adeb069e" providerId="ADAL" clId="{9C72D551-62FB-5E3D-901C-9F32929520A9}" dt="2026-07-14T19:38:36.843" v="2345" actId="2696"/>
        <pc:sldMkLst>
          <pc:docMk/>
          <pc:sldMk cId="0" sldId="334"/>
        </pc:sldMkLst>
        <pc:spChg chg="mod">
          <ac:chgData name="Yuriy Zabolotnyuk" userId="5293f801-6ede-4669-8a17-9af1adeb069e" providerId="ADAL" clId="{9C72D551-62FB-5E3D-901C-9F32929520A9}" dt="2026-07-14T12:57:39.360" v="1726" actId="27636"/>
          <ac:spMkLst>
            <pc:docMk/>
            <pc:sldMk cId="0" sldId="334"/>
            <ac:spMk id="5" creationId="{00000000-0000-0000-0000-000000000000}"/>
          </ac:spMkLst>
        </pc:spChg>
        <pc:spChg chg="mod">
          <ac:chgData name="Yuriy Zabolotnyuk" userId="5293f801-6ede-4669-8a17-9af1adeb069e" providerId="ADAL" clId="{9C72D551-62FB-5E3D-901C-9F32929520A9}" dt="2026-07-14T12:57:39.359" v="1725" actId="27636"/>
          <ac:spMkLst>
            <pc:docMk/>
            <pc:sldMk cId="0" sldId="334"/>
            <ac:spMk id="8" creationId="{00000000-0000-0000-0000-000000000000}"/>
          </ac:spMkLst>
        </pc:spChg>
        <pc:spChg chg="mod">
          <ac:chgData name="Yuriy Zabolotnyuk" userId="5293f801-6ede-4669-8a17-9af1adeb069e" providerId="ADAL" clId="{9C72D551-62FB-5E3D-901C-9F32929520A9}" dt="2026-07-14T12:57:39.359" v="1724" actId="27636"/>
          <ac:spMkLst>
            <pc:docMk/>
            <pc:sldMk cId="0" sldId="334"/>
            <ac:spMk id="11" creationId="{00000000-0000-0000-0000-000000000000}"/>
          </ac:spMkLst>
        </pc:spChg>
      </pc:sldChg>
      <pc:sldChg chg="modSp add del mod">
        <pc:chgData name="Yuriy Zabolotnyuk" userId="5293f801-6ede-4669-8a17-9af1adeb069e" providerId="ADAL" clId="{9C72D551-62FB-5E3D-901C-9F32929520A9}" dt="2026-07-14T19:38:36.883" v="2368" actId="2696"/>
        <pc:sldMkLst>
          <pc:docMk/>
          <pc:sldMk cId="0" sldId="335"/>
        </pc:sldMkLst>
        <pc:spChg chg="mod">
          <ac:chgData name="Yuriy Zabolotnyuk" userId="5293f801-6ede-4669-8a17-9af1adeb069e" providerId="ADAL" clId="{9C72D551-62FB-5E3D-901C-9F32929520A9}" dt="2026-07-14T12:57:39.362" v="1728" actId="27636"/>
          <ac:spMkLst>
            <pc:docMk/>
            <pc:sldMk cId="0" sldId="335"/>
            <ac:spMk id="5" creationId="{00000000-0000-0000-0000-000000000000}"/>
          </ac:spMkLst>
        </pc:spChg>
        <pc:spChg chg="mod">
          <ac:chgData name="Yuriy Zabolotnyuk" userId="5293f801-6ede-4669-8a17-9af1adeb069e" providerId="ADAL" clId="{9C72D551-62FB-5E3D-901C-9F32929520A9}" dt="2026-07-14T12:57:39.361" v="1727" actId="27636"/>
          <ac:spMkLst>
            <pc:docMk/>
            <pc:sldMk cId="0" sldId="335"/>
            <ac:spMk id="8" creationId="{00000000-0000-0000-0000-000000000000}"/>
          </ac:spMkLst>
        </pc:spChg>
        <pc:spChg chg="mod">
          <ac:chgData name="Yuriy Zabolotnyuk" userId="5293f801-6ede-4669-8a17-9af1adeb069e" providerId="ADAL" clId="{9C72D551-62FB-5E3D-901C-9F32929520A9}" dt="2026-07-14T12:57:39.364" v="1730" actId="27636"/>
          <ac:spMkLst>
            <pc:docMk/>
            <pc:sldMk cId="0" sldId="335"/>
            <ac:spMk id="11" creationId="{00000000-0000-0000-0000-000000000000}"/>
          </ac:spMkLst>
        </pc:spChg>
        <pc:spChg chg="mod">
          <ac:chgData name="Yuriy Zabolotnyuk" userId="5293f801-6ede-4669-8a17-9af1adeb069e" providerId="ADAL" clId="{9C72D551-62FB-5E3D-901C-9F32929520A9}" dt="2026-07-14T12:57:39.363" v="1729" actId="27636"/>
          <ac:spMkLst>
            <pc:docMk/>
            <pc:sldMk cId="0" sldId="335"/>
            <ac:spMk id="12" creationId="{00000000-0000-0000-0000-000000000000}"/>
          </ac:spMkLst>
        </pc:spChg>
      </pc:sldChg>
      <pc:sldChg chg="add del">
        <pc:chgData name="Yuriy Zabolotnyuk" userId="5293f801-6ede-4669-8a17-9af1adeb069e" providerId="ADAL" clId="{9C72D551-62FB-5E3D-901C-9F32929520A9}" dt="2026-07-14T19:38:36.873" v="2359" actId="2696"/>
        <pc:sldMkLst>
          <pc:docMk/>
          <pc:sldMk cId="0" sldId="336"/>
        </pc:sldMkLst>
      </pc:sldChg>
      <pc:sldChg chg="modSp add del mod">
        <pc:chgData name="Yuriy Zabolotnyuk" userId="5293f801-6ede-4669-8a17-9af1adeb069e" providerId="ADAL" clId="{9C72D551-62FB-5E3D-901C-9F32929520A9}" dt="2026-07-14T19:38:36.875" v="2361" actId="2696"/>
        <pc:sldMkLst>
          <pc:docMk/>
          <pc:sldMk cId="0" sldId="337"/>
        </pc:sldMkLst>
        <pc:spChg chg="mod">
          <ac:chgData name="Yuriy Zabolotnyuk" userId="5293f801-6ede-4669-8a17-9af1adeb069e" providerId="ADAL" clId="{9C72D551-62FB-5E3D-901C-9F32929520A9}" dt="2026-07-14T12:57:39.366" v="1731" actId="27636"/>
          <ac:spMkLst>
            <pc:docMk/>
            <pc:sldMk cId="0" sldId="337"/>
            <ac:spMk id="5" creationId="{00000000-0000-0000-0000-000000000000}"/>
          </ac:spMkLst>
        </pc:spChg>
      </pc:sldChg>
      <pc:sldChg chg="add del">
        <pc:chgData name="Yuriy Zabolotnyuk" userId="5293f801-6ede-4669-8a17-9af1adeb069e" providerId="ADAL" clId="{9C72D551-62FB-5E3D-901C-9F32929520A9}" dt="2026-07-14T19:38:36.879" v="2363" actId="2696"/>
        <pc:sldMkLst>
          <pc:docMk/>
          <pc:sldMk cId="0" sldId="338"/>
        </pc:sldMkLst>
      </pc:sldChg>
      <pc:sldChg chg="modSp add del mod">
        <pc:chgData name="Yuriy Zabolotnyuk" userId="5293f801-6ede-4669-8a17-9af1adeb069e" providerId="ADAL" clId="{9C72D551-62FB-5E3D-901C-9F32929520A9}" dt="2026-07-14T19:38:36.839" v="2342" actId="2696"/>
        <pc:sldMkLst>
          <pc:docMk/>
          <pc:sldMk cId="0" sldId="339"/>
        </pc:sldMkLst>
        <pc:spChg chg="mod">
          <ac:chgData name="Yuriy Zabolotnyuk" userId="5293f801-6ede-4669-8a17-9af1adeb069e" providerId="ADAL" clId="{9C72D551-62FB-5E3D-901C-9F32929520A9}" dt="2026-07-14T12:57:39.368" v="1732" actId="27636"/>
          <ac:spMkLst>
            <pc:docMk/>
            <pc:sldMk cId="0" sldId="339"/>
            <ac:spMk id="8" creationId="{00000000-0000-0000-0000-000000000000}"/>
          </ac:spMkLst>
        </pc:spChg>
        <pc:spChg chg="mod">
          <ac:chgData name="Yuriy Zabolotnyuk" userId="5293f801-6ede-4669-8a17-9af1adeb069e" providerId="ADAL" clId="{9C72D551-62FB-5E3D-901C-9F32929520A9}" dt="2026-07-14T12:57:39.369" v="1733" actId="27636"/>
          <ac:spMkLst>
            <pc:docMk/>
            <pc:sldMk cId="0" sldId="339"/>
            <ac:spMk id="9" creationId="{00000000-0000-0000-0000-000000000000}"/>
          </ac:spMkLst>
        </pc:spChg>
      </pc:sldChg>
      <pc:sldChg chg="modSp add del mod">
        <pc:chgData name="Yuriy Zabolotnyuk" userId="5293f801-6ede-4669-8a17-9af1adeb069e" providerId="ADAL" clId="{9C72D551-62FB-5E3D-901C-9F32929520A9}" dt="2026-07-14T19:38:36.832" v="2337" actId="2696"/>
        <pc:sldMkLst>
          <pc:docMk/>
          <pc:sldMk cId="0" sldId="340"/>
        </pc:sldMkLst>
        <pc:spChg chg="mod">
          <ac:chgData name="Yuriy Zabolotnyuk" userId="5293f801-6ede-4669-8a17-9af1adeb069e" providerId="ADAL" clId="{9C72D551-62FB-5E3D-901C-9F32929520A9}" dt="2026-07-14T12:57:39.370" v="1734" actId="27636"/>
          <ac:spMkLst>
            <pc:docMk/>
            <pc:sldMk cId="0" sldId="340"/>
            <ac:spMk id="8" creationId="{00000000-0000-0000-0000-000000000000}"/>
          </ac:spMkLst>
        </pc:spChg>
      </pc:sldChg>
      <pc:sldChg chg="modSp add del mod">
        <pc:chgData name="Yuriy Zabolotnyuk" userId="5293f801-6ede-4669-8a17-9af1adeb069e" providerId="ADAL" clId="{9C72D551-62FB-5E3D-901C-9F32929520A9}" dt="2026-07-14T19:38:36.872" v="2357" actId="2696"/>
        <pc:sldMkLst>
          <pc:docMk/>
          <pc:sldMk cId="0" sldId="341"/>
        </pc:sldMkLst>
        <pc:spChg chg="mod">
          <ac:chgData name="Yuriy Zabolotnyuk" userId="5293f801-6ede-4669-8a17-9af1adeb069e" providerId="ADAL" clId="{9C72D551-62FB-5E3D-901C-9F32929520A9}" dt="2026-07-14T12:57:39.371" v="1735" actId="27636"/>
          <ac:spMkLst>
            <pc:docMk/>
            <pc:sldMk cId="0" sldId="341"/>
            <ac:spMk id="6" creationId="{00000000-0000-0000-0000-000000000000}"/>
          </ac:spMkLst>
        </pc:spChg>
        <pc:spChg chg="mod">
          <ac:chgData name="Yuriy Zabolotnyuk" userId="5293f801-6ede-4669-8a17-9af1adeb069e" providerId="ADAL" clId="{9C72D551-62FB-5E3D-901C-9F32929520A9}" dt="2026-07-14T12:57:39.372" v="1736" actId="27636"/>
          <ac:spMkLst>
            <pc:docMk/>
            <pc:sldMk cId="0" sldId="341"/>
            <ac:spMk id="7" creationId="{00000000-0000-0000-0000-000000000000}"/>
          </ac:spMkLst>
        </pc:spChg>
      </pc:sldChg>
      <pc:sldChg chg="modSp add del mod">
        <pc:chgData name="Yuriy Zabolotnyuk" userId="5293f801-6ede-4669-8a17-9af1adeb069e" providerId="ADAL" clId="{9C72D551-62FB-5E3D-901C-9F32929520A9}" dt="2026-07-14T19:38:36.825" v="2332" actId="2696"/>
        <pc:sldMkLst>
          <pc:docMk/>
          <pc:sldMk cId="0" sldId="342"/>
        </pc:sldMkLst>
        <pc:spChg chg="mod">
          <ac:chgData name="Yuriy Zabolotnyuk" userId="5293f801-6ede-4669-8a17-9af1adeb069e" providerId="ADAL" clId="{9C72D551-62FB-5E3D-901C-9F32929520A9}" dt="2026-07-14T12:57:39.374" v="1738" actId="27636"/>
          <ac:spMkLst>
            <pc:docMk/>
            <pc:sldMk cId="0" sldId="342"/>
            <ac:spMk id="5" creationId="{00000000-0000-0000-0000-000000000000}"/>
          </ac:spMkLst>
        </pc:spChg>
        <pc:spChg chg="mod">
          <ac:chgData name="Yuriy Zabolotnyuk" userId="5293f801-6ede-4669-8a17-9af1adeb069e" providerId="ADAL" clId="{9C72D551-62FB-5E3D-901C-9F32929520A9}" dt="2026-07-14T12:57:39.373" v="1737" actId="27636"/>
          <ac:spMkLst>
            <pc:docMk/>
            <pc:sldMk cId="0" sldId="342"/>
            <ac:spMk id="8" creationId="{00000000-0000-0000-0000-000000000000}"/>
          </ac:spMkLst>
        </pc:spChg>
        <pc:spChg chg="mod">
          <ac:chgData name="Yuriy Zabolotnyuk" userId="5293f801-6ede-4669-8a17-9af1adeb069e" providerId="ADAL" clId="{9C72D551-62FB-5E3D-901C-9F32929520A9}" dt="2026-07-14T12:57:39.375" v="1739" actId="27636"/>
          <ac:spMkLst>
            <pc:docMk/>
            <pc:sldMk cId="0" sldId="342"/>
            <ac:spMk id="11" creationId="{00000000-0000-0000-0000-000000000000}"/>
          </ac:spMkLst>
        </pc:spChg>
        <pc:spChg chg="mod">
          <ac:chgData name="Yuriy Zabolotnyuk" userId="5293f801-6ede-4669-8a17-9af1adeb069e" providerId="ADAL" clId="{9C72D551-62FB-5E3D-901C-9F32929520A9}" dt="2026-07-14T12:57:39.375" v="1740" actId="27636"/>
          <ac:spMkLst>
            <pc:docMk/>
            <pc:sldMk cId="0" sldId="342"/>
            <ac:spMk id="12" creationId="{00000000-0000-0000-0000-000000000000}"/>
          </ac:spMkLst>
        </pc:spChg>
      </pc:sldChg>
      <pc:sldChg chg="modSp add del mod">
        <pc:chgData name="Yuriy Zabolotnyuk" userId="5293f801-6ede-4669-8a17-9af1adeb069e" providerId="ADAL" clId="{9C72D551-62FB-5E3D-901C-9F32929520A9}" dt="2026-07-14T19:38:36.835" v="2339" actId="2696"/>
        <pc:sldMkLst>
          <pc:docMk/>
          <pc:sldMk cId="0" sldId="343"/>
        </pc:sldMkLst>
        <pc:spChg chg="mod">
          <ac:chgData name="Yuriy Zabolotnyuk" userId="5293f801-6ede-4669-8a17-9af1adeb069e" providerId="ADAL" clId="{9C72D551-62FB-5E3D-901C-9F32929520A9}" dt="2026-07-14T12:57:39.378" v="1741" actId="27636"/>
          <ac:spMkLst>
            <pc:docMk/>
            <pc:sldMk cId="0" sldId="343"/>
            <ac:spMk id="15" creationId="{00000000-0000-0000-0000-000000000000}"/>
          </ac:spMkLst>
        </pc:spChg>
      </pc:sldChg>
      <pc:sldChg chg="add del">
        <pc:chgData name="Yuriy Zabolotnyuk" userId="5293f801-6ede-4669-8a17-9af1adeb069e" providerId="ADAL" clId="{9C72D551-62FB-5E3D-901C-9F32929520A9}" dt="2026-07-14T19:38:36.891" v="2370" actId="2696"/>
        <pc:sldMkLst>
          <pc:docMk/>
          <pc:sldMk cId="0" sldId="344"/>
        </pc:sldMkLst>
      </pc:sldChg>
      <pc:sldChg chg="add del">
        <pc:chgData name="Yuriy Zabolotnyuk" userId="5293f801-6ede-4669-8a17-9af1adeb069e" providerId="ADAL" clId="{9C72D551-62FB-5E3D-901C-9F32929520A9}" dt="2026-07-14T19:38:36.827" v="2333" actId="2696"/>
        <pc:sldMkLst>
          <pc:docMk/>
          <pc:sldMk cId="0" sldId="345"/>
        </pc:sldMkLst>
      </pc:sldChg>
      <pc:sldChg chg="add del">
        <pc:chgData name="Yuriy Zabolotnyuk" userId="5293f801-6ede-4669-8a17-9af1adeb069e" providerId="ADAL" clId="{9C72D551-62FB-5E3D-901C-9F32929520A9}" dt="2026-07-14T19:38:36.838" v="2341" actId="2696"/>
        <pc:sldMkLst>
          <pc:docMk/>
          <pc:sldMk cId="0" sldId="346"/>
        </pc:sldMkLst>
      </pc:sldChg>
      <pc:sldChg chg="add del">
        <pc:chgData name="Yuriy Zabolotnyuk" userId="5293f801-6ede-4669-8a17-9af1adeb069e" providerId="ADAL" clId="{9C72D551-62FB-5E3D-901C-9F32929520A9}" dt="2026-07-14T19:38:36.881" v="2366" actId="2696"/>
        <pc:sldMkLst>
          <pc:docMk/>
          <pc:sldMk cId="3389790141" sldId="347"/>
        </pc:sldMkLst>
      </pc:sldChg>
      <pc:sldChg chg="add del">
        <pc:chgData name="Yuriy Zabolotnyuk" userId="5293f801-6ede-4669-8a17-9af1adeb069e" providerId="ADAL" clId="{9C72D551-62FB-5E3D-901C-9F32929520A9}" dt="2026-07-14T19:38:36.840" v="2343" actId="2696"/>
        <pc:sldMkLst>
          <pc:docMk/>
          <pc:sldMk cId="0" sldId="348"/>
        </pc:sldMkLst>
      </pc:sldChg>
      <pc:sldChg chg="add del">
        <pc:chgData name="Yuriy Zabolotnyuk" userId="5293f801-6ede-4669-8a17-9af1adeb069e" providerId="ADAL" clId="{9C72D551-62FB-5E3D-901C-9F32929520A9}" dt="2026-07-14T19:38:36.834" v="2338" actId="2696"/>
        <pc:sldMkLst>
          <pc:docMk/>
          <pc:sldMk cId="0" sldId="349"/>
        </pc:sldMkLst>
      </pc:sldChg>
      <pc:sldChg chg="add del">
        <pc:chgData name="Yuriy Zabolotnyuk" userId="5293f801-6ede-4669-8a17-9af1adeb069e" providerId="ADAL" clId="{9C72D551-62FB-5E3D-901C-9F32929520A9}" dt="2026-07-14T19:38:36.867" v="2352" actId="2696"/>
        <pc:sldMkLst>
          <pc:docMk/>
          <pc:sldMk cId="0" sldId="350"/>
        </pc:sldMkLst>
      </pc:sldChg>
      <pc:sldChg chg="add del">
        <pc:chgData name="Yuriy Zabolotnyuk" userId="5293f801-6ede-4669-8a17-9af1adeb069e" providerId="ADAL" clId="{9C72D551-62FB-5E3D-901C-9F32929520A9}" dt="2026-07-14T19:38:36.866" v="2351" actId="2696"/>
        <pc:sldMkLst>
          <pc:docMk/>
          <pc:sldMk cId="3529759131" sldId="351"/>
        </pc:sldMkLst>
      </pc:sldChg>
      <pc:sldChg chg="add del">
        <pc:chgData name="Yuriy Zabolotnyuk" userId="5293f801-6ede-4669-8a17-9af1adeb069e" providerId="ADAL" clId="{9C72D551-62FB-5E3D-901C-9F32929520A9}" dt="2026-07-14T19:38:36.828" v="2334" actId="2696"/>
        <pc:sldMkLst>
          <pc:docMk/>
          <pc:sldMk cId="159049650" sldId="352"/>
        </pc:sldMkLst>
      </pc:sldChg>
      <pc:sldChg chg="add del">
        <pc:chgData name="Yuriy Zabolotnyuk" userId="5293f801-6ede-4669-8a17-9af1adeb069e" providerId="ADAL" clId="{9C72D551-62FB-5E3D-901C-9F32929520A9}" dt="2026-07-14T19:38:36.823" v="2331" actId="2696"/>
        <pc:sldMkLst>
          <pc:docMk/>
          <pc:sldMk cId="1147888154" sldId="353"/>
        </pc:sldMkLst>
      </pc:sldChg>
      <pc:sldChg chg="add del">
        <pc:chgData name="Yuriy Zabolotnyuk" userId="5293f801-6ede-4669-8a17-9af1adeb069e" providerId="ADAL" clId="{9C72D551-62FB-5E3D-901C-9F32929520A9}" dt="2026-07-14T19:38:36.862" v="2347" actId="2696"/>
        <pc:sldMkLst>
          <pc:docMk/>
          <pc:sldMk cId="2867481948" sldId="354"/>
        </pc:sldMkLst>
      </pc:sldChg>
      <pc:sldChg chg="add del">
        <pc:chgData name="Yuriy Zabolotnyuk" userId="5293f801-6ede-4669-8a17-9af1adeb069e" providerId="ADAL" clId="{9C72D551-62FB-5E3D-901C-9F32929520A9}" dt="2026-07-14T19:38:36.863" v="2348" actId="2696"/>
        <pc:sldMkLst>
          <pc:docMk/>
          <pc:sldMk cId="1567596164" sldId="355"/>
        </pc:sldMkLst>
      </pc:sldChg>
      <pc:sldChg chg="add del">
        <pc:chgData name="Yuriy Zabolotnyuk" userId="5293f801-6ede-4669-8a17-9af1adeb069e" providerId="ADAL" clId="{9C72D551-62FB-5E3D-901C-9F32929520A9}" dt="2026-07-14T19:38:36.869" v="2353" actId="2696"/>
        <pc:sldMkLst>
          <pc:docMk/>
          <pc:sldMk cId="0" sldId="356"/>
        </pc:sldMkLst>
      </pc:sldChg>
      <pc:sldChg chg="add del">
        <pc:chgData name="Yuriy Zabolotnyuk" userId="5293f801-6ede-4669-8a17-9af1adeb069e" providerId="ADAL" clId="{9C72D551-62FB-5E3D-901C-9F32929520A9}" dt="2026-07-14T19:38:36.870" v="2355" actId="2696"/>
        <pc:sldMkLst>
          <pc:docMk/>
          <pc:sldMk cId="0" sldId="357"/>
        </pc:sldMkLst>
      </pc:sldChg>
      <pc:sldChg chg="add del">
        <pc:chgData name="Yuriy Zabolotnyuk" userId="5293f801-6ede-4669-8a17-9af1adeb069e" providerId="ADAL" clId="{9C72D551-62FB-5E3D-901C-9F32929520A9}" dt="2026-07-14T19:38:36.910" v="2372" actId="2696"/>
        <pc:sldMkLst>
          <pc:docMk/>
          <pc:sldMk cId="0" sldId="358"/>
        </pc:sldMkLst>
      </pc:sldChg>
      <pc:sldChg chg="add del">
        <pc:chgData name="Yuriy Zabolotnyuk" userId="5293f801-6ede-4669-8a17-9af1adeb069e" providerId="ADAL" clId="{9C72D551-62FB-5E3D-901C-9F32929520A9}" dt="2026-07-14T19:38:36.880" v="2364" actId="2696"/>
        <pc:sldMkLst>
          <pc:docMk/>
          <pc:sldMk cId="0" sldId="359"/>
        </pc:sldMkLst>
      </pc:sldChg>
      <pc:sldChg chg="addSp delSp modSp add mod">
        <pc:chgData name="Yuriy Zabolotnyuk" userId="5293f801-6ede-4669-8a17-9af1adeb069e" providerId="ADAL" clId="{9C72D551-62FB-5E3D-901C-9F32929520A9}" dt="2026-07-14T19:08:52.081" v="1883" actId="122"/>
        <pc:sldMkLst>
          <pc:docMk/>
          <pc:sldMk cId="0" sldId="360"/>
        </pc:sldMkLst>
        <pc:spChg chg="mod">
          <ac:chgData name="Yuriy Zabolotnyuk" userId="5293f801-6ede-4669-8a17-9af1adeb069e" providerId="ADAL" clId="{9C72D551-62FB-5E3D-901C-9F32929520A9}" dt="2026-07-14T19:08:34.364" v="1873" actId="1036"/>
          <ac:spMkLst>
            <pc:docMk/>
            <pc:sldMk cId="0" sldId="360"/>
            <ac:spMk id="9" creationId="{00000000-0000-0000-0000-000000000000}"/>
          </ac:spMkLst>
        </pc:spChg>
        <pc:spChg chg="mod">
          <ac:chgData name="Yuriy Zabolotnyuk" userId="5293f801-6ede-4669-8a17-9af1adeb069e" providerId="ADAL" clId="{9C72D551-62FB-5E3D-901C-9F32929520A9}" dt="2026-07-14T19:08:52.081" v="1883" actId="122"/>
          <ac:spMkLst>
            <pc:docMk/>
            <pc:sldMk cId="0" sldId="360"/>
            <ac:spMk id="16386" creationId="{00000000-0000-0000-0000-000000000000}"/>
          </ac:spMkLst>
        </pc:spChg>
        <pc:spChg chg="mod">
          <ac:chgData name="Yuriy Zabolotnyuk" userId="5293f801-6ede-4669-8a17-9af1adeb069e" providerId="ADAL" clId="{9C72D551-62FB-5E3D-901C-9F32929520A9}" dt="2026-07-14T19:08:47.178" v="1882" actId="14100"/>
          <ac:spMkLst>
            <pc:docMk/>
            <pc:sldMk cId="0" sldId="360"/>
            <ac:spMk id="16392" creationId="{00000000-0000-0000-0000-000000000000}"/>
          </ac:spMkLst>
        </pc:spChg>
        <pc:spChg chg="mod">
          <ac:chgData name="Yuriy Zabolotnyuk" userId="5293f801-6ede-4669-8a17-9af1adeb069e" providerId="ADAL" clId="{9C72D551-62FB-5E3D-901C-9F32929520A9}" dt="2026-07-14T19:08:47.178" v="1882" actId="14100"/>
          <ac:spMkLst>
            <pc:docMk/>
            <pc:sldMk cId="0" sldId="360"/>
            <ac:spMk id="16393" creationId="{00000000-0000-0000-0000-000000000000}"/>
          </ac:spMkLst>
        </pc:spChg>
        <pc:spChg chg="mod">
          <ac:chgData name="Yuriy Zabolotnyuk" userId="5293f801-6ede-4669-8a17-9af1adeb069e" providerId="ADAL" clId="{9C72D551-62FB-5E3D-901C-9F32929520A9}" dt="2026-07-14T19:08:47.178" v="1882" actId="14100"/>
          <ac:spMkLst>
            <pc:docMk/>
            <pc:sldMk cId="0" sldId="360"/>
            <ac:spMk id="16394" creationId="{00000000-0000-0000-0000-000000000000}"/>
          </ac:spMkLst>
        </pc:spChg>
        <pc:spChg chg="del mod">
          <ac:chgData name="Yuriy Zabolotnyuk" userId="5293f801-6ede-4669-8a17-9af1adeb069e" providerId="ADAL" clId="{9C72D551-62FB-5E3D-901C-9F32929520A9}" dt="2026-07-14T19:07:25.481" v="1840" actId="478"/>
          <ac:spMkLst>
            <pc:docMk/>
            <pc:sldMk cId="0" sldId="360"/>
            <ac:spMk id="20483" creationId="{00000000-0000-0000-0000-000000000000}"/>
          </ac:spMkLst>
        </pc:spChg>
        <pc:grpChg chg="add mod">
          <ac:chgData name="Yuriy Zabolotnyuk" userId="5293f801-6ede-4669-8a17-9af1adeb069e" providerId="ADAL" clId="{9C72D551-62FB-5E3D-901C-9F32929520A9}" dt="2026-07-14T19:08:47.178" v="1882" actId="14100"/>
          <ac:grpSpMkLst>
            <pc:docMk/>
            <pc:sldMk cId="0" sldId="360"/>
            <ac:grpSpMk id="2" creationId="{584F1CFC-BC6D-B3C8-11D5-6FFFDA45F42B}"/>
          </ac:grpSpMkLst>
        </pc:grpChg>
        <pc:cxnChg chg="mod">
          <ac:chgData name="Yuriy Zabolotnyuk" userId="5293f801-6ede-4669-8a17-9af1adeb069e" providerId="ADAL" clId="{9C72D551-62FB-5E3D-901C-9F32929520A9}" dt="2026-07-14T19:08:47.178" v="1882" actId="14100"/>
          <ac:cxnSpMkLst>
            <pc:docMk/>
            <pc:sldMk cId="0" sldId="360"/>
            <ac:cxnSpMk id="16388" creationId="{00000000-0000-0000-0000-000000000000}"/>
          </ac:cxnSpMkLst>
        </pc:cxnChg>
        <pc:cxnChg chg="mod">
          <ac:chgData name="Yuriy Zabolotnyuk" userId="5293f801-6ede-4669-8a17-9af1adeb069e" providerId="ADAL" clId="{9C72D551-62FB-5E3D-901C-9F32929520A9}" dt="2026-07-14T19:08:47.178" v="1882" actId="14100"/>
          <ac:cxnSpMkLst>
            <pc:docMk/>
            <pc:sldMk cId="0" sldId="360"/>
            <ac:cxnSpMk id="16389" creationId="{00000000-0000-0000-0000-000000000000}"/>
          </ac:cxnSpMkLst>
        </pc:cxnChg>
      </pc:sldChg>
      <pc:sldChg chg="delSp modSp add mod ord">
        <pc:chgData name="Yuriy Zabolotnyuk" userId="5293f801-6ede-4669-8a17-9af1adeb069e" providerId="ADAL" clId="{9C72D551-62FB-5E3D-901C-9F32929520A9}" dt="2026-07-14T19:10:37.602" v="1904" actId="14100"/>
        <pc:sldMkLst>
          <pc:docMk/>
          <pc:sldMk cId="0" sldId="361"/>
        </pc:sldMkLst>
        <pc:spChg chg="del">
          <ac:chgData name="Yuriy Zabolotnyuk" userId="5293f801-6ede-4669-8a17-9af1adeb069e" providerId="ADAL" clId="{9C72D551-62FB-5E3D-901C-9F32929520A9}" dt="2026-07-14T19:09:18.715" v="1885" actId="478"/>
          <ac:spMkLst>
            <pc:docMk/>
            <pc:sldMk cId="0" sldId="361"/>
            <ac:spMk id="1028" creationId="{00000000-0000-0000-0000-000000000000}"/>
          </ac:spMkLst>
        </pc:spChg>
        <pc:spChg chg="mod">
          <ac:chgData name="Yuriy Zabolotnyuk" userId="5293f801-6ede-4669-8a17-9af1adeb069e" providerId="ADAL" clId="{9C72D551-62FB-5E3D-901C-9F32929520A9}" dt="2026-07-14T19:09:42.127" v="1891" actId="113"/>
          <ac:spMkLst>
            <pc:docMk/>
            <pc:sldMk cId="0" sldId="361"/>
            <ac:spMk id="17410" creationId="{00000000-0000-0000-0000-000000000000}"/>
          </ac:spMkLst>
        </pc:spChg>
        <pc:graphicFrameChg chg="mod">
          <ac:chgData name="Yuriy Zabolotnyuk" userId="5293f801-6ede-4669-8a17-9af1adeb069e" providerId="ADAL" clId="{9C72D551-62FB-5E3D-901C-9F32929520A9}" dt="2026-07-14T19:10:37.602" v="1904" actId="14100"/>
          <ac:graphicFrameMkLst>
            <pc:docMk/>
            <pc:sldMk cId="0" sldId="361"/>
            <ac:graphicFrameMk id="17412" creationId="{00000000-0000-0000-0000-000000000000}"/>
          </ac:graphicFrameMkLst>
        </pc:graphicFrameChg>
      </pc:sldChg>
      <pc:sldChg chg="delSp modSp add mod">
        <pc:chgData name="Yuriy Zabolotnyuk" userId="5293f801-6ede-4669-8a17-9af1adeb069e" providerId="ADAL" clId="{9C72D551-62FB-5E3D-901C-9F32929520A9}" dt="2026-07-14T19:10:28.531" v="1903" actId="113"/>
        <pc:sldMkLst>
          <pc:docMk/>
          <pc:sldMk cId="0" sldId="362"/>
        </pc:sldMkLst>
        <pc:spChg chg="del mod">
          <ac:chgData name="Yuriy Zabolotnyuk" userId="5293f801-6ede-4669-8a17-9af1adeb069e" providerId="ADAL" clId="{9C72D551-62FB-5E3D-901C-9F32929520A9}" dt="2026-07-14T19:10:16.493" v="1899" actId="478"/>
          <ac:spMkLst>
            <pc:docMk/>
            <pc:sldMk cId="0" sldId="362"/>
            <ac:spMk id="2052" creationId="{00000000-0000-0000-0000-000000000000}"/>
          </ac:spMkLst>
        </pc:spChg>
        <pc:spChg chg="mod">
          <ac:chgData name="Yuriy Zabolotnyuk" userId="5293f801-6ede-4669-8a17-9af1adeb069e" providerId="ADAL" clId="{9C72D551-62FB-5E3D-901C-9F32929520A9}" dt="2026-07-14T19:10:28.531" v="1903" actId="113"/>
          <ac:spMkLst>
            <pc:docMk/>
            <pc:sldMk cId="0" sldId="362"/>
            <ac:spMk id="18434" creationId="{00000000-0000-0000-0000-000000000000}"/>
          </ac:spMkLst>
        </pc:spChg>
        <pc:graphicFrameChg chg="mod">
          <ac:chgData name="Yuriy Zabolotnyuk" userId="5293f801-6ede-4669-8a17-9af1adeb069e" providerId="ADAL" clId="{9C72D551-62FB-5E3D-901C-9F32929520A9}" dt="2026-07-14T19:10:10.592" v="1895" actId="14100"/>
          <ac:graphicFrameMkLst>
            <pc:docMk/>
            <pc:sldMk cId="0" sldId="362"/>
            <ac:graphicFrameMk id="18436" creationId="{00000000-0000-0000-0000-000000000000}"/>
          </ac:graphicFrameMkLst>
        </pc:graphicFrameChg>
      </pc:sldChg>
      <pc:sldChg chg="delSp modSp add mod">
        <pc:chgData name="Yuriy Zabolotnyuk" userId="5293f801-6ede-4669-8a17-9af1adeb069e" providerId="ADAL" clId="{9C72D551-62FB-5E3D-901C-9F32929520A9}" dt="2026-07-14T19:12:41.593" v="1912" actId="255"/>
        <pc:sldMkLst>
          <pc:docMk/>
          <pc:sldMk cId="0" sldId="363"/>
        </pc:sldMkLst>
        <pc:spChg chg="del">
          <ac:chgData name="Yuriy Zabolotnyuk" userId="5293f801-6ede-4669-8a17-9af1adeb069e" providerId="ADAL" clId="{9C72D551-62FB-5E3D-901C-9F32929520A9}" dt="2026-07-14T19:12:22.981" v="1908" actId="478"/>
          <ac:spMkLst>
            <pc:docMk/>
            <pc:sldMk cId="0" sldId="363"/>
            <ac:spMk id="3076" creationId="{00000000-0000-0000-0000-000000000000}"/>
          </ac:spMkLst>
        </pc:spChg>
        <pc:spChg chg="mod">
          <ac:chgData name="Yuriy Zabolotnyuk" userId="5293f801-6ede-4669-8a17-9af1adeb069e" providerId="ADAL" clId="{9C72D551-62FB-5E3D-901C-9F32929520A9}" dt="2026-07-14T19:12:41.593" v="1912" actId="255"/>
          <ac:spMkLst>
            <pc:docMk/>
            <pc:sldMk cId="0" sldId="363"/>
            <ac:spMk id="19458" creationId="{00000000-0000-0000-0000-000000000000}"/>
          </ac:spMkLst>
        </pc:spChg>
      </pc:sldChg>
      <pc:sldChg chg="delSp modSp add mod">
        <pc:chgData name="Yuriy Zabolotnyuk" userId="5293f801-6ede-4669-8a17-9af1adeb069e" providerId="ADAL" clId="{9C72D551-62FB-5E3D-901C-9F32929520A9}" dt="2026-07-14T19:13:23.441" v="1918" actId="113"/>
        <pc:sldMkLst>
          <pc:docMk/>
          <pc:sldMk cId="0" sldId="364"/>
        </pc:sldMkLst>
        <pc:spChg chg="del">
          <ac:chgData name="Yuriy Zabolotnyuk" userId="5293f801-6ede-4669-8a17-9af1adeb069e" providerId="ADAL" clId="{9C72D551-62FB-5E3D-901C-9F32929520A9}" dt="2026-07-14T19:13:11.981" v="1914" actId="478"/>
          <ac:spMkLst>
            <pc:docMk/>
            <pc:sldMk cId="0" sldId="364"/>
            <ac:spMk id="4101" creationId="{00000000-0000-0000-0000-000000000000}"/>
          </ac:spMkLst>
        </pc:spChg>
        <pc:spChg chg="mod">
          <ac:chgData name="Yuriy Zabolotnyuk" userId="5293f801-6ede-4669-8a17-9af1adeb069e" providerId="ADAL" clId="{9C72D551-62FB-5E3D-901C-9F32929520A9}" dt="2026-07-14T19:13:23.441" v="1918" actId="113"/>
          <ac:spMkLst>
            <pc:docMk/>
            <pc:sldMk cId="0" sldId="364"/>
            <ac:spMk id="20482" creationId="{00000000-0000-0000-0000-000000000000}"/>
          </ac:spMkLst>
        </pc:spChg>
      </pc:sldChg>
      <pc:sldChg chg="delSp modSp add mod">
        <pc:chgData name="Yuriy Zabolotnyuk" userId="5293f801-6ede-4669-8a17-9af1adeb069e" providerId="ADAL" clId="{9C72D551-62FB-5E3D-901C-9F32929520A9}" dt="2026-07-14T19:14:05.866" v="1952" actId="478"/>
        <pc:sldMkLst>
          <pc:docMk/>
          <pc:sldMk cId="0" sldId="365"/>
        </pc:sldMkLst>
        <pc:spChg chg="mod">
          <ac:chgData name="Yuriy Zabolotnyuk" userId="5293f801-6ede-4669-8a17-9af1adeb069e" providerId="ADAL" clId="{9C72D551-62FB-5E3D-901C-9F32929520A9}" dt="2026-07-14T19:14:02.335" v="1951" actId="20577"/>
          <ac:spMkLst>
            <pc:docMk/>
            <pc:sldMk cId="0" sldId="365"/>
            <ac:spMk id="21506" creationId="{00000000-0000-0000-0000-000000000000}"/>
          </ac:spMkLst>
        </pc:spChg>
        <pc:spChg chg="del">
          <ac:chgData name="Yuriy Zabolotnyuk" userId="5293f801-6ede-4669-8a17-9af1adeb069e" providerId="ADAL" clId="{9C72D551-62FB-5E3D-901C-9F32929520A9}" dt="2026-07-14T19:14:05.866" v="1952" actId="478"/>
          <ac:spMkLst>
            <pc:docMk/>
            <pc:sldMk cId="0" sldId="365"/>
            <ac:spMk id="21508" creationId="{00000000-0000-0000-0000-000000000000}"/>
          </ac:spMkLst>
        </pc:spChg>
      </pc:sldChg>
      <pc:sldChg chg="delSp modSp add mod">
        <pc:chgData name="Yuriy Zabolotnyuk" userId="5293f801-6ede-4669-8a17-9af1adeb069e" providerId="ADAL" clId="{9C72D551-62FB-5E3D-901C-9F32929520A9}" dt="2026-07-14T19:15:17.389" v="1960" actId="403"/>
        <pc:sldMkLst>
          <pc:docMk/>
          <pc:sldMk cId="0" sldId="366"/>
        </pc:sldMkLst>
        <pc:spChg chg="del">
          <ac:chgData name="Yuriy Zabolotnyuk" userId="5293f801-6ede-4669-8a17-9af1adeb069e" providerId="ADAL" clId="{9C72D551-62FB-5E3D-901C-9F32929520A9}" dt="2026-07-14T19:14:45.515" v="1958" actId="478"/>
          <ac:spMkLst>
            <pc:docMk/>
            <pc:sldMk cId="0" sldId="366"/>
            <ac:spMk id="4" creationId="{00000000-0000-0000-0000-000000000000}"/>
          </ac:spMkLst>
        </pc:spChg>
        <pc:spChg chg="mod">
          <ac:chgData name="Yuriy Zabolotnyuk" userId="5293f801-6ede-4669-8a17-9af1adeb069e" providerId="ADAL" clId="{9C72D551-62FB-5E3D-901C-9F32929520A9}" dt="2026-07-14T19:14:41.932" v="1957" actId="113"/>
          <ac:spMkLst>
            <pc:docMk/>
            <pc:sldMk cId="0" sldId="366"/>
            <ac:spMk id="22530" creationId="{00000000-0000-0000-0000-000000000000}"/>
          </ac:spMkLst>
        </pc:spChg>
        <pc:spChg chg="mod">
          <ac:chgData name="Yuriy Zabolotnyuk" userId="5293f801-6ede-4669-8a17-9af1adeb069e" providerId="ADAL" clId="{9C72D551-62FB-5E3D-901C-9F32929520A9}" dt="2026-07-14T19:15:17.389" v="1960" actId="403"/>
          <ac:spMkLst>
            <pc:docMk/>
            <pc:sldMk cId="0" sldId="366"/>
            <ac:spMk id="33795" creationId="{00000000-0000-0000-0000-000000000000}"/>
          </ac:spMkLst>
        </pc:spChg>
      </pc:sldChg>
      <pc:sldChg chg="delSp modSp add mod">
        <pc:chgData name="Yuriy Zabolotnyuk" userId="5293f801-6ede-4669-8a17-9af1adeb069e" providerId="ADAL" clId="{9C72D551-62FB-5E3D-901C-9F32929520A9}" dt="2026-07-14T19:22:20.546" v="2064" actId="20577"/>
        <pc:sldMkLst>
          <pc:docMk/>
          <pc:sldMk cId="0" sldId="367"/>
        </pc:sldMkLst>
        <pc:spChg chg="del">
          <ac:chgData name="Yuriy Zabolotnyuk" userId="5293f801-6ede-4669-8a17-9af1adeb069e" providerId="ADAL" clId="{9C72D551-62FB-5E3D-901C-9F32929520A9}" dt="2026-07-14T19:21:55.908" v="2057" actId="478"/>
          <ac:spMkLst>
            <pc:docMk/>
            <pc:sldMk cId="0" sldId="367"/>
            <ac:spMk id="22532" creationId="{00000000-0000-0000-0000-000000000000}"/>
          </ac:spMkLst>
        </pc:spChg>
        <pc:spChg chg="mod">
          <ac:chgData name="Yuriy Zabolotnyuk" userId="5293f801-6ede-4669-8a17-9af1adeb069e" providerId="ADAL" clId="{9C72D551-62FB-5E3D-901C-9F32929520A9}" dt="2026-07-14T19:22:17.461" v="2063" actId="113"/>
          <ac:spMkLst>
            <pc:docMk/>
            <pc:sldMk cId="0" sldId="367"/>
            <ac:spMk id="23554" creationId="{00000000-0000-0000-0000-000000000000}"/>
          </ac:spMkLst>
        </pc:spChg>
        <pc:spChg chg="mod">
          <ac:chgData name="Yuriy Zabolotnyuk" userId="5293f801-6ede-4669-8a17-9af1adeb069e" providerId="ADAL" clId="{9C72D551-62FB-5E3D-901C-9F32929520A9}" dt="2026-07-14T19:22:20.546" v="2064" actId="20577"/>
          <ac:spMkLst>
            <pc:docMk/>
            <pc:sldMk cId="0" sldId="367"/>
            <ac:spMk id="23555" creationId="{00000000-0000-0000-0000-000000000000}"/>
          </ac:spMkLst>
        </pc:spChg>
      </pc:sldChg>
      <pc:sldChg chg="delSp modSp add mod">
        <pc:chgData name="Yuriy Zabolotnyuk" userId="5293f801-6ede-4669-8a17-9af1adeb069e" providerId="ADAL" clId="{9C72D551-62FB-5E3D-901C-9F32929520A9}" dt="2026-07-14T19:22:52.468" v="2072" actId="113"/>
        <pc:sldMkLst>
          <pc:docMk/>
          <pc:sldMk cId="0" sldId="368"/>
        </pc:sldMkLst>
        <pc:spChg chg="del">
          <ac:chgData name="Yuriy Zabolotnyuk" userId="5293f801-6ede-4669-8a17-9af1adeb069e" providerId="ADAL" clId="{9C72D551-62FB-5E3D-901C-9F32929520A9}" dt="2026-07-14T19:22:35.543" v="2066" actId="478"/>
          <ac:spMkLst>
            <pc:docMk/>
            <pc:sldMk cId="0" sldId="368"/>
            <ac:spMk id="4" creationId="{00000000-0000-0000-0000-000000000000}"/>
          </ac:spMkLst>
        </pc:spChg>
        <pc:spChg chg="mod">
          <ac:chgData name="Yuriy Zabolotnyuk" userId="5293f801-6ede-4669-8a17-9af1adeb069e" providerId="ADAL" clId="{9C72D551-62FB-5E3D-901C-9F32929520A9}" dt="2026-07-14T19:22:52.468" v="2072" actId="113"/>
          <ac:spMkLst>
            <pc:docMk/>
            <pc:sldMk cId="0" sldId="368"/>
            <ac:spMk id="24578" creationId="{00000000-0000-0000-0000-000000000000}"/>
          </ac:spMkLst>
        </pc:spChg>
        <pc:spChg chg="mod">
          <ac:chgData name="Yuriy Zabolotnyuk" userId="5293f801-6ede-4669-8a17-9af1adeb069e" providerId="ADAL" clId="{9C72D551-62FB-5E3D-901C-9F32929520A9}" dt="2026-07-14T19:22:39.530" v="2068" actId="20577"/>
          <ac:spMkLst>
            <pc:docMk/>
            <pc:sldMk cId="0" sldId="368"/>
            <ac:spMk id="24579" creationId="{00000000-0000-0000-0000-000000000000}"/>
          </ac:spMkLst>
        </pc:spChg>
      </pc:sldChg>
      <pc:sldChg chg="delSp modSp add mod">
        <pc:chgData name="Yuriy Zabolotnyuk" userId="5293f801-6ede-4669-8a17-9af1adeb069e" providerId="ADAL" clId="{9C72D551-62FB-5E3D-901C-9F32929520A9}" dt="2026-07-14T19:32:06.001" v="2226" actId="113"/>
        <pc:sldMkLst>
          <pc:docMk/>
          <pc:sldMk cId="0" sldId="369"/>
        </pc:sldMkLst>
        <pc:spChg chg="mod">
          <ac:chgData name="Yuriy Zabolotnyuk" userId="5293f801-6ede-4669-8a17-9af1adeb069e" providerId="ADAL" clId="{9C72D551-62FB-5E3D-901C-9F32929520A9}" dt="2026-07-14T19:32:06.001" v="2226" actId="113"/>
          <ac:spMkLst>
            <pc:docMk/>
            <pc:sldMk cId="0" sldId="369"/>
            <ac:spMk id="20482" creationId="{00000000-0000-0000-0000-000000000000}"/>
          </ac:spMkLst>
        </pc:spChg>
        <pc:spChg chg="del">
          <ac:chgData name="Yuriy Zabolotnyuk" userId="5293f801-6ede-4669-8a17-9af1adeb069e" providerId="ADAL" clId="{9C72D551-62FB-5E3D-901C-9F32929520A9}" dt="2026-07-14T19:31:48.813" v="2222" actId="478"/>
          <ac:spMkLst>
            <pc:docMk/>
            <pc:sldMk cId="0" sldId="369"/>
            <ac:spMk id="20484" creationId="{00000000-0000-0000-0000-000000000000}"/>
          </ac:spMkLst>
        </pc:spChg>
      </pc:sldChg>
      <pc:sldChg chg="delSp modSp add mod">
        <pc:chgData name="Yuriy Zabolotnyuk" userId="5293f801-6ede-4669-8a17-9af1adeb069e" providerId="ADAL" clId="{9C72D551-62FB-5E3D-901C-9F32929520A9}" dt="2026-07-14T19:34:14.591" v="2268" actId="14100"/>
        <pc:sldMkLst>
          <pc:docMk/>
          <pc:sldMk cId="0" sldId="370"/>
        </pc:sldMkLst>
        <pc:spChg chg="del">
          <ac:chgData name="Yuriy Zabolotnyuk" userId="5293f801-6ede-4669-8a17-9af1adeb069e" providerId="ADAL" clId="{9C72D551-62FB-5E3D-901C-9F32929520A9}" dt="2026-07-14T19:33:24.572" v="2249" actId="478"/>
          <ac:spMkLst>
            <pc:docMk/>
            <pc:sldMk cId="0" sldId="370"/>
            <ac:spMk id="32770" creationId="{00000000-0000-0000-0000-000000000000}"/>
          </ac:spMkLst>
        </pc:spChg>
        <pc:spChg chg="mod">
          <ac:chgData name="Yuriy Zabolotnyuk" userId="5293f801-6ede-4669-8a17-9af1adeb069e" providerId="ADAL" clId="{9C72D551-62FB-5E3D-901C-9F32929520A9}" dt="2026-07-14T19:34:00.921" v="2256" actId="2711"/>
          <ac:spMkLst>
            <pc:docMk/>
            <pc:sldMk cId="0" sldId="370"/>
            <ac:spMk id="32771" creationId="{00000000-0000-0000-0000-000000000000}"/>
          </ac:spMkLst>
        </pc:spChg>
        <pc:spChg chg="mod">
          <ac:chgData name="Yuriy Zabolotnyuk" userId="5293f801-6ede-4669-8a17-9af1adeb069e" providerId="ADAL" clId="{9C72D551-62FB-5E3D-901C-9F32929520A9}" dt="2026-07-14T19:34:11.542" v="2267" actId="20577"/>
          <ac:spMkLst>
            <pc:docMk/>
            <pc:sldMk cId="0" sldId="370"/>
            <ac:spMk id="32772" creationId="{00000000-0000-0000-0000-000000000000}"/>
          </ac:spMkLst>
        </pc:spChg>
        <pc:graphicFrameChg chg="mod">
          <ac:chgData name="Yuriy Zabolotnyuk" userId="5293f801-6ede-4669-8a17-9af1adeb069e" providerId="ADAL" clId="{9C72D551-62FB-5E3D-901C-9F32929520A9}" dt="2026-07-14T19:34:14.591" v="2268" actId="14100"/>
          <ac:graphicFrameMkLst>
            <pc:docMk/>
            <pc:sldMk cId="0" sldId="370"/>
            <ac:graphicFrameMk id="32773" creationId="{00000000-0000-0000-0000-000000000000}"/>
          </ac:graphicFrameMkLst>
        </pc:graphicFrameChg>
      </pc:sldChg>
      <pc:sldChg chg="delSp modSp add mod">
        <pc:chgData name="Yuriy Zabolotnyuk" userId="5293f801-6ede-4669-8a17-9af1adeb069e" providerId="ADAL" clId="{9C72D551-62FB-5E3D-901C-9F32929520A9}" dt="2026-07-14T19:34:52.719" v="2291" actId="14100"/>
        <pc:sldMkLst>
          <pc:docMk/>
          <pc:sldMk cId="0" sldId="371"/>
        </pc:sldMkLst>
        <pc:spChg chg="mod">
          <ac:chgData name="Yuriy Zabolotnyuk" userId="5293f801-6ede-4669-8a17-9af1adeb069e" providerId="ADAL" clId="{9C72D551-62FB-5E3D-901C-9F32929520A9}" dt="2026-07-14T19:34:48.398" v="2290" actId="113"/>
          <ac:spMkLst>
            <pc:docMk/>
            <pc:sldMk cId="0" sldId="371"/>
            <ac:spMk id="34818" creationId="{00000000-0000-0000-0000-000000000000}"/>
          </ac:spMkLst>
        </pc:spChg>
        <pc:spChg chg="del">
          <ac:chgData name="Yuriy Zabolotnyuk" userId="5293f801-6ede-4669-8a17-9af1adeb069e" providerId="ADAL" clId="{9C72D551-62FB-5E3D-901C-9F32929520A9}" dt="2026-07-14T19:34:31.051" v="2270" actId="478"/>
          <ac:spMkLst>
            <pc:docMk/>
            <pc:sldMk cId="0" sldId="371"/>
            <ac:spMk id="34819" creationId="{00000000-0000-0000-0000-000000000000}"/>
          </ac:spMkLst>
        </pc:spChg>
        <pc:picChg chg="mod">
          <ac:chgData name="Yuriy Zabolotnyuk" userId="5293f801-6ede-4669-8a17-9af1adeb069e" providerId="ADAL" clId="{9C72D551-62FB-5E3D-901C-9F32929520A9}" dt="2026-07-14T19:34:52.719" v="2291" actId="14100"/>
          <ac:picMkLst>
            <pc:docMk/>
            <pc:sldMk cId="0" sldId="371"/>
            <ac:picMk id="34821" creationId="{00000000-0000-0000-0000-000000000000}"/>
          </ac:picMkLst>
        </pc:picChg>
      </pc:sldChg>
      <pc:sldChg chg="modSp add mod modNotesTx">
        <pc:chgData name="Yuriy Zabolotnyuk" userId="5293f801-6ede-4669-8a17-9af1adeb069e" providerId="ADAL" clId="{9C72D551-62FB-5E3D-901C-9F32929520A9}" dt="2026-07-14T19:40:42.209" v="2418" actId="255"/>
        <pc:sldMkLst>
          <pc:docMk/>
          <pc:sldMk cId="2170906968" sldId="372"/>
        </pc:sldMkLst>
        <pc:spChg chg="mod">
          <ac:chgData name="Yuriy Zabolotnyuk" userId="5293f801-6ede-4669-8a17-9af1adeb069e" providerId="ADAL" clId="{9C72D551-62FB-5E3D-901C-9F32929520A9}" dt="2026-07-14T19:39:13.176" v="2385" actId="20577"/>
          <ac:spMkLst>
            <pc:docMk/>
            <pc:sldMk cId="2170906968" sldId="372"/>
            <ac:spMk id="7033" creationId="{C5841FFD-D304-8DB0-AE80-50DAEE7AD16F}"/>
          </ac:spMkLst>
        </pc:spChg>
        <pc:spChg chg="mod">
          <ac:chgData name="Yuriy Zabolotnyuk" userId="5293f801-6ede-4669-8a17-9af1adeb069e" providerId="ADAL" clId="{9C72D551-62FB-5E3D-901C-9F32929520A9}" dt="2026-07-14T19:40:42.209" v="2418" actId="255"/>
          <ac:spMkLst>
            <pc:docMk/>
            <pc:sldMk cId="2170906968" sldId="372"/>
            <ac:spMk id="7034" creationId="{27812C76-D757-3D88-C00D-7D9B7F8FC78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D0D3E168-E06C-4270-93A1-BA6F395C0456}" type="datetimeFigureOut">
              <a:rPr lang="en-US"/>
              <a:pPr>
                <a:defRPr/>
              </a:pPr>
              <a:t>7/14/26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30D07607-43F6-4AEA-9890-00BBE9F451C8}" type="slidenum">
              <a:rPr lang="en-US" altLang="en-US"/>
              <a:pPr/>
              <a:t>‹#›</a:t>
            </a:fld>
            <a:endParaRPr lang="en-US" altLang="en-US"/>
          </a:p>
        </p:txBody>
      </p:sp>
    </p:spTree>
    <p:extLst>
      <p:ext uri="{BB962C8B-B14F-4D97-AF65-F5344CB8AC3E}">
        <p14:creationId xmlns:p14="http://schemas.microsoft.com/office/powerpoint/2010/main" val="30934397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Session 7 of 12. Today we cover two risk categories that are hard to quantify but extremely costly when ignored. Liquidity risk brought down Northern Rock and amplified the GFC; operational risk destroys billions in a single day (Barings, Kerviel, SVB). These are the final topics feeding Assignment 2: students will implement LVaR and an operational-loss simulation before the next session.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objectives align to the two main blocks. Objectives 2 and 5 map directly to Assignment 2 coding tasks. Remind students that Sessions 5 to 8 feed Assignment 2 in full, so today's formulae will appear in their exam notebook.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central idea: liquidity is invisible in normal times and violently visible in a crisis. The 2008 GFC was as much a liquidity crisis as a credit one (</a:t>
            </a:r>
            <a:r>
              <a:rPr dirty="0" err="1"/>
              <a:t>Brunnermeier</a:t>
            </a:r>
            <a:r>
              <a:rPr dirty="0"/>
              <a:t> 2009).</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Brunnermeier</a:t>
            </a:r>
            <a:r>
              <a:rPr dirty="0"/>
              <a:t> (2009) shows the two types are linked: when market liquidity dries up, institutions cannot liquidate assets to fund obligations, turning a market shock into a funding crisis. The liquidity spiral is the key concept: falling prices, margin calls, forced sales, further price falls.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 single balance sheet makes the distinction concrete: market liquidity is the cost of selling the bonds (a 2% spread, 6% in stress); funding liquidity is being unable to meet the $95M repo roll. The funding shock forces the sale and the wide spread makes it ruinous, so the two reinforce each other.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FE9FC11-E7E8-4E7A-8E84-34A241A3DEA5}" type="slidenum">
              <a:rPr lang="en-US" altLang="en-US" sz="1300"/>
              <a:pPr>
                <a:spcBef>
                  <a:spcPct val="0"/>
                </a:spcBef>
              </a:pPr>
              <a:t>6</a:t>
            </a:fld>
            <a:endParaRPr lang="en-US" altLang="en-US" sz="1300"/>
          </a:p>
        </p:txBody>
      </p:sp>
    </p:spTree>
    <p:extLst>
      <p:ext uri="{BB962C8B-B14F-4D97-AF65-F5344CB8AC3E}">
        <p14:creationId xmlns:p14="http://schemas.microsoft.com/office/powerpoint/2010/main" val="1297853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389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82E923F-82CC-45BF-BAB3-C3003DC53EAB}" type="slidenum">
              <a:rPr lang="en-US" altLang="en-US" sz="1300"/>
              <a:pPr>
                <a:spcBef>
                  <a:spcPct val="0"/>
                </a:spcBef>
              </a:pPr>
              <a:t>7</a:t>
            </a:fld>
            <a:endParaRPr lang="en-US" altLang="en-US" sz="1300"/>
          </a:p>
        </p:txBody>
      </p:sp>
    </p:spTree>
    <p:extLst>
      <p:ext uri="{BB962C8B-B14F-4D97-AF65-F5344CB8AC3E}">
        <p14:creationId xmlns:p14="http://schemas.microsoft.com/office/powerpoint/2010/main" val="20953233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399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97D6144-5499-4C54-8AD6-552CFAAED21E}" type="slidenum">
              <a:rPr lang="en-US" altLang="en-US" sz="1300"/>
              <a:pPr>
                <a:spcBef>
                  <a:spcPct val="0"/>
                </a:spcBef>
              </a:pPr>
              <a:t>8</a:t>
            </a:fld>
            <a:endParaRPr lang="en-US" altLang="en-US" sz="1300"/>
          </a:p>
        </p:txBody>
      </p:sp>
    </p:spTree>
    <p:extLst>
      <p:ext uri="{BB962C8B-B14F-4D97-AF65-F5344CB8AC3E}">
        <p14:creationId xmlns:p14="http://schemas.microsoft.com/office/powerpoint/2010/main" val="3491532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0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68D4166-BEB1-4EA4-BD3A-CE7CDACDBBC2}" type="slidenum">
              <a:rPr lang="en-US" altLang="en-US" sz="1300"/>
              <a:pPr>
                <a:spcBef>
                  <a:spcPct val="0"/>
                </a:spcBef>
              </a:pPr>
              <a:t>9</a:t>
            </a:fld>
            <a:endParaRPr lang="en-US" altLang="en-US" sz="1300"/>
          </a:p>
        </p:txBody>
      </p:sp>
    </p:spTree>
    <p:extLst>
      <p:ext uri="{BB962C8B-B14F-4D97-AF65-F5344CB8AC3E}">
        <p14:creationId xmlns:p14="http://schemas.microsoft.com/office/powerpoint/2010/main" val="16754039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 clean three-step </a:t>
            </a:r>
            <a:r>
              <a:rPr dirty="0" err="1"/>
              <a:t>LVaR</a:t>
            </a:r>
            <a:r>
              <a:rPr dirty="0"/>
              <a:t>. Parametric VaR uses the 99% z of 2.326; the liquidity cost is half the spread times the position. Adding them gives </a:t>
            </a:r>
            <a:r>
              <a:rPr dirty="0" err="1"/>
              <a:t>LVaR</a:t>
            </a:r>
            <a:r>
              <a:rPr dirty="0"/>
              <a:t>. The half-spread is small in calm markets (4% of VaR) but balloons when spreads widen in stress.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198572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F9EE285-1688-44C7-B56A-18B22300078B}" type="slidenum">
              <a:rPr lang="en-US" altLang="en-US" sz="1300"/>
              <a:pPr>
                <a:spcBef>
                  <a:spcPct val="0"/>
                </a:spcBef>
              </a:pPr>
              <a:t>11</a:t>
            </a:fld>
            <a:endParaRPr lang="en-US" altLang="en-US" sz="1300"/>
          </a:p>
        </p:txBody>
      </p:sp>
    </p:spTree>
    <p:extLst>
      <p:ext uri="{BB962C8B-B14F-4D97-AF65-F5344CB8AC3E}">
        <p14:creationId xmlns:p14="http://schemas.microsoft.com/office/powerpoint/2010/main" val="1654491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30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310C2E0-F5F0-4ED7-BF99-CEB78E690949}" type="slidenum">
              <a:rPr lang="en-US" altLang="en-US" sz="1300"/>
              <a:pPr>
                <a:spcBef>
                  <a:spcPct val="0"/>
                </a:spcBef>
              </a:pPr>
              <a:t>12</a:t>
            </a:fld>
            <a:endParaRPr lang="en-US" altLang="en-US" sz="1300"/>
          </a:p>
        </p:txBody>
      </p:sp>
    </p:spTree>
    <p:extLst>
      <p:ext uri="{BB962C8B-B14F-4D97-AF65-F5344CB8AC3E}">
        <p14:creationId xmlns:p14="http://schemas.microsoft.com/office/powerpoint/2010/main" val="34591213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7C195-F338-4F0D-E053-FA6274AEB1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C87E19-823B-EB82-3C1C-4C09B2EAC52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3EA4CDA-01BA-362E-F2E2-121FA7678A61}"/>
              </a:ext>
            </a:extLst>
          </p:cNvPr>
          <p:cNvSpPr>
            <a:spLocks noGrp="1"/>
          </p:cNvSpPr>
          <p:nvPr>
            <p:ph type="body" sz="quarter" idx="3"/>
          </p:nvPr>
        </p:nvSpPr>
        <p:spPr/>
        <p:txBody>
          <a:bodyPr/>
          <a:lstStyle/>
          <a:p>
            <a:r>
              <a:t>A $50M block in a $25M/day name cannot clear in a day. A 20% participation cap gives 10 days to liquidate. Over that window the residual position carries timing risk ~ sigma*sqrt(T/3), here 5.5% of the block ($2.75M), which dwarfs the half-spread the Bangia LVaR would charge.</a:t>
            </a:r>
          </a:p>
        </p:txBody>
      </p:sp>
      <p:sp>
        <p:nvSpPr>
          <p:cNvPr id="4" name="Slide Number Placeholder 3">
            <a:extLst>
              <a:ext uri="{FF2B5EF4-FFF2-40B4-BE49-F238E27FC236}">
                <a16:creationId xmlns:a16="http://schemas.microsoft.com/office/drawing/2014/main" id="{F02C417B-B279-CA1E-2AAE-725F32DD89D9}"/>
              </a:ext>
            </a:extLst>
          </p:cNvPr>
          <p:cNvSpPr>
            <a:spLocks noGrp="1"/>
          </p:cNvSpPr>
          <p:nvPr>
            <p:ph type="sldNum" sz="quarter" idx="5"/>
          </p:nvPr>
        </p:nvSpPr>
        <p:spPr/>
      </p:sp>
    </p:spTree>
    <p:extLst>
      <p:ext uri="{BB962C8B-B14F-4D97-AF65-F5344CB8AC3E}">
        <p14:creationId xmlns:p14="http://schemas.microsoft.com/office/powerpoint/2010/main" val="3396224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N</a:t>
            </a:r>
            <a:r>
              <a:rPr dirty="0"/>
              <a:t>umerator is absolute return (price impact), denominator is dollar volume (the liquidity supply). Ratio captures how much price moves per dollar traded. For a liquid stock like SPY the ratio is tiny; for a small-cap it can be 100 to 1000 times larger. The time-series average is used as a stock-level liquidity measure in cross-sectional return regressions.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Three hand-calculable days. ILLIQ is |return| divided by dollar volume, so a big price move on light volume (Day 3) scores high = illiquid. The average, scaled by </a:t>
            </a:r>
            <a:r>
              <a:rPr lang="en-US" dirty="0"/>
              <a:t>a billion</a:t>
            </a:r>
            <a:r>
              <a:rPr dirty="0"/>
              <a:t>, is 'price impact per $1bn traded'. Liquid mega-caps score near zero on the same scale.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40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BE7F31D-D707-4CE5-821A-32F85E667495}" type="slidenum">
              <a:rPr lang="en-US" altLang="en-US" sz="1300"/>
              <a:pPr>
                <a:spcBef>
                  <a:spcPct val="0"/>
                </a:spcBef>
              </a:pPr>
              <a:t>17</a:t>
            </a:fld>
            <a:endParaRPr lang="en-US" altLang="en-US" sz="1300"/>
          </a:p>
        </p:txBody>
      </p:sp>
    </p:spTree>
    <p:extLst>
      <p:ext uri="{BB962C8B-B14F-4D97-AF65-F5344CB8AC3E}">
        <p14:creationId xmlns:p14="http://schemas.microsoft.com/office/powerpoint/2010/main" val="31215174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50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BAF4973-733B-4992-B3F7-2C36F3B0CCA9}" type="slidenum">
              <a:rPr lang="en-US" altLang="en-US" sz="1300"/>
              <a:pPr>
                <a:spcBef>
                  <a:spcPct val="0"/>
                </a:spcBef>
              </a:pPr>
              <a:t>18</a:t>
            </a:fld>
            <a:endParaRPr lang="en-US" altLang="en-US" sz="1300"/>
          </a:p>
        </p:txBody>
      </p:sp>
    </p:spTree>
    <p:extLst>
      <p:ext uri="{BB962C8B-B14F-4D97-AF65-F5344CB8AC3E}">
        <p14:creationId xmlns:p14="http://schemas.microsoft.com/office/powerpoint/2010/main" val="11108757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GFC exposed that banks were highly profitable in normal times but had no liquidity buffer when short-term funding markets froze. LCR solves the 30-day problem; NSFR solves the structural mismatch problem. Both are at least 100%, which is the key number. SVB (2023) technically passed LCR but failed when long-maturity bond portfolio losses triggered a funding run, a reminder that regulation lags innovation in risk-taking.</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Both Basel ratios computed by hand. LCR = HQLA / net 30-day stressed outflows (inflows capped at 75%): 80/38 = 211%. NSFR = available stable funding / required stable funding over a year: 90/85 = 106%. Both clear the 100% floor.</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Northern Rock is the canonical UK funding-liquidity failure. It predates the Lehman collapse by a year and shows that a bank with mostly prime-quality assets can still fail if its funding model is fragile. The lesson for LCR: if Northern Rock had needed to hold 30 days of HQLA against its runnable liabilities, the crisis might have been contained. Connect to NSFR: the maturity-transformation model was the structural flaw.</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dynamic, systemic face of liquidity risk, the bridge to Session 12. Negative-feedback (contrarian) trading stabilises markets; positive-feedback (trend-chasing, forced) trading destabilises them and creates liquidity black holes. Stress how ostensibly prudent rules (stop-losses, VaR limits, margin, dynamic hedging) are individually rational but collectively procyclical. Brunnermeier (2009) is the supplementary reading; tie the leverage cycle back to LTCM from Session 1.</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1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152EAC0-D362-4132-9BE4-50F253FC8CCD}" type="slidenum">
              <a:rPr lang="en-US" altLang="en-US" sz="1300"/>
              <a:pPr>
                <a:spcBef>
                  <a:spcPct val="0"/>
                </a:spcBef>
              </a:pPr>
              <a:t>23</a:t>
            </a:fld>
            <a:endParaRPr lang="en-US" altLang="en-US" sz="1300"/>
          </a:p>
        </p:txBody>
      </p:sp>
    </p:spTree>
    <p:extLst>
      <p:ext uri="{BB962C8B-B14F-4D97-AF65-F5344CB8AC3E}">
        <p14:creationId xmlns:p14="http://schemas.microsoft.com/office/powerpoint/2010/main" val="2295316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78129AD-8E2D-4C2B-9453-48C230E14235}" type="slidenum">
              <a:rPr lang="en-US" altLang="en-US" sz="1300"/>
              <a:pPr>
                <a:spcBef>
                  <a:spcPct val="0"/>
                </a:spcBef>
              </a:pPr>
              <a:t>24</a:t>
            </a:fld>
            <a:endParaRPr lang="en-US" altLang="en-US" sz="1300"/>
          </a:p>
        </p:txBody>
      </p:sp>
    </p:spTree>
    <p:extLst>
      <p:ext uri="{BB962C8B-B14F-4D97-AF65-F5344CB8AC3E}">
        <p14:creationId xmlns:p14="http://schemas.microsoft.com/office/powerpoint/2010/main" val="31058266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4840475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Block 2 covers Hull Ch. 20 and Jorion Ch. 25. Operational risk is the other Basel pillar: it has capital charges, complex models, and a distinct data challenge: loss events are rare but catastrophic. The Poisson-lognormal model captures both features.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Emphasise the four-word Basel definition (processes, people, systems, external events). Ask students to classify a recent news story: data breach equals cyber equals external fraud; rogue trader equals internal fraud. The seven categories are testable and appear in Hull and Jorion. Cyber risk is the fastest-growing sub-category; BCBS 2003 predates it but the framework still applies.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5867785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358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67B5664-C431-4665-9FB7-3F2E28EBA8BC}" type="slidenum">
              <a:rPr lang="en-US" altLang="en-US" sz="1300"/>
              <a:pPr>
                <a:spcBef>
                  <a:spcPct val="0"/>
                </a:spcBef>
              </a:pPr>
              <a:t>30</a:t>
            </a:fld>
            <a:endParaRPr lang="en-US" altLang="en-US" sz="1300"/>
          </a:p>
        </p:txBody>
      </p:sp>
    </p:spTree>
    <p:extLst>
      <p:ext uri="{BB962C8B-B14F-4D97-AF65-F5344CB8AC3E}">
        <p14:creationId xmlns:p14="http://schemas.microsoft.com/office/powerpoint/2010/main" val="41511236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compound Poisson-lognormal in one draw. Frequency Poisson(3) gives N=4 events; four lognormal severities sum to $11.9M for the year. Expected annual loss is lambda x mean severity = $7.4M, but the single $9.0M tail event dominated, which is why capital targets the rare bad years.</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Ten simulated years make the percentile mechanics visible: mean $10.6M, 90% VaR ~$18M, ES(90%) $40M. The 99.9% capital point is 1 year in 1,000, invisible in a small sample, which is why real op-risk runs use 100,000+ simulated years and still carry wide error.</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Walk each case briskly and classify by Basel loss-event type. </a:t>
            </a:r>
            <a:r>
              <a:rPr lang="en-US" dirty="0"/>
              <a:t>Try</a:t>
            </a:r>
            <a:r>
              <a:rPr dirty="0"/>
              <a:t> to identify the control failure. The London Whale is a perfect exam question: it crossed model risk, operational risk, and market risk. SVB is the most recent and shows that digital bank runs (Twitter plus mobile app) are orders of magnitude faster than Northern Rock. Cummins, Lewis and Wei (2006) showed markets price these losses; ask students how they would trade on an op-risk announcement.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A99AC-CFCD-8486-757C-F9C780C8C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1B1316-E7A0-28FF-4EAB-CA7AC3C894E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832D7D2-64C1-0F4C-C618-144DC6880801}"/>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CF41C6A7-65DA-9C3E-E4BC-BF2C4F77C1E6}"/>
              </a:ext>
            </a:extLst>
          </p:cNvPr>
          <p:cNvSpPr>
            <a:spLocks noGrp="1"/>
          </p:cNvSpPr>
          <p:nvPr>
            <p:ph type="sldNum" sz="quarter" idx="5"/>
          </p:nvPr>
        </p:nvSpPr>
        <p:spPr/>
      </p:sp>
    </p:spTree>
    <p:extLst>
      <p:ext uri="{BB962C8B-B14F-4D97-AF65-F5344CB8AC3E}">
        <p14:creationId xmlns:p14="http://schemas.microsoft.com/office/powerpoint/2010/main" val="2784509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4115700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950961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1330155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Aarhus University Summer School 2026</a:t>
            </a:r>
          </a:p>
        </p:txBody>
      </p:sp>
      <p:sp>
        <p:nvSpPr>
          <p:cNvPr id="7" name="Slide Number Placeholder 6"/>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4159761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Aarhus University Summer School 2026</a:t>
            </a:r>
          </a:p>
        </p:txBody>
      </p:sp>
      <p:sp>
        <p:nvSpPr>
          <p:cNvPr id="9" name="Slide Number Placeholder 8"/>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14538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Aarhus University Summer School 2026</a:t>
            </a:r>
          </a:p>
        </p:txBody>
      </p:sp>
      <p:sp>
        <p:nvSpPr>
          <p:cNvPr id="5" name="Slide Number Placeholder 4"/>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2965185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Aarhus University Summer School 2026</a:t>
            </a:r>
          </a:p>
        </p:txBody>
      </p:sp>
      <p:sp>
        <p:nvSpPr>
          <p:cNvPr id="4" name="Slide Number Placeholder 3"/>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3000429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Aarhus University Summer School 2026</a:t>
            </a:r>
          </a:p>
        </p:txBody>
      </p:sp>
      <p:sp>
        <p:nvSpPr>
          <p:cNvPr id="7" name="Slide Number Placeholder 6"/>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917986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Aarhus University Summer School 2026</a:t>
            </a:r>
          </a:p>
        </p:txBody>
      </p:sp>
      <p:sp>
        <p:nvSpPr>
          <p:cNvPr id="7" name="Slide Number Placeholder 6"/>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1196803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318535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2184773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3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23099" y="365125"/>
            <a:ext cx="11345799" cy="1325563"/>
          </a:xfrm>
        </p:spPr>
        <p:txBody>
          <a:bodyPr lIns="0" tIns="0" rIns="0" bIns="0" anchor="t">
            <a:normAutofit/>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423101" y="1681163"/>
            <a:ext cx="6438105" cy="823912"/>
          </a:xfrm>
        </p:spPr>
        <p:txBody>
          <a:bodyPr lIns="0" tIns="0" rIns="0" bIns="0" anchor="t"/>
          <a:lstStyle>
            <a:lvl1pPr marL="0" indent="0">
              <a:buNone/>
              <a:defRPr sz="2400" b="1">
                <a:solidFill>
                  <a:schemeClr val="accent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23101" y="2671763"/>
            <a:ext cx="6438105" cy="3684588"/>
          </a:xfrm>
        </p:spPr>
        <p:txBody>
          <a:bodyPr lIns="0" tIns="0" rIns="0" bIns="0">
            <a:normAutofit/>
          </a:bodyPr>
          <a:lstStyle>
            <a:lvl1pPr marL="0" indent="0">
              <a:buFontTx/>
              <a:buNone/>
              <a:defRPr sz="2133"/>
            </a:lvl1pPr>
            <a:lvl2pPr marL="457189" indent="0">
              <a:buFontTx/>
              <a:buNone/>
              <a:defRPr sz="2400"/>
            </a:lvl2pPr>
            <a:lvl3pPr marL="914377" indent="0">
              <a:buFontTx/>
              <a:buNone/>
              <a:defRPr sz="2400"/>
            </a:lvl3pPr>
            <a:lvl4pPr marL="1371566" indent="0">
              <a:buFontTx/>
              <a:buNone/>
              <a:defRPr sz="2400"/>
            </a:lvl4pPr>
            <a:lvl5pPr marL="1828754" indent="0">
              <a:buFontTx/>
              <a:buNone/>
              <a:defRPr sz="2400"/>
            </a:lvl5pPr>
          </a:lstStyle>
          <a:p>
            <a:pPr lvl="0"/>
            <a:r>
              <a:rPr lang="en-US"/>
              <a:t>Click to edit Master text styles</a:t>
            </a:r>
          </a:p>
        </p:txBody>
      </p:sp>
      <p:sp>
        <p:nvSpPr>
          <p:cNvPr id="6" name="Content Placeholder 5"/>
          <p:cNvSpPr>
            <a:spLocks noGrp="1"/>
          </p:cNvSpPr>
          <p:nvPr>
            <p:ph sz="quarter" idx="4"/>
          </p:nvPr>
        </p:nvSpPr>
        <p:spPr>
          <a:xfrm>
            <a:off x="7299767" y="1723424"/>
            <a:ext cx="4453672" cy="3168811"/>
          </a:xfrm>
          <a:solidFill>
            <a:schemeClr val="tx1"/>
          </a:solidFill>
        </p:spPr>
        <p:txBody>
          <a:bodyPr lIns="360000" tIns="360000" rIns="360000" bIns="360000" anchor="ctr"/>
          <a:lstStyle>
            <a:lvl1pPr marL="0" indent="0" algn="l">
              <a:buFontTx/>
              <a:buNone/>
              <a:defRPr sz="24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820502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New Title Content Slide">
    <p:spTree>
      <p:nvGrpSpPr>
        <p:cNvPr id="1" name=""/>
        <p:cNvGrpSpPr/>
        <p:nvPr/>
      </p:nvGrpSpPr>
      <p:grpSpPr>
        <a:xfrm>
          <a:off x="0" y="0"/>
          <a:ext cx="0" cy="0"/>
          <a:chOff x="0" y="0"/>
          <a:chExt cx="0" cy="0"/>
        </a:xfrm>
      </p:grpSpPr>
      <p:sp>
        <p:nvSpPr>
          <p:cNvPr id="2" name="Title 1"/>
          <p:cNvSpPr>
            <a:spLocks noGrp="1"/>
          </p:cNvSpPr>
          <p:nvPr>
            <p:ph type="title"/>
          </p:nvPr>
        </p:nvSpPr>
        <p:spPr>
          <a:xfrm>
            <a:off x="423099" y="365126"/>
            <a:ext cx="11345799" cy="1076813"/>
          </a:xfrm>
        </p:spPr>
        <p:txBody>
          <a:bodyPr lIns="0" tIns="0" rIns="0" bIns="0" anchor="t">
            <a:normAutofit/>
          </a:bodyPr>
          <a:lstStyle>
            <a:lvl1pPr algn="ctr">
              <a:defRPr sz="3200"/>
            </a:lvl1pPr>
          </a:lstStyle>
          <a:p>
            <a:r>
              <a:rPr lang="en-US"/>
              <a:t>Click to edit Master title style</a:t>
            </a:r>
            <a:endParaRPr lang="en-US" dirty="0"/>
          </a:p>
        </p:txBody>
      </p:sp>
      <p:sp>
        <p:nvSpPr>
          <p:cNvPr id="4" name="Content Placeholder 3"/>
          <p:cNvSpPr>
            <a:spLocks noGrp="1"/>
          </p:cNvSpPr>
          <p:nvPr>
            <p:ph sz="half" idx="2"/>
          </p:nvPr>
        </p:nvSpPr>
        <p:spPr>
          <a:xfrm>
            <a:off x="423100" y="1535723"/>
            <a:ext cx="11345797" cy="4501661"/>
          </a:xfrm>
        </p:spPr>
        <p:txBody>
          <a:bodyPr lIns="0" tIns="0" rIns="0" bIns="0">
            <a:normAutofit/>
          </a:bodyPr>
          <a:lstStyle>
            <a:lvl1pPr marL="228594" indent="-228594">
              <a:buClr>
                <a:schemeClr val="accent1"/>
              </a:buClr>
              <a:buFont typeface="Arial" panose="020B0604020202020204" pitchFamily="34" charset="0"/>
              <a:buChar char="•"/>
              <a:defRPr sz="2667"/>
            </a:lvl1pPr>
            <a:lvl2pPr marL="685783" indent="-228594">
              <a:buClr>
                <a:schemeClr val="accent1"/>
              </a:buClr>
              <a:buFont typeface="Arial" panose="020B0604020202020204" pitchFamily="34" charset="0"/>
              <a:buChar char="•"/>
              <a:defRPr sz="2667"/>
            </a:lvl2pPr>
            <a:lvl3pPr marL="1142971" indent="-228594">
              <a:buClr>
                <a:schemeClr val="accent1"/>
              </a:buClr>
              <a:buFont typeface="Arial" panose="020B0604020202020204" pitchFamily="34" charset="0"/>
              <a:buChar char="•"/>
              <a:defRPr sz="2667"/>
            </a:lvl3pPr>
            <a:lvl4pPr marL="1600160" indent="-228594">
              <a:buClr>
                <a:schemeClr val="accent1"/>
              </a:buClr>
              <a:buFont typeface="Arial" panose="020B0604020202020204" pitchFamily="34" charset="0"/>
              <a:buChar char="•"/>
              <a:defRPr sz="2667"/>
            </a:lvl4pPr>
            <a:lvl5pPr marL="2057349" indent="-228594">
              <a:buClr>
                <a:schemeClr val="accent1"/>
              </a:buClr>
              <a:buFont typeface="Arial" panose="020B0604020202020204" pitchFamily="34" charset="0"/>
              <a:buChar char="•"/>
              <a:defRPr sz="26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203823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New Title Content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CCE42D8-5361-9940-B797-FFC03759880E}"/>
              </a:ext>
            </a:extLst>
          </p:cNvPr>
          <p:cNvPicPr>
            <a:picLocks noChangeAspect="1"/>
          </p:cNvPicPr>
          <p:nvPr/>
        </p:nvPicPr>
        <p:blipFill>
          <a:blip r:embed="rId2"/>
          <a:srcRect/>
          <a:stretch/>
        </p:blipFill>
        <p:spPr>
          <a:xfrm>
            <a:off x="0" y="1"/>
            <a:ext cx="12192000" cy="6858000"/>
          </a:xfrm>
          <a:prstGeom prst="rect">
            <a:avLst/>
          </a:prstGeom>
        </p:spPr>
      </p:pic>
      <p:sp>
        <p:nvSpPr>
          <p:cNvPr id="2" name="Title 1"/>
          <p:cNvSpPr>
            <a:spLocks noGrp="1"/>
          </p:cNvSpPr>
          <p:nvPr>
            <p:ph type="title"/>
          </p:nvPr>
        </p:nvSpPr>
        <p:spPr>
          <a:xfrm>
            <a:off x="423099" y="365126"/>
            <a:ext cx="11345799" cy="924413"/>
          </a:xfrm>
        </p:spPr>
        <p:txBody>
          <a:bodyPr lIns="0" tIns="0" rIns="0" bIns="0" anchor="t">
            <a:normAutofit/>
          </a:bodyPr>
          <a:lstStyle>
            <a:lvl1pPr algn="ctr">
              <a:defRPr sz="3200"/>
            </a:lvl1pPr>
          </a:lstStyle>
          <a:p>
            <a:r>
              <a:rPr lang="en-US"/>
              <a:t>Click to edit Master title style</a:t>
            </a:r>
            <a:endParaRPr lang="en-US" dirty="0"/>
          </a:p>
        </p:txBody>
      </p:sp>
      <p:sp>
        <p:nvSpPr>
          <p:cNvPr id="4" name="Content Placeholder 3"/>
          <p:cNvSpPr>
            <a:spLocks noGrp="1"/>
          </p:cNvSpPr>
          <p:nvPr>
            <p:ph sz="half" idx="2"/>
          </p:nvPr>
        </p:nvSpPr>
        <p:spPr>
          <a:xfrm>
            <a:off x="423100" y="1383323"/>
            <a:ext cx="11345797" cy="4380169"/>
          </a:xfrm>
        </p:spPr>
        <p:txBody>
          <a:bodyPr lIns="0" tIns="0" rIns="0" bIns="0">
            <a:normAutofit/>
          </a:bodyPr>
          <a:lstStyle>
            <a:lvl1pPr marL="228594" indent="-228594">
              <a:buClr>
                <a:schemeClr val="accent1"/>
              </a:buClr>
              <a:buFont typeface="Arial" panose="020B0604020202020204" pitchFamily="34" charset="0"/>
              <a:buChar char="•"/>
              <a:defRPr sz="2667"/>
            </a:lvl1pPr>
            <a:lvl2pPr marL="685783" indent="-228594">
              <a:buClr>
                <a:schemeClr val="accent1"/>
              </a:buClr>
              <a:buFont typeface="Arial" panose="020B0604020202020204" pitchFamily="34" charset="0"/>
              <a:buChar char="•"/>
              <a:defRPr sz="2667"/>
            </a:lvl2pPr>
            <a:lvl3pPr marL="1142971" indent="-228594">
              <a:buClr>
                <a:schemeClr val="accent1"/>
              </a:buClr>
              <a:buFont typeface="Arial" panose="020B0604020202020204" pitchFamily="34" charset="0"/>
              <a:buChar char="•"/>
              <a:defRPr sz="2667"/>
            </a:lvl3pPr>
            <a:lvl4pPr marL="1600160" indent="-228594">
              <a:buClr>
                <a:schemeClr val="accent1"/>
              </a:buClr>
              <a:buFont typeface="Arial" panose="020B0604020202020204" pitchFamily="34" charset="0"/>
              <a:buChar char="•"/>
              <a:defRPr sz="2667"/>
            </a:lvl4pPr>
            <a:lvl5pPr marL="2057349" indent="-228594">
              <a:buClr>
                <a:schemeClr val="accent1"/>
              </a:buClr>
              <a:buFont typeface="Arial" panose="020B0604020202020204" pitchFamily="34" charset="0"/>
              <a:buChar char="•"/>
              <a:defRPr sz="26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a:extLst>
              <a:ext uri="{FF2B5EF4-FFF2-40B4-BE49-F238E27FC236}">
                <a16:creationId xmlns:a16="http://schemas.microsoft.com/office/drawing/2014/main" id="{423224AA-A183-CA4A-BDDA-A7ED236E648B}"/>
              </a:ext>
            </a:extLst>
          </p:cNvPr>
          <p:cNvPicPr>
            <a:picLocks noChangeAspect="1"/>
          </p:cNvPicPr>
          <p:nvPr/>
        </p:nvPicPr>
        <p:blipFill>
          <a:blip r:embed="rId3"/>
          <a:srcRect/>
          <a:stretch/>
        </p:blipFill>
        <p:spPr>
          <a:xfrm>
            <a:off x="8875618" y="5748384"/>
            <a:ext cx="3316380" cy="1109616"/>
          </a:xfrm>
          <a:prstGeom prst="rect">
            <a:avLst/>
          </a:prstGeom>
        </p:spPr>
      </p:pic>
    </p:spTree>
    <p:extLst>
      <p:ext uri="{BB962C8B-B14F-4D97-AF65-F5344CB8AC3E}">
        <p14:creationId xmlns:p14="http://schemas.microsoft.com/office/powerpoint/2010/main" val="26311648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2314D-F56C-2D2F-97D9-F1714A9861D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799869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10058400" cy="1295400"/>
          </a:xfrm>
        </p:spPr>
        <p:txBody>
          <a:bodyPr/>
          <a:lstStyle/>
          <a:p>
            <a:r>
              <a:rPr lang="en-US"/>
              <a:t>Click to edit Master title style</a:t>
            </a:r>
          </a:p>
        </p:txBody>
      </p:sp>
      <p:sp>
        <p:nvSpPr>
          <p:cNvPr id="3" name="Text Placeholder 2"/>
          <p:cNvSpPr>
            <a:spLocks noGrp="1"/>
          </p:cNvSpPr>
          <p:nvPr>
            <p:ph type="body" sz="half" idx="1"/>
          </p:nvPr>
        </p:nvSpPr>
        <p:spPr>
          <a:xfrm>
            <a:off x="609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a:lvl1pPr>
          </a:lstStyle>
          <a:p>
            <a:pPr>
              <a:defRPr/>
            </a:pPr>
            <a:r>
              <a:rPr lang="en-US" altLang="en-US"/>
              <a:t>Risk Management and Financial Institutions 6e, Chapter 20,  Copyright © John C. Hull 2023</a:t>
            </a:r>
            <a:endParaRPr lang="en-US" altLang="en-US" i="0">
              <a:cs typeface="Arial" charset="0"/>
            </a:endParaRPr>
          </a:p>
        </p:txBody>
      </p:sp>
      <p:sp>
        <p:nvSpPr>
          <p:cNvPr id="7" name="Slide Number Placeholder 6"/>
          <p:cNvSpPr>
            <a:spLocks noGrp="1"/>
          </p:cNvSpPr>
          <p:nvPr>
            <p:ph type="sldNum" sz="quarter" idx="12"/>
          </p:nvPr>
        </p:nvSpPr>
        <p:spPr/>
        <p:txBody>
          <a:bodyPr/>
          <a:lstStyle>
            <a:lvl1pPr>
              <a:defRPr smtClean="0"/>
            </a:lvl1pPr>
          </a:lstStyle>
          <a:p>
            <a:pPr>
              <a:defRPr/>
            </a:pPr>
            <a:fld id="{67C223F6-9A10-44D6-9E8D-A199C4EF05F2}" type="slidenum">
              <a:rPr lang="en-US" altLang="en-US"/>
              <a:pPr>
                <a:defRPr/>
              </a:pPr>
              <a:t>‹#›</a:t>
            </a:fld>
            <a:endParaRPr lang="en-US" altLang="en-US"/>
          </a:p>
        </p:txBody>
      </p:sp>
    </p:spTree>
    <p:extLst>
      <p:ext uri="{BB962C8B-B14F-4D97-AF65-F5344CB8AC3E}">
        <p14:creationId xmlns:p14="http://schemas.microsoft.com/office/powerpoint/2010/main" val="2205116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Aarhus University Summer School 2026</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977878-5A46-4A4D-987F-065558C472F5}" type="slidenum">
              <a:rPr lang="en-US" smtClean="0"/>
              <a:t>‹#›</a:t>
            </a:fld>
            <a:endParaRPr lang="en-US"/>
          </a:p>
        </p:txBody>
      </p:sp>
    </p:spTree>
    <p:extLst>
      <p:ext uri="{BB962C8B-B14F-4D97-AF65-F5344CB8AC3E}">
        <p14:creationId xmlns:p14="http://schemas.microsoft.com/office/powerpoint/2010/main" val="2450784130"/>
      </p:ext>
    </p:extLst>
  </p:cSld>
  <p:clrMap bg1="lt1" tx1="dk1" bg2="lt2" tx2="dk2" accent1="accent1" accent2="accent2" accent3="accent3" accent4="accent4" accent5="accent5" accent6="accent6" hlink="hlink" folHlink="folHlink"/>
  <p:sldLayoutIdLst>
    <p:sldLayoutId id="2147484118" r:id="rId1"/>
    <p:sldLayoutId id="2147484119" r:id="rId2"/>
    <p:sldLayoutId id="2147484120" r:id="rId3"/>
    <p:sldLayoutId id="2147484121" r:id="rId4"/>
    <p:sldLayoutId id="2147484122" r:id="rId5"/>
    <p:sldLayoutId id="2147484123" r:id="rId6"/>
    <p:sldLayoutId id="2147484124" r:id="rId7"/>
    <p:sldLayoutId id="2147484125" r:id="rId8"/>
    <p:sldLayoutId id="2147484126" r:id="rId9"/>
    <p:sldLayoutId id="2147484127" r:id="rId10"/>
    <p:sldLayoutId id="2147484128" r:id="rId11"/>
    <p:sldLayoutId id="2147484129" r:id="rId12"/>
    <p:sldLayoutId id="2147484130" r:id="rId13"/>
    <p:sldLayoutId id="2147484059" r:id="rId14"/>
    <p:sldLayoutId id="2147484017" r:id="rId15"/>
    <p:sldLayoutId id="2147484131" r:id="rId1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6.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7.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watch?v=X-YMXamREYg" TargetMode="External"/><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7.xml"/><Relationship Id="rId1" Type="http://schemas.openxmlformats.org/officeDocument/2006/relationships/slideLayout" Target="../slideLayouts/slideLayout16.xml"/><Relationship Id="rId4" Type="http://schemas.openxmlformats.org/officeDocument/2006/relationships/image" Target="../media/image14.wmf"/></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hyperlink" Target="https://www.youtube.com/watch?v=bjvM8-hAnEA" TargetMode="External"/><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hyperlink" Target="https://www.youtube.com/watch?v=DF6wZFpmILg"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www.youtube.com/watch?v=6-ga2PbREK4" TargetMode="External"/><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hyperlink" Target="https://www.youtube.com/watch?v=YDwDMF_f5r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099" y="2112962"/>
            <a:ext cx="7273101" cy="2306638"/>
          </a:xfrm>
        </p:spPr>
        <p:txBody>
          <a:bodyPr anchor="t">
            <a:normAutofit/>
          </a:bodyPr>
          <a:lstStyle/>
          <a:p>
            <a:r>
              <a:rPr lang="en-US" dirty="0"/>
              <a:t>FINANCIAL RISK MANAGEMENT AND ENGINEERING</a:t>
            </a:r>
            <a:br>
              <a:rPr lang="en-US" dirty="0"/>
            </a:br>
            <a:br>
              <a:rPr lang="en-US" dirty="0"/>
            </a:br>
            <a:r>
              <a:rPr lang="en-US" dirty="0"/>
              <a:t>Session 7: Liquidity Risk &amp; Operational Risk</a:t>
            </a:r>
          </a:p>
        </p:txBody>
      </p:sp>
      <p:pic>
        <p:nvPicPr>
          <p:cNvPr id="4" name="Picture 3" descr="New guidelines for the logo structure and university seal">
            <a:extLst>
              <a:ext uri="{FF2B5EF4-FFF2-40B4-BE49-F238E27FC236}">
                <a16:creationId xmlns:a16="http://schemas.microsoft.com/office/drawing/2014/main" id="{D6F9100D-02AF-EE22-EDE3-68F783F22630}"/>
              </a:ext>
            </a:extLst>
          </p:cNvPr>
          <p:cNvPicPr>
            <a:picLocks noChangeAspect="1"/>
          </p:cNvPicPr>
          <p:nvPr/>
        </p:nvPicPr>
        <p:blipFill>
          <a:blip r:embed="rId3"/>
          <a:srcRect t="42767" r="4" b="4"/>
          <a:stretch>
            <a:fillRect/>
          </a:stretch>
        </p:blipFill>
        <p:spPr>
          <a:xfrm>
            <a:off x="423101" y="2671763"/>
            <a:ext cx="6438105" cy="3684588"/>
          </a:xfrm>
          <a:prstGeom prst="rect">
            <a:avLst/>
          </a:prstGeom>
          <a:noFill/>
        </p:spPr>
      </p:pic>
      <p:pic>
        <p:nvPicPr>
          <p:cNvPr id="6" name="Picture 5" descr="AU's segl">
            <a:extLst>
              <a:ext uri="{FF2B5EF4-FFF2-40B4-BE49-F238E27FC236}">
                <a16:creationId xmlns:a16="http://schemas.microsoft.com/office/drawing/2014/main" id="{49BE1E43-6F81-3C41-C30C-E25204F4EEF2}"/>
              </a:ext>
            </a:extLst>
          </p:cNvPr>
          <p:cNvPicPr>
            <a:picLocks noChangeAspect="1"/>
          </p:cNvPicPr>
          <p:nvPr/>
        </p:nvPicPr>
        <p:blipFill>
          <a:blip r:embed="rId4"/>
          <a:stretch>
            <a:fillRect/>
          </a:stretch>
        </p:blipFill>
        <p:spPr>
          <a:xfrm>
            <a:off x="8153400" y="1905000"/>
            <a:ext cx="3048000" cy="304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Learning Objectives</a:t>
            </a:r>
            <a:endParaRPr b="1" dirty="0">
              <a:latin typeface="Arial" panose="020B0604020202020204" pitchFamily="34" charset="0"/>
              <a:cs typeface="Arial" panose="020B0604020202020204" pitchFamily="34" charset="0"/>
            </a:endParaRPr>
          </a:p>
        </p:txBody>
      </p:sp>
      <p:sp>
        <p:nvSpPr>
          <p:cNvPr id="7004" name="Content Placeholder"/>
          <p:cNvSpPr>
            <a:spLocks noGrp="1"/>
          </p:cNvSpPr>
          <p:nvPr>
            <p:ph sz="half" idx="2"/>
          </p:nvPr>
        </p:nvSpPr>
        <p:spPr/>
        <p:txBody>
          <a:bodyPr wrap="square">
            <a:normAutofit/>
          </a:bodyPr>
          <a:lstStyle/>
          <a:p>
            <a:pPr marL="0" indent="0">
              <a:buNone/>
            </a:pPr>
            <a:r>
              <a:rPr lang="en-CA" b="1" dirty="0"/>
              <a:t>By the end of this session you will be able to:</a:t>
            </a:r>
          </a:p>
          <a:p>
            <a:r>
              <a:rPr lang="en-CA" dirty="0"/>
              <a:t>1. Distinguish market liquidity risk from funding liquidity risk and explain how they interact</a:t>
            </a:r>
          </a:p>
          <a:p>
            <a:r>
              <a:rPr lang="en-CA" dirty="0"/>
              <a:t>2. Compute the Amihud illiquidity ratio, the Corwin-Schultz bid-ask spread proxy, and Liquidity-adjusted VaR (LVaR)</a:t>
            </a:r>
          </a:p>
          <a:p>
            <a:r>
              <a:rPr lang="en-CA" dirty="0"/>
              <a:t>3. Explain the Basel III liquidity standards LCR and NSFR and their 100% floor</a:t>
            </a:r>
          </a:p>
          <a:p>
            <a:r>
              <a:rPr lang="en-CA" dirty="0"/>
              <a:t>4. Define operational risk using the Basel framework and classify events across the seven Basel loss-event types</a:t>
            </a:r>
          </a:p>
          <a:p>
            <a:r>
              <a:rPr lang="en-CA" dirty="0"/>
              <a:t>5. Model operational losses using a compound Poisson-lognormal frequency-severity model and compute aggregate-loss VaR via Monte Carlo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Block 1: Liquidity Risk</a:t>
            </a:r>
            <a:endParaRPr b="1" dirty="0">
              <a:latin typeface="Arial" panose="020B0604020202020204" pitchFamily="34" charset="0"/>
              <a:cs typeface="Arial" panose="020B0604020202020204" pitchFamily="34" charset="0"/>
            </a:endParaRPr>
          </a:p>
        </p:txBody>
      </p:sp>
      <p:sp>
        <p:nvSpPr>
          <p:cNvPr id="7006" name="Content Placeholder"/>
          <p:cNvSpPr>
            <a:spLocks noGrp="1"/>
          </p:cNvSpPr>
          <p:nvPr>
            <p:ph sz="half" idx="2"/>
          </p:nvPr>
        </p:nvSpPr>
        <p:spPr/>
        <p:txBody>
          <a:bodyPr wrap="square">
            <a:normAutofit/>
          </a:bodyPr>
          <a:lstStyle/>
          <a:p>
            <a:pPr marL="0" indent="0">
              <a:buNone/>
            </a:pPr>
            <a:r>
              <a:rPr lang="en-CA" b="1" dirty="0"/>
              <a:t>Market liquidity, funding liquidity, and liquidity-adjusted VaR</a:t>
            </a:r>
          </a:p>
          <a:p>
            <a:r>
              <a:rPr lang="en-CA" dirty="0"/>
              <a:t>Liquidity is invisible in calm markets and violently visible in a crisis</a:t>
            </a:r>
          </a:p>
          <a:p>
            <a:r>
              <a:rPr lang="en-CA" dirty="0"/>
              <a:t>The two types reinforce each other through the liquidity spiral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Market Liquidity vs Funding Liquidity</a:t>
            </a:r>
            <a:endParaRPr b="1" dirty="0">
              <a:latin typeface="Arial" panose="020B0604020202020204" pitchFamily="34" charset="0"/>
              <a:cs typeface="Arial" panose="020B0604020202020204" pitchFamily="34" charset="0"/>
            </a:endParaRPr>
          </a:p>
        </p:txBody>
      </p:sp>
      <p:sp>
        <p:nvSpPr>
          <p:cNvPr id="7008" name="Content Placeholder"/>
          <p:cNvSpPr>
            <a:spLocks noGrp="1"/>
          </p:cNvSpPr>
          <p:nvPr>
            <p:ph sz="half" idx="2"/>
          </p:nvPr>
        </p:nvSpPr>
        <p:spPr>
          <a:xfrm>
            <a:off x="423100" y="1066800"/>
            <a:ext cx="11345797" cy="4818184"/>
          </a:xfrm>
        </p:spPr>
        <p:txBody>
          <a:bodyPr wrap="square">
            <a:noAutofit/>
          </a:bodyPr>
          <a:lstStyle/>
          <a:p>
            <a:pPr marL="0" indent="0">
              <a:buNone/>
            </a:pPr>
            <a:r>
              <a:rPr lang="en-CA" sz="2200" b="1" dirty="0"/>
              <a:t>Market Liquidity Risk</a:t>
            </a:r>
          </a:p>
          <a:p>
            <a:r>
              <a:rPr lang="en-CA" sz="2200" dirty="0"/>
              <a:t>Risk of large price impact when selling an asset</a:t>
            </a:r>
          </a:p>
          <a:p>
            <a:r>
              <a:rPr lang="en-CA" sz="2200" dirty="0"/>
              <a:t>Measured by bid-ask spread and Amihud illiquidity ratio</a:t>
            </a:r>
          </a:p>
          <a:p>
            <a:r>
              <a:rPr lang="en-CA" sz="2200" dirty="0"/>
              <a:t>High in thin markets: small-caps, emerging markets, crisis periods</a:t>
            </a:r>
          </a:p>
          <a:p>
            <a:r>
              <a:rPr lang="en-CA" sz="2200" dirty="0"/>
              <a:t>Worsens sharply during stress - correlations spike</a:t>
            </a:r>
          </a:p>
          <a:p>
            <a:r>
              <a:rPr lang="en-CA" sz="2200" dirty="0"/>
              <a:t>Key metric: LVaR = VaR+0.5Vs times</a:t>
            </a:r>
          </a:p>
          <a:p>
            <a:pPr marL="0" indent="0">
              <a:buNone/>
            </a:pPr>
            <a:r>
              <a:rPr lang="en-CA" sz="2200" b="1" dirty="0"/>
              <a:t>Funding Liquidity Risk</a:t>
            </a:r>
          </a:p>
          <a:p>
            <a:r>
              <a:rPr lang="en-CA" sz="2200" dirty="0"/>
              <a:t>Risk of being unable to meet cash obligations when due</a:t>
            </a:r>
          </a:p>
          <a:p>
            <a:r>
              <a:rPr lang="en-CA" sz="2200" dirty="0"/>
              <a:t>Arises from maturity mismatch (borrow short, lend long)</a:t>
            </a:r>
          </a:p>
          <a:p>
            <a:r>
              <a:rPr lang="en-CA" sz="2200" dirty="0"/>
              <a:t>Classic bank-run mechanism: Northern Rock (2007), SVB (2023)</a:t>
            </a:r>
          </a:p>
          <a:p>
            <a:r>
              <a:rPr lang="en-CA" sz="2200" dirty="0"/>
              <a:t>Regulatory response: </a:t>
            </a:r>
          </a:p>
          <a:p>
            <a:pPr lvl="1"/>
            <a:r>
              <a:rPr lang="en-CA" sz="2000" dirty="0"/>
              <a:t>LCR at least 100% (30-day stress scenario)</a:t>
            </a:r>
          </a:p>
          <a:p>
            <a:pPr lvl="1"/>
            <a:r>
              <a:rPr lang="en-CA" sz="2000" dirty="0"/>
              <a:t>NSFR at least 100% (longer-term structural funding)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Worked Example: Market vs Funding Liquidity</a:t>
            </a:r>
            <a:endParaRPr b="1" dirty="0">
              <a:latin typeface="Arial" panose="020B0604020202020204" pitchFamily="34" charset="0"/>
              <a:cs typeface="Arial" panose="020B0604020202020204" pitchFamily="34" charset="0"/>
            </a:endParaRPr>
          </a:p>
        </p:txBody>
      </p:sp>
      <p:sp>
        <p:nvSpPr>
          <p:cNvPr id="7028" name="Content Placeholder"/>
          <p:cNvSpPr>
            <a:spLocks noGrp="1"/>
          </p:cNvSpPr>
          <p:nvPr>
            <p:ph sz="half" idx="2"/>
          </p:nvPr>
        </p:nvSpPr>
        <p:spPr>
          <a:xfrm>
            <a:off x="423100" y="1441939"/>
            <a:ext cx="11345797" cy="4595445"/>
          </a:xfrm>
        </p:spPr>
        <p:txBody>
          <a:bodyPr wrap="square">
            <a:normAutofit/>
          </a:bodyPr>
          <a:lstStyle/>
          <a:p>
            <a:pPr marL="0" indent="0">
              <a:buNone/>
              <a:defRPr sz="1800"/>
            </a:pPr>
            <a:r>
              <a:rPr lang="en-CA" sz="2200" b="0" dirty="0"/>
              <a:t>A bank holds $100M of thinly-traded corporate bonds, funded by $95M of overnight repo</a:t>
            </a:r>
          </a:p>
          <a:p>
            <a:pPr marL="0" indent="0">
              <a:buNone/>
              <a:defRPr sz="1800"/>
            </a:pPr>
            <a:r>
              <a:rPr lang="en-CA" sz="2200" b="1" dirty="0"/>
              <a:t>Market liquidity risk (the asset side)</a:t>
            </a:r>
          </a:p>
          <a:p>
            <a:pPr marL="0" indent="0">
              <a:buNone/>
              <a:defRPr sz="1800"/>
            </a:pPr>
            <a:r>
              <a:rPr lang="en-CA" sz="2200" b="0" dirty="0"/>
              <a:t>To raise cash it must SELL the bonds; the bid-ask is 2%, so a quick sale costs about $1M</a:t>
            </a:r>
          </a:p>
          <a:p>
            <a:pPr marL="0" indent="0">
              <a:buNone/>
              <a:defRPr sz="1800"/>
            </a:pPr>
            <a:r>
              <a:rPr lang="en-CA" sz="2200" b="0" dirty="0"/>
              <a:t>In stress the spread widens to 6%, so the same sale now costs about $3M</a:t>
            </a:r>
          </a:p>
          <a:p>
            <a:pPr marL="0" indent="0">
              <a:buNone/>
              <a:defRPr sz="1800"/>
            </a:pPr>
            <a:r>
              <a:rPr lang="en-CA" sz="2200" b="1" dirty="0"/>
              <a:t>Funding liquidity risk (the liability side)</a:t>
            </a:r>
          </a:p>
          <a:p>
            <a:pPr marL="0" indent="0">
              <a:buNone/>
              <a:defRPr sz="1800"/>
            </a:pPr>
            <a:r>
              <a:rPr lang="en-CA" sz="2200" b="0" dirty="0"/>
              <a:t>Each morning $95M of repo must be rolled over; if lenders refuse, the bank needs $95M today</a:t>
            </a:r>
          </a:p>
          <a:p>
            <a:pPr marL="0" indent="0">
              <a:buNone/>
              <a:defRPr sz="1800"/>
            </a:pPr>
            <a:r>
              <a:rPr lang="en-CA" sz="2200" b="0" dirty="0"/>
              <a:t>It cannot raise $95M by fire-selling $100M of bonds without a crippling discount</a:t>
            </a:r>
          </a:p>
          <a:p>
            <a:pPr marL="0" indent="0">
              <a:buNone/>
              <a:defRPr sz="1800"/>
            </a:pPr>
            <a:r>
              <a:rPr lang="en-CA" sz="2200" b="1" dirty="0"/>
              <a:t>The link</a:t>
            </a:r>
          </a:p>
          <a:p>
            <a:pPr marL="0" indent="0">
              <a:buNone/>
              <a:defRPr sz="1800"/>
            </a:pPr>
            <a:r>
              <a:rPr lang="en-CA" sz="2200" b="0" dirty="0"/>
              <a:t>The funding shock FORCES the asset sale, and the wide spread makes the sale ruinous</a:t>
            </a:r>
          </a:p>
          <a:p>
            <a:pPr marL="0" indent="0">
              <a:buNone/>
              <a:defRPr sz="1800"/>
            </a:pPr>
            <a:r>
              <a:rPr lang="en-CA" sz="2200" b="0" dirty="0"/>
              <a:t>The two risks feed each other: this is the liquidity spiral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838200" y="365125"/>
            <a:ext cx="9753600" cy="1325563"/>
          </a:xfrm>
        </p:spPr>
        <p:txBody>
          <a:bodyPr>
            <a:normAutofit/>
          </a:bodyPr>
          <a:lstStyle/>
          <a:p>
            <a:pPr algn="ctr" eaLnBrk="1" hangingPunct="1"/>
            <a:r>
              <a:rPr lang="en-US" altLang="en-US" sz="3200" b="1" dirty="0">
                <a:latin typeface="Arial" panose="020B0604020202020204" pitchFamily="34" charset="0"/>
                <a:cs typeface="Arial" panose="020B0604020202020204" pitchFamily="34" charset="0"/>
              </a:rPr>
              <a:t>Bid-Offer Spread As a Function of Quantity</a:t>
            </a:r>
          </a:p>
        </p:txBody>
      </p:sp>
      <p:sp>
        <p:nvSpPr>
          <p:cNvPr id="9" name="Arc 8"/>
          <p:cNvSpPr/>
          <p:nvPr/>
        </p:nvSpPr>
        <p:spPr bwMode="auto">
          <a:xfrm>
            <a:off x="-619125" y="3789362"/>
            <a:ext cx="8001000" cy="935038"/>
          </a:xfrm>
          <a:prstGeom prst="arc">
            <a:avLst>
              <a:gd name="adj1" fmla="val 15709114"/>
              <a:gd name="adj2" fmla="val 21511563"/>
            </a:avLst>
          </a:prstGeom>
          <a:solidFill>
            <a:schemeClr val="bg1"/>
          </a:solidFill>
          <a:ln w="12700" cap="flat" cmpd="sng" algn="ctr">
            <a:solidFill>
              <a:schemeClr val="tx1"/>
            </a:solidFill>
            <a:prstDash val="solid"/>
            <a:round/>
            <a:headEnd type="none" w="sm" len="sm"/>
            <a:tailEnd type="none" w="sm" len="sm"/>
          </a:ln>
          <a:effectLst/>
        </p:spPr>
        <p:txBody>
          <a:bodyPr lIns="92075" tIns="46038" rIns="92075" bIns="46038">
            <a:spAutoFit/>
          </a:bodyPr>
          <a:lstStyle/>
          <a:p>
            <a:pPr algn="ctr" eaLnBrk="1" hangingPunct="1">
              <a:defRPr/>
            </a:pPr>
            <a:endParaRPr lang="en-US" dirty="0">
              <a:latin typeface="Arial" charset="0"/>
            </a:endParaRPr>
          </a:p>
        </p:txBody>
      </p:sp>
      <p:sp>
        <p:nvSpPr>
          <p:cNvPr id="10" name="Arc 9"/>
          <p:cNvSpPr/>
          <p:nvPr/>
        </p:nvSpPr>
        <p:spPr bwMode="auto">
          <a:xfrm flipV="1">
            <a:off x="-619125" y="2071689"/>
            <a:ext cx="8001000" cy="935037"/>
          </a:xfrm>
          <a:prstGeom prst="arc">
            <a:avLst>
              <a:gd name="adj1" fmla="val 15709114"/>
              <a:gd name="adj2" fmla="val 21511563"/>
            </a:avLst>
          </a:prstGeom>
          <a:solidFill>
            <a:schemeClr val="bg1"/>
          </a:solidFill>
          <a:ln w="12700" cap="flat" cmpd="sng" algn="ctr">
            <a:solidFill>
              <a:schemeClr val="tx1"/>
            </a:solidFill>
            <a:prstDash val="solid"/>
            <a:round/>
            <a:headEnd type="none" w="sm" len="sm"/>
            <a:tailEnd type="none" w="sm" len="sm"/>
          </a:ln>
          <a:effectLst/>
        </p:spPr>
        <p:txBody>
          <a:bodyPr lIns="92075" tIns="46038" rIns="92075" bIns="46038">
            <a:spAutoFit/>
          </a:bodyPr>
          <a:lstStyle/>
          <a:p>
            <a:pPr algn="ctr" eaLnBrk="1" hangingPunct="1">
              <a:defRPr/>
            </a:pPr>
            <a:endParaRPr lang="en-US" dirty="0">
              <a:latin typeface="Arial" charset="0"/>
            </a:endParaRPr>
          </a:p>
        </p:txBody>
      </p:sp>
      <p:grpSp>
        <p:nvGrpSpPr>
          <p:cNvPr id="2" name="Group 1">
            <a:extLst>
              <a:ext uri="{FF2B5EF4-FFF2-40B4-BE49-F238E27FC236}">
                <a16:creationId xmlns:a16="http://schemas.microsoft.com/office/drawing/2014/main" id="{584F1CFC-BC6D-B3C8-11D5-6FFFDA45F42B}"/>
              </a:ext>
            </a:extLst>
          </p:cNvPr>
          <p:cNvGrpSpPr/>
          <p:nvPr/>
        </p:nvGrpSpPr>
        <p:grpSpPr>
          <a:xfrm>
            <a:off x="3308350" y="2214563"/>
            <a:ext cx="5683250" cy="3805237"/>
            <a:chOff x="3308350" y="2214563"/>
            <a:chExt cx="4930776" cy="2501900"/>
          </a:xfrm>
        </p:grpSpPr>
        <p:cxnSp>
          <p:nvCxnSpPr>
            <p:cNvPr id="16388" name="Straight Connector 5"/>
            <p:cNvCxnSpPr>
              <a:cxnSpLocks noChangeShapeType="1"/>
            </p:cNvCxnSpPr>
            <p:nvPr/>
          </p:nvCxnSpPr>
          <p:spPr bwMode="auto">
            <a:xfrm rot="5400000">
              <a:off x="2058194" y="3464719"/>
              <a:ext cx="2501900" cy="1588"/>
            </a:xfrm>
            <a:prstGeom prst="line">
              <a:avLst/>
            </a:prstGeom>
            <a:noFill/>
            <a:ln w="12700"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16389" name="Straight Connector 7"/>
            <p:cNvCxnSpPr>
              <a:cxnSpLocks noChangeShapeType="1"/>
            </p:cNvCxnSpPr>
            <p:nvPr/>
          </p:nvCxnSpPr>
          <p:spPr bwMode="auto">
            <a:xfrm flipV="1">
              <a:off x="3309939" y="4643439"/>
              <a:ext cx="4929187" cy="71437"/>
            </a:xfrm>
            <a:prstGeom prst="line">
              <a:avLst/>
            </a:prstGeom>
            <a:noFill/>
            <a:ln w="12700"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16392" name="TextBox 10"/>
            <p:cNvSpPr txBox="1">
              <a:spLocks noChangeArrowheads="1"/>
            </p:cNvSpPr>
            <p:nvPr/>
          </p:nvSpPr>
          <p:spPr bwMode="auto">
            <a:xfrm>
              <a:off x="4953001" y="2254219"/>
              <a:ext cx="10715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400" dirty="0"/>
                <a:t>Offer Price</a:t>
              </a:r>
            </a:p>
          </p:txBody>
        </p:sp>
        <p:sp>
          <p:nvSpPr>
            <p:cNvPr id="16393" name="TextBox 11"/>
            <p:cNvSpPr txBox="1">
              <a:spLocks noChangeArrowheads="1"/>
            </p:cNvSpPr>
            <p:nvPr/>
          </p:nvSpPr>
          <p:spPr bwMode="auto">
            <a:xfrm>
              <a:off x="4953001" y="3429001"/>
              <a:ext cx="10001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400"/>
                <a:t>Bid Price</a:t>
              </a:r>
            </a:p>
          </p:txBody>
        </p:sp>
        <p:sp>
          <p:nvSpPr>
            <p:cNvPr id="16394" name="TextBox 12"/>
            <p:cNvSpPr txBox="1">
              <a:spLocks noChangeArrowheads="1"/>
            </p:cNvSpPr>
            <p:nvPr/>
          </p:nvSpPr>
          <p:spPr bwMode="auto">
            <a:xfrm>
              <a:off x="7239000" y="4357689"/>
              <a:ext cx="9286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400"/>
                <a:t>Quantity</a:t>
              </a:r>
            </a:p>
          </p:txBody>
        </p:sp>
      </p:grpSp>
      <p:sp>
        <p:nvSpPr>
          <p:cNvPr id="16395" name="Slide Number Placeholder 1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4EF49C8-5B7D-42B2-AAC3-60B020635A7B}" type="slidenum">
              <a:rPr lang="en-US" altLang="en-US" sz="1800"/>
              <a:pPr>
                <a:spcBef>
                  <a:spcPct val="0"/>
                </a:spcBef>
                <a:buClrTx/>
                <a:buSzTx/>
                <a:buFontTx/>
                <a:buNone/>
              </a:pPr>
              <a:t>6</a:t>
            </a:fld>
            <a:endParaRPr lang="en-US" altLang="en-US"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1952625" y="0"/>
            <a:ext cx="7543800" cy="1295400"/>
          </a:xfrm>
        </p:spPr>
        <p:txBody>
          <a:bodyPr>
            <a:normAutofit/>
          </a:bodyPr>
          <a:lstStyle/>
          <a:p>
            <a:pPr algn="ctr" eaLnBrk="1" hangingPunct="1"/>
            <a:r>
              <a:rPr lang="en-US" altLang="en-US" sz="3200" b="1" dirty="0">
                <a:latin typeface="Arial" panose="020B0604020202020204" pitchFamily="34" charset="0"/>
                <a:cs typeface="Arial" panose="020B0604020202020204" pitchFamily="34" charset="0"/>
              </a:rPr>
              <a:t>Bid-Offer Spread</a:t>
            </a:r>
          </a:p>
        </p:txBody>
      </p:sp>
      <p:graphicFrame>
        <p:nvGraphicFramePr>
          <p:cNvPr id="17412" name="Content Placeholder 5"/>
          <p:cNvGraphicFramePr>
            <a:graphicFrameLocks noGrp="1" noChangeAspect="1"/>
          </p:cNvGraphicFramePr>
          <p:nvPr>
            <p:ph idx="1"/>
            <p:extLst>
              <p:ext uri="{D42A27DB-BD31-4B8C-83A1-F6EECF244321}">
                <p14:modId xmlns:p14="http://schemas.microsoft.com/office/powerpoint/2010/main" val="23947874"/>
              </p:ext>
            </p:extLst>
          </p:nvPr>
        </p:nvGraphicFramePr>
        <p:xfrm>
          <a:off x="1985577" y="1311876"/>
          <a:ext cx="6625024" cy="4680397"/>
        </p:xfrm>
        <a:graphic>
          <a:graphicData uri="http://schemas.openxmlformats.org/presentationml/2006/ole">
            <mc:AlternateContent xmlns:mc="http://schemas.openxmlformats.org/markup-compatibility/2006">
              <mc:Choice xmlns:v="urn:schemas-microsoft-com:vml" Requires="v">
                <p:oleObj name="Equation" r:id="rId3" imgW="3581400" imgH="2476500" progId="Equation.3">
                  <p:embed/>
                </p:oleObj>
              </mc:Choice>
              <mc:Fallback>
                <p:oleObj name="Equation" r:id="rId3" imgW="3581400" imgH="2476500" progId="Equation.3">
                  <p:embed/>
                  <p:pic>
                    <p:nvPicPr>
                      <p:cNvPr id="17412" name="Content Placeholder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5577" y="1311876"/>
                        <a:ext cx="6625024" cy="4680397"/>
                      </a:xfrm>
                      <a:prstGeom prst="rect">
                        <a:avLst/>
                      </a:prstGeom>
                      <a:noFill/>
                      <a:ln>
                        <a:noFill/>
                      </a:ln>
                    </p:spPr>
                  </p:pic>
                </p:oleObj>
              </mc:Fallback>
            </mc:AlternateContent>
          </a:graphicData>
        </a:graphic>
      </p:graphicFrame>
      <p:sp>
        <p:nvSpPr>
          <p:cNvPr id="1741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BD9909D-CC38-4968-98E4-586C815DD12A}" type="slidenum">
              <a:rPr lang="en-US" altLang="en-US" sz="1800"/>
              <a:pPr>
                <a:spcBef>
                  <a:spcPct val="0"/>
                </a:spcBef>
                <a:buClrTx/>
                <a:buSzTx/>
                <a:buFontTx/>
                <a:buNone/>
              </a:pPr>
              <a:t>7</a:t>
            </a:fld>
            <a:endParaRPr lang="en-US" altLang="en-US"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normAutofit/>
          </a:bodyPr>
          <a:lstStyle/>
          <a:p>
            <a:pPr algn="ctr" eaLnBrk="1" hangingPunct="1"/>
            <a:r>
              <a:rPr lang="en-US" altLang="en-US" sz="3200" b="1" dirty="0">
                <a:latin typeface="Arial" panose="020B0604020202020204" pitchFamily="34" charset="0"/>
                <a:cs typeface="Arial" panose="020B0604020202020204" pitchFamily="34" charset="0"/>
              </a:rPr>
              <a:t>Cost of Liquidation in Stressed Markets</a:t>
            </a:r>
          </a:p>
        </p:txBody>
      </p:sp>
      <p:graphicFrame>
        <p:nvGraphicFramePr>
          <p:cNvPr id="18436" name="Object 2"/>
          <p:cNvGraphicFramePr>
            <a:graphicFrameLocks noChangeAspect="1"/>
          </p:cNvGraphicFramePr>
          <p:nvPr>
            <p:extLst>
              <p:ext uri="{D42A27DB-BD31-4B8C-83A1-F6EECF244321}">
                <p14:modId xmlns:p14="http://schemas.microsoft.com/office/powerpoint/2010/main" val="1792454745"/>
              </p:ext>
            </p:extLst>
          </p:nvPr>
        </p:nvGraphicFramePr>
        <p:xfrm>
          <a:off x="2214564" y="1857374"/>
          <a:ext cx="8951840" cy="3019425"/>
        </p:xfrm>
        <a:graphic>
          <a:graphicData uri="http://schemas.openxmlformats.org/presentationml/2006/ole">
            <mc:AlternateContent xmlns:mc="http://schemas.openxmlformats.org/markup-compatibility/2006">
              <mc:Choice xmlns:v="urn:schemas-microsoft-com:vml" Requires="v">
                <p:oleObj name="Equation" r:id="rId3" imgW="3238500" imgH="1092200" progId="Equation.3">
                  <p:embed/>
                </p:oleObj>
              </mc:Choice>
              <mc:Fallback>
                <p:oleObj name="Equation" r:id="rId3" imgW="3238500" imgH="1092200" progId="Equation.3">
                  <p:embed/>
                  <p:pic>
                    <p:nvPicPr>
                      <p:cNvPr id="1843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4564" y="1857374"/>
                        <a:ext cx="8951840" cy="3019425"/>
                      </a:xfrm>
                      <a:prstGeom prst="rect">
                        <a:avLst/>
                      </a:prstGeom>
                      <a:noFill/>
                      <a:ln>
                        <a:noFill/>
                      </a:ln>
                    </p:spPr>
                  </p:pic>
                </p:oleObj>
              </mc:Fallback>
            </mc:AlternateContent>
          </a:graphicData>
        </a:graphic>
      </p:graphicFrame>
      <p:sp>
        <p:nvSpPr>
          <p:cNvPr id="1843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A3BAF747-8A5B-40AB-849E-709714C41457}" type="slidenum">
              <a:rPr lang="en-US" altLang="en-US" sz="1800"/>
              <a:pPr>
                <a:spcBef>
                  <a:spcPct val="0"/>
                </a:spcBef>
                <a:buClrTx/>
                <a:buSzTx/>
                <a:buFontTx/>
                <a:buNone/>
              </a:pPr>
              <a:t>8</a:t>
            </a:fld>
            <a:endParaRPr lang="en-US" altLang="en-US" sz="1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1881188" y="214313"/>
            <a:ext cx="7543800" cy="1295400"/>
          </a:xfrm>
        </p:spPr>
        <p:txBody>
          <a:bodyPr>
            <a:normAutofit/>
          </a:bodyPr>
          <a:lstStyle/>
          <a:p>
            <a:pPr algn="ctr" eaLnBrk="1" hangingPunct="1"/>
            <a:r>
              <a:rPr lang="en-US" altLang="en-US" sz="3200" b="1" dirty="0">
                <a:latin typeface="Arial" panose="020B0604020202020204" pitchFamily="34" charset="0"/>
                <a:cs typeface="Arial" panose="020B0604020202020204" pitchFamily="34" charset="0"/>
              </a:rPr>
              <a:t>Liquidity-Adjusted </a:t>
            </a:r>
            <a:r>
              <a:rPr lang="en-US" altLang="en-US" sz="3200" b="1" dirty="0" err="1">
                <a:latin typeface="Arial" panose="020B0604020202020204" pitchFamily="34" charset="0"/>
                <a:cs typeface="Arial" panose="020B0604020202020204" pitchFamily="34" charset="0"/>
              </a:rPr>
              <a:t>VaR</a:t>
            </a:r>
            <a:endParaRPr lang="en-US" altLang="en-US" sz="3200" b="1" dirty="0">
              <a:latin typeface="Arial" panose="020B0604020202020204" pitchFamily="34" charset="0"/>
              <a:cs typeface="Arial" panose="020B0604020202020204" pitchFamily="34" charset="0"/>
            </a:endParaRPr>
          </a:p>
        </p:txBody>
      </p:sp>
      <p:graphicFrame>
        <p:nvGraphicFramePr>
          <p:cNvPr id="19460" name="Object 2"/>
          <p:cNvGraphicFramePr>
            <a:graphicFrameLocks noChangeAspect="1"/>
          </p:cNvGraphicFramePr>
          <p:nvPr/>
        </p:nvGraphicFramePr>
        <p:xfrm>
          <a:off x="2601913" y="2428875"/>
          <a:ext cx="7239000" cy="2071688"/>
        </p:xfrm>
        <a:graphic>
          <a:graphicData uri="http://schemas.openxmlformats.org/presentationml/2006/ole">
            <mc:AlternateContent xmlns:mc="http://schemas.openxmlformats.org/markup-compatibility/2006">
              <mc:Choice xmlns:v="urn:schemas-microsoft-com:vml" Requires="v">
                <p:oleObj name="Equation" r:id="rId3" imgW="3860800" imgH="1104900" progId="Equation.3">
                  <p:embed/>
                </p:oleObj>
              </mc:Choice>
              <mc:Fallback>
                <p:oleObj name="Equation" r:id="rId3" imgW="3860800" imgH="1104900" progId="Equation.3">
                  <p:embed/>
                  <p:pic>
                    <p:nvPicPr>
                      <p:cNvPr id="1946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1913" y="2428875"/>
                        <a:ext cx="7239000" cy="2071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937DD8A-0928-4555-A529-EC2FB6E26D90}" type="slidenum">
              <a:rPr lang="en-US" altLang="en-US" sz="1800"/>
              <a:pPr>
                <a:spcBef>
                  <a:spcPct val="0"/>
                </a:spcBef>
                <a:buClrTx/>
                <a:buSzTx/>
                <a:buFontTx/>
                <a:buNone/>
              </a:pPr>
              <a:t>9</a:t>
            </a:fld>
            <a:endParaRPr lang="en-US" altLang="en-US" sz="1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Worked Example: Liquidity-Adjusted VaR</a:t>
            </a:r>
            <a:endParaRPr b="1" dirty="0">
              <a:latin typeface="Arial" panose="020B0604020202020204" pitchFamily="34" charset="0"/>
              <a:cs typeface="Arial" panose="020B0604020202020204" pitchFamily="34" charset="0"/>
            </a:endParaRPr>
          </a:p>
        </p:txBody>
      </p:sp>
      <p:sp>
        <p:nvSpPr>
          <p:cNvPr id="7028" name="Content Placeholder"/>
          <p:cNvSpPr>
            <a:spLocks noGrp="1"/>
          </p:cNvSpPr>
          <p:nvPr>
            <p:ph sz="half" idx="2"/>
          </p:nvPr>
        </p:nvSpPr>
        <p:spPr>
          <a:xfrm>
            <a:off x="1295401" y="1535723"/>
            <a:ext cx="9525000" cy="4501661"/>
          </a:xfrm>
        </p:spPr>
        <p:txBody>
          <a:bodyPr wrap="square">
            <a:noAutofit/>
          </a:bodyPr>
          <a:lstStyle/>
          <a:p>
            <a:pPr marL="0" indent="0">
              <a:buNone/>
              <a:defRPr sz="1800"/>
            </a:pPr>
            <a:r>
              <a:rPr lang="en-CA" sz="2200" b="1" dirty="0"/>
              <a:t>The position</a:t>
            </a:r>
          </a:p>
          <a:p>
            <a:pPr marL="0" indent="0">
              <a:buNone/>
              <a:defRPr sz="1800"/>
            </a:pPr>
            <a:r>
              <a:rPr lang="en-CA" sz="2200" b="0" dirty="0"/>
              <a:t>$1,000,000 in a stock; daily volatility sigma = 2.0%; bid-ask spread S = 0.40%</a:t>
            </a:r>
          </a:p>
          <a:p>
            <a:pPr marL="0" indent="0">
              <a:buNone/>
              <a:defRPr sz="1800"/>
            </a:pPr>
            <a:r>
              <a:rPr lang="en-CA" sz="2200" b="1" dirty="0"/>
              <a:t>Step 1: parametric 99% 1-day VaR</a:t>
            </a:r>
          </a:p>
          <a:p>
            <a:pPr marL="0" indent="0">
              <a:buNone/>
              <a:defRPr sz="1800"/>
            </a:pPr>
            <a:r>
              <a:rPr lang="en-CA" sz="2200" b="0" dirty="0"/>
              <a:t>VaR = V x z x sigma = 1,000,000 x 2.326 x 0.020 = $46,520</a:t>
            </a:r>
          </a:p>
          <a:p>
            <a:pPr marL="0" indent="0">
              <a:buNone/>
              <a:defRPr sz="1800"/>
            </a:pPr>
            <a:r>
              <a:rPr lang="en-CA" sz="2200" b="1" dirty="0"/>
              <a:t>Step 2: liquidity cost (the half-spread)</a:t>
            </a:r>
          </a:p>
          <a:p>
            <a:pPr marL="0" indent="0">
              <a:buNone/>
              <a:defRPr sz="1800"/>
            </a:pPr>
            <a:r>
              <a:rPr lang="en-CA" sz="2200" b="0" dirty="0"/>
              <a:t>LC = 1/2 x V x S = 0.5 x 1,000,000 x 0.0040 = $2,000</a:t>
            </a:r>
          </a:p>
          <a:p>
            <a:pPr marL="0" indent="0">
              <a:buNone/>
              <a:defRPr sz="1800"/>
            </a:pPr>
            <a:r>
              <a:rPr lang="en-CA" sz="2200" b="1" dirty="0"/>
              <a:t>Step 3: LVaR = VaR + LC</a:t>
            </a:r>
          </a:p>
          <a:p>
            <a:pPr marL="0" indent="0">
              <a:buNone/>
              <a:defRPr sz="1800"/>
            </a:pPr>
            <a:r>
              <a:rPr lang="en-CA" sz="2200" b="0" dirty="0"/>
              <a:t>LVaR = 46,520 + 2,000 = $48,520</a:t>
            </a:r>
          </a:p>
          <a:p>
            <a:pPr marL="0" indent="0">
              <a:buNone/>
              <a:defRPr sz="1800"/>
            </a:pPr>
            <a:r>
              <a:rPr lang="en-CA" sz="2200" b="1" dirty="0"/>
              <a:t>Interpretation</a:t>
            </a:r>
          </a:p>
          <a:p>
            <a:pPr marL="0" indent="0">
              <a:buNone/>
              <a:defRPr sz="1800"/>
            </a:pPr>
            <a:r>
              <a:rPr lang="en-CA" sz="2200" b="0" dirty="0"/>
              <a:t>Liquidity adds about 4% here (LC/VaR = 4.3%)</a:t>
            </a:r>
          </a:p>
          <a:p>
            <a:pPr marL="0" indent="0">
              <a:buNone/>
              <a:defRPr sz="1800"/>
            </a:pPr>
            <a:r>
              <a:rPr lang="en-CA" sz="2200" b="0" dirty="0"/>
              <a:t>In a crisis a 2% spread makes LC = $10,000, over 20% of VaR</a:t>
            </a:r>
          </a:p>
        </p:txBody>
      </p:sp>
    </p:spTree>
    <p:extLst>
      <p:ext uri="{BB962C8B-B14F-4D97-AF65-F5344CB8AC3E}">
        <p14:creationId xmlns:p14="http://schemas.microsoft.com/office/powerpoint/2010/main" val="2258370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normAutofit/>
          </a:bodyPr>
          <a:lstStyle/>
          <a:p>
            <a:pPr algn="ctr" eaLnBrk="1" hangingPunct="1"/>
            <a:r>
              <a:rPr lang="en-US" altLang="en-US" sz="3200" b="1" dirty="0">
                <a:latin typeface="Arial" panose="020B0604020202020204" pitchFamily="34" charset="0"/>
                <a:cs typeface="Arial" panose="020B0604020202020204" pitchFamily="34" charset="0"/>
              </a:rPr>
              <a:t>Unwinding a Position Optimally</a:t>
            </a:r>
          </a:p>
        </p:txBody>
      </p:sp>
      <p:sp>
        <p:nvSpPr>
          <p:cNvPr id="3" name="Content Placeholder 2"/>
          <p:cNvSpPr>
            <a:spLocks noGrp="1"/>
          </p:cNvSpPr>
          <p:nvPr>
            <p:ph idx="1"/>
          </p:nvPr>
        </p:nvSpPr>
        <p:spPr>
          <a:xfrm>
            <a:off x="1981200" y="1719263"/>
            <a:ext cx="8686800" cy="4411662"/>
          </a:xfrm>
        </p:spPr>
        <p:txBody>
          <a:bodyPr/>
          <a:lstStyle/>
          <a:p>
            <a:pPr eaLnBrk="1" hangingPunct="1">
              <a:defRPr/>
            </a:pPr>
            <a:r>
              <a:rPr lang="en-US" dirty="0"/>
              <a:t>Suppose dollar bid-offer spread as a function of units traded is </a:t>
            </a:r>
            <a:r>
              <a:rPr lang="en-US" i="1" dirty="0">
                <a:latin typeface="+mj-lt"/>
              </a:rPr>
              <a:t>p</a:t>
            </a:r>
            <a:r>
              <a:rPr lang="en-US" dirty="0">
                <a:latin typeface="+mj-lt"/>
              </a:rPr>
              <a:t>(</a:t>
            </a:r>
            <a:r>
              <a:rPr lang="en-US" i="1" dirty="0">
                <a:latin typeface="+mj-lt"/>
              </a:rPr>
              <a:t>q</a:t>
            </a:r>
            <a:r>
              <a:rPr lang="en-US" dirty="0">
                <a:latin typeface="+mj-lt"/>
              </a:rPr>
              <a:t>)</a:t>
            </a:r>
          </a:p>
          <a:p>
            <a:pPr eaLnBrk="1" hangingPunct="1">
              <a:defRPr/>
            </a:pPr>
            <a:r>
              <a:rPr lang="en-US" dirty="0"/>
              <a:t>Suppose standard deviation of mid-market price changes per day is </a:t>
            </a:r>
            <a:r>
              <a:rPr lang="en-US" dirty="0">
                <a:latin typeface="Symbol" pitchFamily="18" charset="2"/>
              </a:rPr>
              <a:t>s</a:t>
            </a:r>
            <a:r>
              <a:rPr lang="en-US" dirty="0"/>
              <a:t> </a:t>
            </a:r>
          </a:p>
          <a:p>
            <a:pPr eaLnBrk="1" hangingPunct="1">
              <a:defRPr/>
            </a:pPr>
            <a:r>
              <a:rPr lang="en-US" dirty="0"/>
              <a:t>Suppose that </a:t>
            </a:r>
            <a:r>
              <a:rPr lang="en-US" i="1" dirty="0">
                <a:latin typeface="+mj-lt"/>
              </a:rPr>
              <a:t>q</a:t>
            </a:r>
            <a:r>
              <a:rPr lang="en-US" i="1" baseline="-25000" dirty="0">
                <a:latin typeface="+mj-lt"/>
              </a:rPr>
              <a:t>i</a:t>
            </a:r>
            <a:r>
              <a:rPr lang="en-US" dirty="0"/>
              <a:t> is amount traded on day </a:t>
            </a:r>
            <a:r>
              <a:rPr lang="en-US" i="1" dirty="0">
                <a:latin typeface="+mj-lt"/>
              </a:rPr>
              <a:t>i</a:t>
            </a:r>
            <a:r>
              <a:rPr lang="en-US" dirty="0"/>
              <a:t> and </a:t>
            </a:r>
            <a:r>
              <a:rPr lang="en-US" i="1" dirty="0">
                <a:latin typeface="+mj-lt"/>
              </a:rPr>
              <a:t>x</a:t>
            </a:r>
            <a:r>
              <a:rPr lang="en-US" i="1" baseline="-25000" dirty="0">
                <a:latin typeface="+mj-lt"/>
              </a:rPr>
              <a:t>i</a:t>
            </a:r>
            <a:r>
              <a:rPr lang="en-US" dirty="0"/>
              <a:t> is amount held on day </a:t>
            </a:r>
            <a:r>
              <a:rPr lang="en-US" i="1" dirty="0">
                <a:latin typeface="+mj-lt"/>
              </a:rPr>
              <a:t>i </a:t>
            </a:r>
            <a:r>
              <a:rPr lang="en-US" dirty="0">
                <a:latin typeface="+mj-lt"/>
              </a:rPr>
              <a:t>(</a:t>
            </a:r>
            <a:r>
              <a:rPr lang="en-US" i="1" dirty="0">
                <a:latin typeface="+mj-lt"/>
              </a:rPr>
              <a:t>x</a:t>
            </a:r>
            <a:r>
              <a:rPr lang="en-US" i="1" baseline="-25000" dirty="0">
                <a:latin typeface="+mj-lt"/>
              </a:rPr>
              <a:t>i </a:t>
            </a:r>
            <a:r>
              <a:rPr lang="en-US" dirty="0">
                <a:latin typeface="+mj-lt"/>
              </a:rPr>
              <a:t>= </a:t>
            </a:r>
            <a:r>
              <a:rPr lang="en-US" i="1" dirty="0">
                <a:latin typeface="+mj-lt"/>
              </a:rPr>
              <a:t>x</a:t>
            </a:r>
            <a:r>
              <a:rPr lang="en-US" i="1" baseline="-25000" dirty="0">
                <a:latin typeface="+mj-lt"/>
              </a:rPr>
              <a:t>i</a:t>
            </a:r>
            <a:r>
              <a:rPr lang="en-US" baseline="-25000" dirty="0">
                <a:latin typeface="+mj-lt"/>
              </a:rPr>
              <a:t>-1</a:t>
            </a:r>
            <a:r>
              <a:rPr lang="en-US" dirty="0">
                <a:latin typeface="+mj-lt"/>
              </a:rPr>
              <a:t>−</a:t>
            </a:r>
            <a:r>
              <a:rPr lang="en-US" i="1" dirty="0">
                <a:latin typeface="+mj-lt"/>
              </a:rPr>
              <a:t>q</a:t>
            </a:r>
            <a:r>
              <a:rPr lang="en-US" i="1" baseline="-25000" dirty="0">
                <a:latin typeface="+mj-lt"/>
              </a:rPr>
              <a:t>i</a:t>
            </a:r>
            <a:r>
              <a:rPr lang="en-US" dirty="0">
                <a:latin typeface="+mj-lt"/>
              </a:rPr>
              <a:t>)</a:t>
            </a:r>
            <a:endParaRPr lang="en-US" i="1" dirty="0">
              <a:latin typeface="+mj-lt"/>
            </a:endParaRPr>
          </a:p>
          <a:p>
            <a:pPr eaLnBrk="1" hangingPunct="1">
              <a:defRPr/>
            </a:pPr>
            <a:r>
              <a:rPr lang="en-US" dirty="0"/>
              <a:t>Trader’s objective might be to choose the</a:t>
            </a:r>
            <a:r>
              <a:rPr lang="en-US" i="1" dirty="0">
                <a:latin typeface="+mj-lt"/>
              </a:rPr>
              <a:t> q</a:t>
            </a:r>
            <a:r>
              <a:rPr lang="en-US" i="1" baseline="-25000" dirty="0">
                <a:latin typeface="+mj-lt"/>
              </a:rPr>
              <a:t>i</a:t>
            </a:r>
            <a:r>
              <a:rPr lang="en-US" dirty="0"/>
              <a:t> to minimize</a:t>
            </a:r>
          </a:p>
          <a:p>
            <a:pPr eaLnBrk="1" hangingPunct="1">
              <a:defRPr/>
            </a:pPr>
            <a:endParaRPr lang="en-US" dirty="0"/>
          </a:p>
          <a:p>
            <a:pPr eaLnBrk="1" hangingPunct="1">
              <a:buFont typeface="Wingdings" panose="05000000000000000000" pitchFamily="2" charset="2"/>
              <a:buNone/>
              <a:defRPr/>
            </a:pPr>
            <a:endParaRPr lang="en-US" i="1" dirty="0">
              <a:latin typeface="+mj-lt"/>
            </a:endParaRPr>
          </a:p>
        </p:txBody>
      </p:sp>
      <p:graphicFrame>
        <p:nvGraphicFramePr>
          <p:cNvPr id="20485" name="Object 2"/>
          <p:cNvGraphicFramePr>
            <a:graphicFrameLocks noChangeAspect="1"/>
          </p:cNvGraphicFramePr>
          <p:nvPr/>
        </p:nvGraphicFramePr>
        <p:xfrm>
          <a:off x="4502151" y="5429250"/>
          <a:ext cx="2828925" cy="717550"/>
        </p:xfrm>
        <a:graphic>
          <a:graphicData uri="http://schemas.openxmlformats.org/presentationml/2006/ole">
            <mc:AlternateContent xmlns:mc="http://schemas.openxmlformats.org/markup-compatibility/2006">
              <mc:Choice xmlns:v="urn:schemas-microsoft-com:vml" Requires="v">
                <p:oleObj name="Equation" r:id="rId3" imgW="1701800" imgH="431800" progId="Equation.3">
                  <p:embed/>
                </p:oleObj>
              </mc:Choice>
              <mc:Fallback>
                <p:oleObj name="Equation" r:id="rId3" imgW="1701800" imgH="431800" progId="Equation.3">
                  <p:embed/>
                  <p:pic>
                    <p:nvPicPr>
                      <p:cNvPr id="20485"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2151" y="5429250"/>
                        <a:ext cx="2828925" cy="717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6"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33B50F53-2208-450D-8CEC-C3C825A0E6AA}" type="slidenum">
              <a:rPr lang="en-US" altLang="en-US" sz="1800"/>
              <a:pPr>
                <a:spcBef>
                  <a:spcPct val="0"/>
                </a:spcBef>
                <a:buClrTx/>
                <a:buSzTx/>
                <a:buFontTx/>
                <a:buNone/>
              </a:pPr>
              <a:t>11</a:t>
            </a:fld>
            <a:endParaRPr lang="en-US" altLang="en-US"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normAutofit/>
          </a:bodyPr>
          <a:lstStyle/>
          <a:p>
            <a:pPr algn="ctr" eaLnBrk="1" hangingPunct="1"/>
            <a:r>
              <a:rPr lang="en-US" altLang="en-US" sz="3200" b="1" dirty="0">
                <a:latin typeface="Arial" panose="020B0604020202020204" pitchFamily="34" charset="0"/>
                <a:cs typeface="Arial" panose="020B0604020202020204" pitchFamily="34" charset="0"/>
              </a:rPr>
              <a:t>Unwinding a Position Example</a:t>
            </a:r>
          </a:p>
        </p:txBody>
      </p:sp>
      <p:sp>
        <p:nvSpPr>
          <p:cNvPr id="3" name="Content Placeholder 2"/>
          <p:cNvSpPr>
            <a:spLocks noGrp="1"/>
          </p:cNvSpPr>
          <p:nvPr>
            <p:ph idx="1"/>
          </p:nvPr>
        </p:nvSpPr>
        <p:spPr/>
        <p:txBody>
          <a:bodyPr/>
          <a:lstStyle/>
          <a:p>
            <a:pPr eaLnBrk="1" hangingPunct="1">
              <a:defRPr/>
            </a:pPr>
            <a:r>
              <a:rPr lang="en-US" dirty="0"/>
              <a:t>A trader wishes to unwind a position in 100 million units over 5 days</a:t>
            </a:r>
          </a:p>
          <a:p>
            <a:pPr eaLnBrk="1" hangingPunct="1">
              <a:defRPr/>
            </a:pPr>
            <a:r>
              <a:rPr lang="en-US" i="1" dirty="0">
                <a:latin typeface="+mj-lt"/>
              </a:rPr>
              <a:t>p</a:t>
            </a:r>
            <a:r>
              <a:rPr lang="en-US" dirty="0">
                <a:latin typeface="+mj-lt"/>
              </a:rPr>
              <a:t>(</a:t>
            </a:r>
            <a:r>
              <a:rPr lang="en-US" i="1" dirty="0">
                <a:latin typeface="+mj-lt"/>
              </a:rPr>
              <a:t>q</a:t>
            </a:r>
            <a:r>
              <a:rPr lang="en-US" dirty="0">
                <a:latin typeface="+mj-lt"/>
              </a:rPr>
              <a:t>) = </a:t>
            </a:r>
            <a:r>
              <a:rPr lang="en-US" i="1" dirty="0">
                <a:latin typeface="+mj-lt"/>
              </a:rPr>
              <a:t>a</a:t>
            </a:r>
            <a:r>
              <a:rPr lang="en-US" dirty="0">
                <a:latin typeface="+mj-lt"/>
              </a:rPr>
              <a:t>+</a:t>
            </a:r>
            <a:r>
              <a:rPr lang="en-US" i="1" dirty="0">
                <a:latin typeface="+mj-lt"/>
              </a:rPr>
              <a:t>be</a:t>
            </a:r>
            <a:r>
              <a:rPr lang="en-US" i="1" baseline="30000" dirty="0">
                <a:latin typeface="+mj-lt"/>
              </a:rPr>
              <a:t>cq </a:t>
            </a:r>
            <a:r>
              <a:rPr lang="en-US" i="1" dirty="0">
                <a:latin typeface="+mj-lt"/>
              </a:rPr>
              <a:t>  </a:t>
            </a:r>
            <a:r>
              <a:rPr lang="en-US" dirty="0"/>
              <a:t>with </a:t>
            </a:r>
            <a:r>
              <a:rPr lang="en-US" i="1" dirty="0">
                <a:latin typeface="+mj-lt"/>
              </a:rPr>
              <a:t>a </a:t>
            </a:r>
            <a:r>
              <a:rPr lang="en-US" dirty="0">
                <a:latin typeface="+mj-lt"/>
              </a:rPr>
              <a:t>= 0.1, </a:t>
            </a:r>
            <a:r>
              <a:rPr lang="en-US" i="1" dirty="0">
                <a:latin typeface="+mj-lt"/>
              </a:rPr>
              <a:t>b </a:t>
            </a:r>
            <a:r>
              <a:rPr lang="en-US" dirty="0">
                <a:latin typeface="+mj-lt"/>
              </a:rPr>
              <a:t>= 0.05,</a:t>
            </a:r>
            <a:r>
              <a:rPr lang="en-US" dirty="0"/>
              <a:t> and </a:t>
            </a:r>
            <a:r>
              <a:rPr lang="en-US" i="1" dirty="0">
                <a:latin typeface="+mj-lt"/>
              </a:rPr>
              <a:t>c</a:t>
            </a:r>
            <a:r>
              <a:rPr lang="en-US" dirty="0">
                <a:latin typeface="+mj-lt"/>
              </a:rPr>
              <a:t> = 0.03</a:t>
            </a:r>
          </a:p>
          <a:p>
            <a:pPr eaLnBrk="1" hangingPunct="1">
              <a:defRPr/>
            </a:pPr>
            <a:r>
              <a:rPr lang="en-US" i="1" dirty="0">
                <a:latin typeface="Symbol" pitchFamily="18" charset="2"/>
              </a:rPr>
              <a:t>s</a:t>
            </a:r>
            <a:r>
              <a:rPr lang="en-US" dirty="0">
                <a:latin typeface="+mj-lt"/>
              </a:rPr>
              <a:t> = 0.1</a:t>
            </a:r>
          </a:p>
          <a:p>
            <a:pPr eaLnBrk="1" hangingPunct="1">
              <a:defRPr/>
            </a:pPr>
            <a:r>
              <a:rPr lang="en-US" dirty="0"/>
              <a:t>With 95% confidence level the amounts that should be traded on successive days is 48.9, 30.0, 14.1, 5.1, and 1.9</a:t>
            </a:r>
          </a:p>
          <a:p>
            <a:pPr eaLnBrk="1" hangingPunct="1">
              <a:buFont typeface="Wingdings" panose="05000000000000000000" pitchFamily="2" charset="2"/>
              <a:buNone/>
              <a:defRPr/>
            </a:pPr>
            <a:endParaRPr lang="en-US" baseline="30000" dirty="0">
              <a:latin typeface="+mj-lt"/>
            </a:endParaRPr>
          </a:p>
          <a:p>
            <a:pPr eaLnBrk="1" hangingPunct="1">
              <a:defRPr/>
            </a:pPr>
            <a:endParaRPr lang="en-US" i="1" dirty="0">
              <a:latin typeface="+mj-lt"/>
            </a:endParaRPr>
          </a:p>
        </p:txBody>
      </p:sp>
      <p:sp>
        <p:nvSpPr>
          <p:cNvPr id="2150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F0236E7-0F80-4DA7-85FC-BA944DEB7A54}" type="slidenum">
              <a:rPr lang="en-US" altLang="en-US" sz="1800"/>
              <a:pPr>
                <a:spcBef>
                  <a:spcPct val="0"/>
                </a:spcBef>
                <a:buClrTx/>
                <a:buSzTx/>
                <a:buFontTx/>
                <a:buNone/>
              </a:pPr>
              <a:t>12</a:t>
            </a:fld>
            <a:endParaRPr lang="en-US" altLang="en-US" sz="1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0F4F3-6673-EF17-8FDB-56E7B5255AA1}"/>
            </a:ext>
          </a:extLst>
        </p:cNvPr>
        <p:cNvGrpSpPr/>
        <p:nvPr/>
      </p:nvGrpSpPr>
      <p:grpSpPr>
        <a:xfrm>
          <a:off x="0" y="0"/>
          <a:ext cx="0" cy="0"/>
          <a:chOff x="0" y="0"/>
          <a:chExt cx="0" cy="0"/>
        </a:xfrm>
      </p:grpSpPr>
      <p:sp>
        <p:nvSpPr>
          <p:cNvPr id="7027" name="Title">
            <a:extLst>
              <a:ext uri="{FF2B5EF4-FFF2-40B4-BE49-F238E27FC236}">
                <a16:creationId xmlns:a16="http://schemas.microsoft.com/office/drawing/2014/main" id="{CE2B3808-8472-2E81-A02C-1D39DD801AE8}"/>
              </a:ext>
            </a:extLst>
          </p:cNvPr>
          <p:cNvSpPr>
            <a:spLocks noGrp="1"/>
          </p:cNvSpPr>
          <p:nvPr>
            <p:ph type="title"/>
          </p:nvPr>
        </p:nvSpPr>
        <p:spPr/>
        <p:txBody>
          <a:bodyPr/>
          <a:lstStyle/>
          <a:p>
            <a:r>
              <a:rPr lang="en-CA" b="1" dirty="0">
                <a:latin typeface="Arial" panose="020B0604020202020204" pitchFamily="34" charset="0"/>
                <a:cs typeface="Arial" panose="020B0604020202020204" pitchFamily="34" charset="0"/>
              </a:rPr>
              <a:t>Worked Example: Days-to-Liquidate</a:t>
            </a:r>
            <a:endParaRPr b="1" dirty="0">
              <a:latin typeface="Arial" panose="020B0604020202020204" pitchFamily="34" charset="0"/>
              <a:cs typeface="Arial" panose="020B0604020202020204" pitchFamily="34" charset="0"/>
            </a:endParaRPr>
          </a:p>
        </p:txBody>
      </p:sp>
      <p:sp>
        <p:nvSpPr>
          <p:cNvPr id="7028" name="Content Placeholder">
            <a:extLst>
              <a:ext uri="{FF2B5EF4-FFF2-40B4-BE49-F238E27FC236}">
                <a16:creationId xmlns:a16="http://schemas.microsoft.com/office/drawing/2014/main" id="{2ACD7283-0527-8BEF-A24C-EA1B70B82FE7}"/>
              </a:ext>
            </a:extLst>
          </p:cNvPr>
          <p:cNvSpPr>
            <a:spLocks noGrp="1"/>
          </p:cNvSpPr>
          <p:nvPr>
            <p:ph sz="half" idx="2"/>
          </p:nvPr>
        </p:nvSpPr>
        <p:spPr>
          <a:xfrm>
            <a:off x="990600" y="1535723"/>
            <a:ext cx="10134600" cy="4501661"/>
          </a:xfrm>
        </p:spPr>
        <p:txBody>
          <a:bodyPr wrap="square">
            <a:noAutofit/>
          </a:bodyPr>
          <a:lstStyle/>
          <a:p>
            <a:pPr marL="0" indent="0">
              <a:buNone/>
              <a:defRPr sz="1800"/>
            </a:pPr>
            <a:r>
              <a:rPr lang="en-CA" sz="2200" b="1" dirty="0"/>
              <a:t>The block</a:t>
            </a:r>
          </a:p>
          <a:p>
            <a:pPr marL="0" indent="0">
              <a:buNone/>
              <a:defRPr sz="1800"/>
            </a:pPr>
            <a:r>
              <a:rPr lang="en-CA" sz="2200" b="0" dirty="0"/>
              <a:t>You must sell a $50M position in a stock that trades $25M/day on average (ADV)</a:t>
            </a:r>
          </a:p>
          <a:p>
            <a:pPr marL="0" indent="0">
              <a:buNone/>
              <a:defRPr sz="1800"/>
            </a:pPr>
            <a:r>
              <a:rPr lang="en-CA" sz="2200" b="0" dirty="0"/>
              <a:t>A prudent cap: trade at most 20% of daily volume</a:t>
            </a:r>
          </a:p>
          <a:p>
            <a:pPr marL="0" indent="0">
              <a:buNone/>
              <a:defRPr sz="1800"/>
            </a:pPr>
            <a:r>
              <a:rPr lang="en-CA" sz="2200" b="1" dirty="0"/>
              <a:t>Step 1: days-to-liquidate</a:t>
            </a:r>
          </a:p>
          <a:p>
            <a:pPr marL="0" indent="0">
              <a:buNone/>
              <a:defRPr sz="1800"/>
            </a:pPr>
            <a:r>
              <a:rPr lang="en-CA" sz="2200" b="0" dirty="0"/>
              <a:t>Max sold per day = 20% x $25M = $5M   -&gt;   T = $50M / $5M = 10 trading days</a:t>
            </a:r>
          </a:p>
          <a:p>
            <a:pPr marL="0" indent="0">
              <a:buNone/>
              <a:defRPr sz="1800"/>
            </a:pPr>
            <a:r>
              <a:rPr lang="en-CA" sz="2200" b="1" dirty="0"/>
              <a:t>Step 2: the trade-off</a:t>
            </a:r>
          </a:p>
          <a:p>
            <a:pPr marL="0" indent="0">
              <a:buNone/>
              <a:defRPr sz="1800"/>
            </a:pPr>
            <a:r>
              <a:rPr lang="en-CA" sz="2200" b="0" dirty="0"/>
              <a:t>Sell faster (higher participation): more market impact, worse fills</a:t>
            </a:r>
          </a:p>
          <a:p>
            <a:pPr marL="0" indent="0">
              <a:buNone/>
              <a:defRPr sz="1800"/>
            </a:pPr>
            <a:r>
              <a:rPr lang="en-CA" sz="2200" b="0" dirty="0"/>
              <a:t>Sell slower: less impact, but 10 days of price risk on the residual position</a:t>
            </a:r>
          </a:p>
          <a:p>
            <a:pPr marL="0" indent="0">
              <a:buNone/>
              <a:defRPr sz="1800"/>
            </a:pPr>
            <a:r>
              <a:rPr lang="en-CA" sz="2200" b="0" dirty="0"/>
              <a:t>Timing risk ~ sigma x sqrt(T/3): at sigma 3%/day, 3% x sqrt(10/3) = 5.5% of the block</a:t>
            </a:r>
          </a:p>
          <a:p>
            <a:pPr marL="0" indent="0">
              <a:buNone/>
              <a:defRPr sz="1800"/>
            </a:pPr>
            <a:r>
              <a:rPr lang="en-CA" sz="2200" b="1" dirty="0"/>
              <a:t>Takeaway</a:t>
            </a:r>
          </a:p>
          <a:p>
            <a:pPr marL="0" indent="0">
              <a:buNone/>
              <a:defRPr sz="1800"/>
            </a:pPr>
            <a:r>
              <a:rPr lang="en-CA" sz="2200" b="0" dirty="0"/>
              <a:t>A 0.3% half-spread ($150k) hides the real cost: about 5.5% ($2.75M) of timing risk over the exit</a:t>
            </a:r>
          </a:p>
        </p:txBody>
      </p:sp>
    </p:spTree>
    <p:extLst>
      <p:ext uri="{BB962C8B-B14F-4D97-AF65-F5344CB8AC3E}">
        <p14:creationId xmlns:p14="http://schemas.microsoft.com/office/powerpoint/2010/main" val="439614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normAutofit/>
          </a:bodyPr>
          <a:lstStyle/>
          <a:p>
            <a:pPr algn="ctr"/>
            <a:r>
              <a:rPr lang="en-CA" altLang="en-US" sz="3200" b="1" dirty="0">
                <a:latin typeface="Arial" panose="020B0604020202020204" pitchFamily="34" charset="0"/>
                <a:cs typeface="Arial" panose="020B0604020202020204" pitchFamily="34" charset="0"/>
              </a:rPr>
              <a:t>Other Measures of Trading Liquidity</a:t>
            </a:r>
            <a:endParaRPr lang="en-US" altLang="en-US" sz="3200" b="1" dirty="0">
              <a:latin typeface="Arial" panose="020B0604020202020204" pitchFamily="34" charset="0"/>
              <a:cs typeface="Arial" panose="020B0604020202020204" pitchFamily="34" charset="0"/>
            </a:endParaRPr>
          </a:p>
        </p:txBody>
      </p:sp>
      <p:sp>
        <p:nvSpPr>
          <p:cNvPr id="33795" name="Content Placeholder 2"/>
          <p:cNvSpPr>
            <a:spLocks noGrp="1"/>
          </p:cNvSpPr>
          <p:nvPr>
            <p:ph idx="1"/>
          </p:nvPr>
        </p:nvSpPr>
        <p:spPr/>
        <p:txBody>
          <a:bodyPr>
            <a:normAutofit/>
          </a:bodyPr>
          <a:lstStyle/>
          <a:p>
            <a:pPr>
              <a:defRPr/>
            </a:pPr>
            <a:r>
              <a:rPr lang="en-CA" altLang="en-US" sz="2400" dirty="0"/>
              <a:t>Volume of trading per day</a:t>
            </a:r>
          </a:p>
          <a:p>
            <a:pPr>
              <a:defRPr/>
            </a:pPr>
            <a:r>
              <a:rPr lang="en-CA" altLang="en-US" sz="2400" dirty="0"/>
              <a:t>Price impact of a trade</a:t>
            </a:r>
            <a:endParaRPr lang="en-US" altLang="en-US" sz="2400" dirty="0"/>
          </a:p>
          <a:p>
            <a:pPr>
              <a:defRPr/>
            </a:pPr>
            <a:r>
              <a:rPr lang="en-CA" altLang="en-US" sz="2400" dirty="0"/>
              <a:t>Absolute value of daily return divided by daily dollar volume (suggested by </a:t>
            </a:r>
            <a:r>
              <a:rPr lang="en-CA" altLang="en-US" sz="2400" dirty="0" err="1"/>
              <a:t>Amihud</a:t>
            </a:r>
            <a:r>
              <a:rPr lang="en-CA" altLang="en-US" sz="2400" dirty="0"/>
              <a:t> in 2002)</a:t>
            </a:r>
          </a:p>
          <a:p>
            <a:pPr marL="0" indent="0">
              <a:buNone/>
              <a:defRPr/>
            </a:pPr>
            <a:r>
              <a:rPr lang="en-CA" altLang="en-US" sz="2400" dirty="0"/>
              <a:t>Research shows that an asset’s expected return increases as its liquidity decreases</a:t>
            </a:r>
          </a:p>
        </p:txBody>
      </p:sp>
      <p:sp>
        <p:nvSpPr>
          <p:cNvPr id="2253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1C10136-6C68-46C5-9A92-7AC5AF39788D}" type="slidenum">
              <a:rPr lang="en-US" altLang="en-US"/>
              <a:pPr/>
              <a:t>14</a:t>
            </a:fld>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Amihud Illiquidity Ratio</a:t>
            </a:r>
            <a:endParaRPr b="1" dirty="0">
              <a:latin typeface="Arial" panose="020B0604020202020204" pitchFamily="34" charset="0"/>
              <a:cs typeface="Arial" panose="020B0604020202020204" pitchFamily="34" charset="0"/>
            </a:endParaRPr>
          </a:p>
        </p:txBody>
      </p:sp>
      <p:pic>
        <p:nvPicPr>
          <p:cNvPr id="7012" name="Picture 7011" descr="f_amihud_t.png"/>
          <p:cNvPicPr>
            <a:picLocks noChangeAspect="1"/>
          </p:cNvPicPr>
          <p:nvPr/>
        </p:nvPicPr>
        <p:blipFill>
          <a:blip r:embed="rId3"/>
          <a:stretch>
            <a:fillRect/>
          </a:stretch>
        </p:blipFill>
        <p:spPr>
          <a:xfrm>
            <a:off x="4467135" y="989731"/>
            <a:ext cx="2528025" cy="847344"/>
          </a:xfrm>
          <a:prstGeom prst="rect">
            <a:avLst/>
          </a:prstGeom>
        </p:spPr>
      </p:pic>
      <p:pic>
        <p:nvPicPr>
          <p:cNvPr id="7013" name="Picture 7012" descr="f_amihud_avg.png"/>
          <p:cNvPicPr>
            <a:picLocks noChangeAspect="1"/>
          </p:cNvPicPr>
          <p:nvPr/>
        </p:nvPicPr>
        <p:blipFill>
          <a:blip r:embed="rId4"/>
          <a:stretch>
            <a:fillRect/>
          </a:stretch>
        </p:blipFill>
        <p:spPr>
          <a:xfrm>
            <a:off x="4318831" y="1837075"/>
            <a:ext cx="3224969" cy="851261"/>
          </a:xfrm>
          <a:prstGeom prst="rect">
            <a:avLst/>
          </a:prstGeom>
        </p:spPr>
      </p:pic>
      <p:pic>
        <p:nvPicPr>
          <p:cNvPr id="7014" name="Picture 7013" descr="f_amihud_ret.png"/>
          <p:cNvPicPr>
            <a:picLocks noChangeAspect="1"/>
          </p:cNvPicPr>
          <p:nvPr/>
        </p:nvPicPr>
        <p:blipFill>
          <a:blip r:embed="rId5"/>
          <a:stretch>
            <a:fillRect/>
          </a:stretch>
        </p:blipFill>
        <p:spPr>
          <a:xfrm>
            <a:off x="3352625" y="2834640"/>
            <a:ext cx="5483701" cy="475488"/>
          </a:xfrm>
          <a:prstGeom prst="rect">
            <a:avLst/>
          </a:prstGeom>
        </p:spPr>
      </p:pic>
      <p:sp>
        <p:nvSpPr>
          <p:cNvPr id="2" name="Content Placeholder"/>
          <p:cNvSpPr>
            <a:spLocks noGrp="1"/>
          </p:cNvSpPr>
          <p:nvPr>
            <p:ph sz="half" idx="2"/>
          </p:nvPr>
        </p:nvSpPr>
        <p:spPr>
          <a:xfrm>
            <a:off x="420624" y="3511296"/>
            <a:ext cx="11347704" cy="2542032"/>
          </a:xfrm>
        </p:spPr>
        <p:txBody>
          <a:bodyPr wrap="square">
            <a:normAutofit fontScale="70000" lnSpcReduction="20000"/>
          </a:bodyPr>
          <a:lstStyle/>
          <a:p>
            <a:pPr marL="0" indent="0">
              <a:buNone/>
            </a:pPr>
            <a:r>
              <a:rPr lang="en-CA" b="1" dirty="0"/>
              <a:t>Interpretation</a:t>
            </a:r>
          </a:p>
          <a:p>
            <a:r>
              <a:rPr lang="en-CA" dirty="0"/>
              <a:t>R</a:t>
            </a:r>
            <a:r>
              <a:rPr lang="en-CA" baseline="-25000" dirty="0"/>
              <a:t>t</a:t>
            </a:r>
            <a:r>
              <a:rPr lang="en-CA" dirty="0"/>
              <a:t> is the daily log return on day t</a:t>
            </a:r>
          </a:p>
          <a:p>
            <a:r>
              <a:rPr lang="en-CA" dirty="0"/>
              <a:t>P</a:t>
            </a:r>
            <a:r>
              <a:rPr lang="en-CA" baseline="-25000" dirty="0"/>
              <a:t>t</a:t>
            </a:r>
            <a:r>
              <a:rPr lang="en-CA" dirty="0"/>
              <a:t> is the closing price on day t</a:t>
            </a:r>
          </a:p>
          <a:p>
            <a:r>
              <a:rPr lang="en-CA" dirty="0"/>
              <a:t>V</a:t>
            </a:r>
            <a:r>
              <a:rPr lang="en-CA" baseline="-25000" dirty="0"/>
              <a:t>t</a:t>
            </a:r>
            <a:r>
              <a:rPr lang="en-CA" dirty="0"/>
              <a:t> is the daily trading volume (shares) on day t</a:t>
            </a:r>
          </a:p>
          <a:p>
            <a:r>
              <a:rPr lang="en-CA" dirty="0"/>
              <a:t>P</a:t>
            </a:r>
            <a:r>
              <a:rPr lang="en-CA" baseline="-25000" dirty="0"/>
              <a:t>t</a:t>
            </a:r>
            <a:r>
              <a:rPr lang="en-CA" dirty="0"/>
              <a:t> times V</a:t>
            </a:r>
            <a:r>
              <a:rPr lang="en-CA" baseline="-25000" dirty="0"/>
              <a:t>t</a:t>
            </a:r>
            <a:r>
              <a:rPr lang="en-CA" dirty="0"/>
              <a:t> is dollar trading volume</a:t>
            </a:r>
          </a:p>
          <a:p>
            <a:r>
              <a:rPr lang="en-CA" dirty="0"/>
              <a:t>ILLIQ measures price impact per dollar: higher means less liquid</a:t>
            </a:r>
          </a:p>
          <a:p>
            <a:r>
              <a:rPr lang="en-CA" dirty="0"/>
              <a:t>Amihud (2002): ILLIQ predicts equity risk premia cross-sectionally</a:t>
            </a:r>
          </a:p>
          <a:p>
            <a:r>
              <a:rPr lang="en-CA" dirty="0"/>
              <a:t>Scale by one billion for readability (values are tiny for liquid assets)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Worked Example: Amihud Illiquidity Ratio</a:t>
            </a:r>
            <a:endParaRPr b="1" dirty="0">
              <a:latin typeface="Arial" panose="020B0604020202020204" pitchFamily="34" charset="0"/>
              <a:cs typeface="Arial" panose="020B0604020202020204" pitchFamily="34" charset="0"/>
            </a:endParaRPr>
          </a:p>
        </p:txBody>
      </p:sp>
      <p:sp>
        <p:nvSpPr>
          <p:cNvPr id="7028" name="Content Placeholder"/>
          <p:cNvSpPr>
            <a:spLocks noGrp="1"/>
          </p:cNvSpPr>
          <p:nvPr>
            <p:ph sz="half" idx="2"/>
          </p:nvPr>
        </p:nvSpPr>
        <p:spPr>
          <a:xfrm>
            <a:off x="423100" y="1143001"/>
            <a:ext cx="11345797" cy="4894384"/>
          </a:xfrm>
        </p:spPr>
        <p:txBody>
          <a:bodyPr wrap="square">
            <a:normAutofit/>
          </a:bodyPr>
          <a:lstStyle/>
          <a:p>
            <a:pPr marL="0" indent="0">
              <a:buNone/>
              <a:defRPr sz="1800"/>
            </a:pPr>
            <a:r>
              <a:rPr lang="en-CA" sz="2200" b="1" dirty="0"/>
              <a:t>Three days of data for a small-cap stock</a:t>
            </a:r>
          </a:p>
          <a:p>
            <a:pPr marL="0" indent="0">
              <a:buNone/>
              <a:defRPr sz="1800"/>
            </a:pPr>
            <a:r>
              <a:rPr lang="en-CA" sz="2200" b="0" dirty="0"/>
              <a:t>Day 1: |return| 1.2%, dollar volume $6.0M (300k shares x $20)</a:t>
            </a:r>
          </a:p>
          <a:p>
            <a:pPr marL="0" indent="0">
              <a:buNone/>
              <a:defRPr sz="1800"/>
            </a:pPr>
            <a:r>
              <a:rPr lang="en-CA" sz="2200" b="0" dirty="0"/>
              <a:t>Day 2: |return| 0.8%, dollar volume $10.0M (500k shares x $20)</a:t>
            </a:r>
          </a:p>
          <a:p>
            <a:pPr marL="0" indent="0">
              <a:buNone/>
              <a:defRPr sz="1800"/>
            </a:pPr>
            <a:r>
              <a:rPr lang="en-CA" sz="2200" b="0" dirty="0"/>
              <a:t>Day 3: |return| 2.0%, dollar volume $4.75M (250k shares x $19)</a:t>
            </a:r>
          </a:p>
          <a:p>
            <a:pPr marL="0" indent="0">
              <a:buNone/>
              <a:defRPr sz="1800"/>
            </a:pPr>
            <a:r>
              <a:rPr lang="en-CA" sz="2200" b="1" dirty="0"/>
              <a:t>Daily ILLIQ = |return| / dollar volume</a:t>
            </a:r>
          </a:p>
          <a:p>
            <a:pPr marL="0" indent="0">
              <a:buNone/>
              <a:defRPr sz="1800"/>
            </a:pPr>
            <a:r>
              <a:rPr lang="en-CA" sz="2200" b="0" dirty="0"/>
              <a:t>Day 1: 0.012 / 6.0M  = 2.0 x 10^-9</a:t>
            </a:r>
          </a:p>
          <a:p>
            <a:pPr marL="0" indent="0">
              <a:buNone/>
              <a:defRPr sz="1800"/>
            </a:pPr>
            <a:r>
              <a:rPr lang="en-CA" sz="2200" b="0" dirty="0"/>
              <a:t>Day 2: 0.008 / 10.0M = 0.8 x 10^-9</a:t>
            </a:r>
          </a:p>
          <a:p>
            <a:pPr marL="0" indent="0">
              <a:buNone/>
              <a:defRPr sz="1800"/>
            </a:pPr>
            <a:r>
              <a:rPr lang="en-CA" sz="2200" b="0" dirty="0"/>
              <a:t>Day 3: 0.020 / 4.75M = 4.2 x 10^-9</a:t>
            </a:r>
          </a:p>
          <a:p>
            <a:pPr marL="0" indent="0">
              <a:buNone/>
              <a:defRPr sz="1800"/>
            </a:pPr>
            <a:r>
              <a:rPr lang="en-CA" sz="2200" b="1" dirty="0"/>
              <a:t>Average and interpretation</a:t>
            </a:r>
          </a:p>
          <a:p>
            <a:pPr marL="0" indent="0">
              <a:buNone/>
              <a:defRPr sz="1800"/>
            </a:pPr>
            <a:r>
              <a:rPr lang="en-CA" sz="2200" b="0" dirty="0"/>
              <a:t>Mean ILLIQ = (2.0 + 0.8 + 4.2) / 3 = 2.3 x 10^-9  (about 2.3 per $1bn traded)</a:t>
            </a:r>
          </a:p>
          <a:p>
            <a:pPr marL="0" indent="0">
              <a:buNone/>
              <a:defRPr sz="1800"/>
            </a:pPr>
            <a:r>
              <a:rPr lang="en-CA" sz="2200" b="0" dirty="0"/>
              <a:t>Day 3 is least liquid: a small dollar volume moved the price the most; a mega-cap scores near zero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normAutofit/>
          </a:bodyPr>
          <a:lstStyle/>
          <a:p>
            <a:pPr algn="ctr" eaLnBrk="1" hangingPunct="1"/>
            <a:r>
              <a:rPr lang="en-US" altLang="en-US" sz="3200" b="1" dirty="0">
                <a:latin typeface="Arial" panose="020B0604020202020204" pitchFamily="34" charset="0"/>
                <a:cs typeface="Arial" panose="020B0604020202020204" pitchFamily="34" charset="0"/>
              </a:rPr>
              <a:t>Liquidity Funding Risk</a:t>
            </a:r>
          </a:p>
        </p:txBody>
      </p:sp>
      <p:sp>
        <p:nvSpPr>
          <p:cNvPr id="23555" name="Content Placeholder 2"/>
          <p:cNvSpPr>
            <a:spLocks noGrp="1"/>
          </p:cNvSpPr>
          <p:nvPr>
            <p:ph idx="1"/>
          </p:nvPr>
        </p:nvSpPr>
        <p:spPr/>
        <p:txBody>
          <a:bodyPr>
            <a:normAutofit/>
          </a:bodyPr>
          <a:lstStyle/>
          <a:p>
            <a:pPr eaLnBrk="1" hangingPunct="1"/>
            <a:r>
              <a:rPr lang="en-US" altLang="en-US" sz="2400" dirty="0"/>
              <a:t>Sources of liquidity</a:t>
            </a:r>
          </a:p>
          <a:p>
            <a:pPr lvl="1" eaLnBrk="1" hangingPunct="1"/>
            <a:r>
              <a:rPr lang="en-US" altLang="en-US" dirty="0"/>
              <a:t>Cash and Treasury securities</a:t>
            </a:r>
          </a:p>
          <a:p>
            <a:pPr lvl="1" eaLnBrk="1" hangingPunct="1"/>
            <a:r>
              <a:rPr lang="en-US" altLang="en-US" dirty="0"/>
              <a:t>Ability to liquidate trading positions</a:t>
            </a:r>
          </a:p>
          <a:p>
            <a:pPr lvl="1" eaLnBrk="1" hangingPunct="1"/>
            <a:r>
              <a:rPr lang="en-US" altLang="en-US" dirty="0"/>
              <a:t>Ability to borrow</a:t>
            </a:r>
          </a:p>
          <a:p>
            <a:pPr lvl="1" eaLnBrk="1" hangingPunct="1"/>
            <a:r>
              <a:rPr lang="en-US" altLang="en-US" dirty="0"/>
              <a:t>Retail and wholesale deposits</a:t>
            </a:r>
          </a:p>
          <a:p>
            <a:pPr lvl="1" eaLnBrk="1" hangingPunct="1"/>
            <a:r>
              <a:rPr lang="en-US" altLang="en-US" dirty="0"/>
              <a:t>Securitization</a:t>
            </a:r>
          </a:p>
          <a:p>
            <a:pPr lvl="1" eaLnBrk="1" hangingPunct="1"/>
            <a:r>
              <a:rPr lang="en-US" altLang="en-US" dirty="0"/>
              <a:t>Central bank borrowing</a:t>
            </a:r>
          </a:p>
        </p:txBody>
      </p:sp>
      <p:sp>
        <p:nvSpPr>
          <p:cNvPr id="2355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03477FC-4E9A-49DD-ADA4-2CD1D4572B15}" type="slidenum">
              <a:rPr lang="en-US" altLang="en-US" sz="1800"/>
              <a:pPr>
                <a:spcBef>
                  <a:spcPct val="0"/>
                </a:spcBef>
                <a:buClrTx/>
                <a:buSzTx/>
                <a:buFontTx/>
                <a:buNone/>
              </a:pPr>
              <a:t>17</a:t>
            </a:fld>
            <a:endParaRPr lang="en-US" altLang="en-US" sz="1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normAutofit/>
          </a:bodyPr>
          <a:lstStyle/>
          <a:p>
            <a:pPr algn="ctr"/>
            <a:r>
              <a:rPr lang="en-US" altLang="en-US" sz="3200" b="1" dirty="0">
                <a:latin typeface="Arial" panose="020B0604020202020204" pitchFamily="34" charset="0"/>
                <a:cs typeface="Arial" panose="020B0604020202020204" pitchFamily="34" charset="0"/>
              </a:rPr>
              <a:t>Regulation</a:t>
            </a:r>
          </a:p>
        </p:txBody>
      </p:sp>
      <p:sp>
        <p:nvSpPr>
          <p:cNvPr id="24579" name="Content Placeholder 2"/>
          <p:cNvSpPr>
            <a:spLocks noGrp="1"/>
          </p:cNvSpPr>
          <p:nvPr>
            <p:ph idx="1"/>
          </p:nvPr>
        </p:nvSpPr>
        <p:spPr/>
        <p:txBody>
          <a:bodyPr/>
          <a:lstStyle/>
          <a:p>
            <a:r>
              <a:rPr lang="en-US" altLang="en-US" dirty="0"/>
              <a:t>Liquidity coverage ratio: designed to make sure that the bank can survive a 30-day period of acute stress</a:t>
            </a:r>
          </a:p>
          <a:p>
            <a:r>
              <a:rPr lang="en-US" altLang="en-US" dirty="0"/>
              <a:t>Net stable funding ratio: a longer-term measure designed to ensure that stability of funding sources is consistent with the permanence of the assets that have to be funded</a:t>
            </a:r>
          </a:p>
        </p:txBody>
      </p:sp>
      <p:sp>
        <p:nvSpPr>
          <p:cNvPr id="2458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5DF4B3D-5253-49FD-AB06-0EA44AB181E2}" type="slidenum">
              <a:rPr lang="en-US" altLang="en-US" sz="1800"/>
              <a:pPr>
                <a:spcBef>
                  <a:spcPct val="0"/>
                </a:spcBef>
                <a:buClrTx/>
                <a:buSzTx/>
                <a:buFontTx/>
                <a:buNone/>
              </a:pPr>
              <a:t>18</a:t>
            </a:fld>
            <a:endParaRPr lang="en-US" altLang="en-US" sz="1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Regulatory Liquidity Standards - LCR and NSFR</a:t>
            </a:r>
            <a:endParaRPr b="1" dirty="0">
              <a:latin typeface="Arial" panose="020B0604020202020204" pitchFamily="34" charset="0"/>
              <a:cs typeface="Arial" panose="020B0604020202020204" pitchFamily="34" charset="0"/>
            </a:endParaRPr>
          </a:p>
        </p:txBody>
      </p:sp>
      <p:pic>
        <p:nvPicPr>
          <p:cNvPr id="7016" name="Picture 7015" descr="f_lcr.png"/>
          <p:cNvPicPr>
            <a:picLocks noChangeAspect="1"/>
          </p:cNvPicPr>
          <p:nvPr/>
        </p:nvPicPr>
        <p:blipFill>
          <a:blip r:embed="rId3"/>
          <a:stretch>
            <a:fillRect/>
          </a:stretch>
        </p:blipFill>
        <p:spPr>
          <a:xfrm>
            <a:off x="4293691" y="990600"/>
            <a:ext cx="3601568" cy="475488"/>
          </a:xfrm>
          <a:prstGeom prst="rect">
            <a:avLst/>
          </a:prstGeom>
        </p:spPr>
      </p:pic>
      <p:pic>
        <p:nvPicPr>
          <p:cNvPr id="7017" name="Picture 7016" descr="f_nsfr.png"/>
          <p:cNvPicPr>
            <a:picLocks noChangeAspect="1"/>
          </p:cNvPicPr>
          <p:nvPr/>
        </p:nvPicPr>
        <p:blipFill>
          <a:blip r:embed="rId4"/>
          <a:stretch>
            <a:fillRect/>
          </a:stretch>
        </p:blipFill>
        <p:spPr>
          <a:xfrm>
            <a:off x="4138403" y="1600200"/>
            <a:ext cx="3912145" cy="475488"/>
          </a:xfrm>
          <a:prstGeom prst="rect">
            <a:avLst/>
          </a:prstGeom>
        </p:spPr>
      </p:pic>
      <p:sp>
        <p:nvSpPr>
          <p:cNvPr id="2" name="Content Placeholder"/>
          <p:cNvSpPr>
            <a:spLocks noGrp="1"/>
          </p:cNvSpPr>
          <p:nvPr>
            <p:ph sz="half" idx="2"/>
          </p:nvPr>
        </p:nvSpPr>
        <p:spPr>
          <a:xfrm>
            <a:off x="420624" y="2233949"/>
            <a:ext cx="11347704" cy="3819379"/>
          </a:xfrm>
        </p:spPr>
        <p:txBody>
          <a:bodyPr wrap="square">
            <a:noAutofit/>
          </a:bodyPr>
          <a:lstStyle/>
          <a:p>
            <a:pPr marL="0" indent="0">
              <a:buNone/>
            </a:pPr>
            <a:r>
              <a:rPr lang="en-CA" sz="2200" b="1" dirty="0"/>
              <a:t>Liquidity Coverage Ratio (LCR)</a:t>
            </a:r>
          </a:p>
          <a:p>
            <a:r>
              <a:rPr lang="en-CA" sz="2200" dirty="0"/>
              <a:t>HQLA is High Quality Liquid Assets (cash, Treasuries)</a:t>
            </a:r>
          </a:p>
          <a:p>
            <a:r>
              <a:rPr lang="en-CA" sz="2200" dirty="0"/>
              <a:t>Stress scenario: 30-day outflow assumptions by category</a:t>
            </a:r>
          </a:p>
          <a:p>
            <a:r>
              <a:rPr lang="en-CA" sz="2200" dirty="0"/>
              <a:t>Ensures banks survive a 30-day acute stress episode</a:t>
            </a:r>
          </a:p>
          <a:p>
            <a:r>
              <a:rPr lang="en-CA" sz="2200" dirty="0"/>
              <a:t>Introduced: Basel III (2013); fully phased in 2019</a:t>
            </a:r>
          </a:p>
          <a:p>
            <a:pPr marL="0" indent="0">
              <a:buNone/>
            </a:pPr>
            <a:r>
              <a:rPr lang="en-CA" sz="2200" b="1" dirty="0"/>
              <a:t>Net Stable Funding Ratio (NSFR)</a:t>
            </a:r>
          </a:p>
          <a:p>
            <a:r>
              <a:rPr lang="en-CA" sz="2200" dirty="0"/>
              <a:t>Longer-term (1-year) structural funding metric</a:t>
            </a:r>
          </a:p>
          <a:p>
            <a:r>
              <a:rPr lang="en-CA" sz="2200" dirty="0"/>
              <a:t>ASF: equity, long-term debt, retail deposits (weighted by stability)</a:t>
            </a:r>
          </a:p>
          <a:p>
            <a:r>
              <a:rPr lang="en-CA" sz="2200" dirty="0"/>
              <a:t>RSF: assets weighted by their liquidity (HQLA gives low RSF)</a:t>
            </a:r>
          </a:p>
          <a:p>
            <a:r>
              <a:rPr lang="en-CA" sz="2200" dirty="0"/>
              <a:t>Basel III final (2017); complements LCR at longer horizon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Worked Example: LCR and NSFR</a:t>
            </a:r>
            <a:endParaRPr b="1" dirty="0">
              <a:latin typeface="Arial" panose="020B0604020202020204" pitchFamily="34" charset="0"/>
              <a:cs typeface="Arial" panose="020B0604020202020204" pitchFamily="34" charset="0"/>
            </a:endParaRPr>
          </a:p>
        </p:txBody>
      </p:sp>
      <p:sp>
        <p:nvSpPr>
          <p:cNvPr id="7028" name="Content Placeholder"/>
          <p:cNvSpPr>
            <a:spLocks noGrp="1"/>
          </p:cNvSpPr>
          <p:nvPr>
            <p:ph sz="half" idx="2"/>
          </p:nvPr>
        </p:nvSpPr>
        <p:spPr>
          <a:xfrm>
            <a:off x="990600" y="1535723"/>
            <a:ext cx="10778297" cy="4501661"/>
          </a:xfrm>
        </p:spPr>
        <p:txBody>
          <a:bodyPr wrap="square">
            <a:noAutofit/>
          </a:bodyPr>
          <a:lstStyle/>
          <a:p>
            <a:pPr marL="0" indent="0">
              <a:buNone/>
              <a:defRPr sz="1800"/>
            </a:pPr>
            <a:r>
              <a:rPr lang="en-CA" sz="2200" b="1" dirty="0"/>
              <a:t>LCR: survive a 30-day stress</a:t>
            </a:r>
          </a:p>
          <a:p>
            <a:pPr marL="0" indent="0">
              <a:buNone/>
              <a:defRPr sz="1800"/>
            </a:pPr>
            <a:r>
              <a:rPr lang="en-CA" sz="2200" b="0" dirty="0"/>
              <a:t>HQLA buffer = $80M (cash + Treasuries)</a:t>
            </a:r>
          </a:p>
          <a:p>
            <a:pPr marL="0" indent="0">
              <a:buNone/>
              <a:defRPr sz="1800"/>
            </a:pPr>
            <a:r>
              <a:rPr lang="en-CA" sz="2200" b="0" dirty="0"/>
              <a:t>Stressed 30-day outflows: retail $200M x 5% = $10M; wholesale $100M x 40% = $40M</a:t>
            </a:r>
          </a:p>
          <a:p>
            <a:pPr marL="0" indent="0">
              <a:buNone/>
              <a:defRPr sz="1800"/>
            </a:pPr>
            <a:r>
              <a:rPr lang="en-CA" sz="2200" b="0" dirty="0"/>
              <a:t>Inflows (capped at 75% of outflows) = $12M</a:t>
            </a:r>
          </a:p>
          <a:p>
            <a:pPr marL="0" indent="0">
              <a:buNone/>
              <a:defRPr sz="1800"/>
            </a:pPr>
            <a:r>
              <a:rPr lang="en-CA" sz="2200" b="0" dirty="0"/>
              <a:t>Net outflows = (10 + 40) - 12 = $38M   -&gt;   LCR = 80 / 38 = 211%  (&gt;= 100%, passes)</a:t>
            </a:r>
          </a:p>
          <a:p>
            <a:pPr marL="0" indent="0">
              <a:buNone/>
              <a:defRPr sz="1800"/>
            </a:pPr>
            <a:r>
              <a:rPr lang="en-CA" sz="2200" b="1" dirty="0"/>
              <a:t>NSFR: a 1-year structural view</a:t>
            </a:r>
          </a:p>
          <a:p>
            <a:pPr marL="0" indent="0">
              <a:buNone/>
              <a:defRPr sz="1800"/>
            </a:pPr>
            <a:r>
              <a:rPr lang="en-CA" sz="2200" b="0" dirty="0"/>
              <a:t>Available Stable Funding (equity + long debt + stable deposits) = $90M</a:t>
            </a:r>
          </a:p>
          <a:p>
            <a:pPr marL="0" indent="0">
              <a:buNone/>
              <a:defRPr sz="1800"/>
            </a:pPr>
            <a:r>
              <a:rPr lang="en-CA" sz="2200" b="0" dirty="0"/>
              <a:t>Required Stable Funding (illiquid assets, tenor-weighted) = $85M</a:t>
            </a:r>
          </a:p>
          <a:p>
            <a:pPr marL="0" indent="0">
              <a:buNone/>
              <a:defRPr sz="1800"/>
            </a:pPr>
            <a:r>
              <a:rPr lang="en-CA" sz="2200" b="0" dirty="0"/>
              <a:t>NSFR = 90 / 85 = 106%  (&gt;= 100%, passes)</a:t>
            </a:r>
          </a:p>
          <a:p>
            <a:pPr marL="0" indent="0">
              <a:buNone/>
              <a:defRPr sz="1800"/>
            </a:pPr>
            <a:r>
              <a:rPr lang="en-CA" sz="2200" b="1" dirty="0"/>
              <a:t>Takeaway</a:t>
            </a:r>
          </a:p>
          <a:p>
            <a:pPr marL="0" indent="0">
              <a:buNone/>
              <a:defRPr sz="1800"/>
            </a:pPr>
            <a:r>
              <a:rPr lang="en-CA" sz="2200" b="0" dirty="0"/>
              <a:t>LCR asks 'can we survive 30 days of run-off'; NSFR asks 'are long assets funded by stable money'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Case Study: </a:t>
            </a:r>
            <a:r>
              <a:rPr lang="en-CA" b="1" dirty="0">
                <a:latin typeface="Arial" panose="020B0604020202020204" pitchFamily="34" charset="0"/>
                <a:cs typeface="Arial" panose="020B0604020202020204" pitchFamily="34" charset="0"/>
                <a:hlinkClick r:id="rId3"/>
              </a:rPr>
              <a:t>Northern Rock (2007)</a:t>
            </a:r>
            <a:endParaRPr b="1" dirty="0">
              <a:latin typeface="Arial" panose="020B0604020202020204" pitchFamily="34" charset="0"/>
              <a:cs typeface="Arial" panose="020B0604020202020204" pitchFamily="34" charset="0"/>
            </a:endParaRPr>
          </a:p>
        </p:txBody>
      </p:sp>
      <p:sp>
        <p:nvSpPr>
          <p:cNvPr id="7020" name="Content Placeholder"/>
          <p:cNvSpPr>
            <a:spLocks noGrp="1"/>
          </p:cNvSpPr>
          <p:nvPr>
            <p:ph sz="half" idx="2"/>
          </p:nvPr>
        </p:nvSpPr>
        <p:spPr>
          <a:xfrm>
            <a:off x="423100" y="1143000"/>
            <a:ext cx="11345797" cy="4501661"/>
          </a:xfrm>
        </p:spPr>
        <p:txBody>
          <a:bodyPr wrap="square">
            <a:noAutofit/>
          </a:bodyPr>
          <a:lstStyle/>
          <a:p>
            <a:pPr marL="0" indent="0">
              <a:buNone/>
            </a:pPr>
            <a:r>
              <a:rPr lang="en-CA" sz="2200" b="1" dirty="0"/>
              <a:t>What happened (the UK's first bank run in 140 years)</a:t>
            </a:r>
          </a:p>
          <a:p>
            <a:r>
              <a:rPr lang="en-CA" sz="2200" dirty="0"/>
              <a:t>Northern Rock: UK mortgage lender; relied heavily on wholesale funding</a:t>
            </a:r>
          </a:p>
          <a:p>
            <a:r>
              <a:rPr lang="en-CA" sz="2200" dirty="0"/>
              <a:t>Business model: securitise mortgages, fund with short-term repo and debt (commercial paper)</a:t>
            </a:r>
          </a:p>
          <a:p>
            <a:r>
              <a:rPr lang="en-CA" sz="2200" dirty="0"/>
              <a:t>Aug 2007: US subprime losses freeze securitisation markets</a:t>
            </a:r>
          </a:p>
          <a:p>
            <a:pPr lvl="1"/>
            <a:r>
              <a:rPr lang="en-CA" sz="2200" dirty="0"/>
              <a:t>Northern Rock could not roll over its short-term wholesale funding</a:t>
            </a:r>
          </a:p>
          <a:p>
            <a:r>
              <a:rPr lang="en-CA" sz="2200" dirty="0"/>
              <a:t>Sep 13, 2007: Bank of England emergency loan announced, public panic followed</a:t>
            </a:r>
          </a:p>
          <a:p>
            <a:pPr lvl="1"/>
            <a:r>
              <a:rPr lang="en-CA" sz="2200" dirty="0"/>
              <a:t>Retail depositors queued outside branches; 1B GBP withdrawn in days</a:t>
            </a:r>
          </a:p>
          <a:p>
            <a:r>
              <a:rPr lang="en-CA" sz="2200" dirty="0"/>
              <a:t>Loss: about 110B GBP in liabilities; nationalised Feb 2008; cost about 37B GBP to taxpayers</a:t>
            </a:r>
          </a:p>
          <a:p>
            <a:pPr marL="0" indent="0">
              <a:buNone/>
            </a:pPr>
            <a:r>
              <a:rPr lang="en-CA" sz="2200" b="1" dirty="0"/>
              <a:t>Key lessons</a:t>
            </a:r>
          </a:p>
          <a:p>
            <a:r>
              <a:rPr lang="en-CA" sz="2200" dirty="0"/>
              <a:t>Maturity mismatch: funding short-term, lending long-term is fragile</a:t>
            </a:r>
          </a:p>
          <a:p>
            <a:r>
              <a:rPr lang="en-CA" sz="2200" dirty="0"/>
              <a:t>Funding liquidity can collapse overnight when confidence breaks</a:t>
            </a:r>
          </a:p>
          <a:p>
            <a:r>
              <a:rPr lang="en-CA" sz="2200" dirty="0"/>
              <a:t>Retail deposit insurance (FSCS) was insufficient to stop the run</a:t>
            </a:r>
          </a:p>
          <a:p>
            <a:r>
              <a:rPr lang="en-CA" sz="2200" dirty="0"/>
              <a:t>Digital bank runs (SVB 2023) happen even faster via smartphones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Liquidity Black Holes and Feedback Trading</a:t>
            </a:r>
            <a:endParaRPr b="1" dirty="0">
              <a:latin typeface="Arial" panose="020B0604020202020204" pitchFamily="34" charset="0"/>
              <a:cs typeface="Arial" panose="020B0604020202020204" pitchFamily="34" charset="0"/>
            </a:endParaRPr>
          </a:p>
        </p:txBody>
      </p:sp>
      <p:sp>
        <p:nvSpPr>
          <p:cNvPr id="7022" name="Content Placeholder"/>
          <p:cNvSpPr>
            <a:spLocks noGrp="1"/>
          </p:cNvSpPr>
          <p:nvPr>
            <p:ph sz="half" idx="2"/>
          </p:nvPr>
        </p:nvSpPr>
        <p:spPr/>
        <p:txBody>
          <a:bodyPr wrap="square">
            <a:normAutofit/>
          </a:bodyPr>
          <a:lstStyle/>
          <a:p>
            <a:pPr marL="0" indent="0">
              <a:buNone/>
            </a:pPr>
            <a:r>
              <a:rPr lang="en-CA" sz="2400" b="1" dirty="0"/>
              <a:t>How Liquidity Vanishes</a:t>
            </a:r>
          </a:p>
          <a:p>
            <a:r>
              <a:rPr lang="en-CA" sz="2400" dirty="0"/>
              <a:t>Positive-feedback trading: selling begets more selling (stops, margin calls, VaR limits)</a:t>
            </a:r>
          </a:p>
          <a:p>
            <a:r>
              <a:rPr lang="en-CA" sz="2400" dirty="0"/>
              <a:t>A liquidity black hole: everyone on the same side, no natural buyers left</a:t>
            </a:r>
          </a:p>
          <a:p>
            <a:r>
              <a:rPr lang="en-CA" sz="2400" dirty="0"/>
              <a:t>Leverage cycle: falling prices, higher haircuts, forced deleveraging, lower prices</a:t>
            </a:r>
          </a:p>
          <a:p>
            <a:pPr marL="0" indent="0">
              <a:buNone/>
            </a:pPr>
            <a:endParaRPr lang="en-CA" sz="2400" b="1" dirty="0"/>
          </a:p>
          <a:p>
            <a:pPr marL="0" indent="0">
              <a:buNone/>
            </a:pPr>
            <a:r>
              <a:rPr lang="en-CA" sz="2400" b="1" dirty="0"/>
              <a:t>Triggers and Amplifiers</a:t>
            </a:r>
          </a:p>
          <a:p>
            <a:r>
              <a:rPr lang="en-CA" sz="2400" dirty="0"/>
              <a:t>Mechanical rules: stop-losses, VaR/risk limits, dynamic hedging, index and ETF rebalancing</a:t>
            </a:r>
          </a:p>
          <a:p>
            <a:r>
              <a:rPr lang="en-CA" sz="2400" dirty="0"/>
              <a:t>Crowded trades plus high leverage equals fragility</a:t>
            </a:r>
          </a:p>
          <a:p>
            <a:r>
              <a:rPr lang="en-CA" sz="2400" dirty="0"/>
              <a:t>Brunnermeier (2009): funding and market liquidity spirals reinforce each other</a:t>
            </a:r>
          </a:p>
          <a:p>
            <a:endParaRPr lang="en-CA"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1952625" y="214313"/>
            <a:ext cx="7543800" cy="1295400"/>
          </a:xfrm>
        </p:spPr>
        <p:txBody>
          <a:bodyPr>
            <a:normAutofit/>
          </a:bodyPr>
          <a:lstStyle/>
          <a:p>
            <a:pPr algn="ctr" eaLnBrk="1" hangingPunct="1"/>
            <a:r>
              <a:rPr lang="en-US" altLang="en-US" sz="3200" b="1" dirty="0">
                <a:latin typeface="Arial" panose="020B0604020202020204" pitchFamily="34" charset="0"/>
                <a:cs typeface="Arial" panose="020B0604020202020204" pitchFamily="34" charset="0"/>
              </a:rPr>
              <a:t>The Leveraging Cycle</a:t>
            </a:r>
          </a:p>
        </p:txBody>
      </p:sp>
      <p:sp>
        <p:nvSpPr>
          <p:cNvPr id="3072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5B917B2-C5DA-45C2-90FD-A3ADC025A30E}" type="slidenum">
              <a:rPr lang="en-US" altLang="en-US" sz="1800"/>
              <a:pPr>
                <a:spcBef>
                  <a:spcPct val="0"/>
                </a:spcBef>
                <a:buClrTx/>
                <a:buSzTx/>
                <a:buFontTx/>
                <a:buNone/>
              </a:pPr>
              <a:t>23</a:t>
            </a:fld>
            <a:endParaRPr lang="en-US" altLang="en-US" sz="1800"/>
          </a:p>
        </p:txBody>
      </p:sp>
      <p:grpSp>
        <p:nvGrpSpPr>
          <p:cNvPr id="2" name="Group 4"/>
          <p:cNvGrpSpPr/>
          <p:nvPr/>
        </p:nvGrpSpPr>
        <p:grpSpPr>
          <a:xfrm>
            <a:off x="3890772" y="2057400"/>
            <a:ext cx="4338828" cy="3733800"/>
            <a:chOff x="2366772" y="2057400"/>
            <a:chExt cx="4338828" cy="3733800"/>
          </a:xfrm>
          <a:solidFill>
            <a:schemeClr val="bg1"/>
          </a:solidFill>
        </p:grpSpPr>
        <p:sp>
          <p:nvSpPr>
            <p:cNvPr id="6" name="Flowchart: Process 5"/>
            <p:cNvSpPr/>
            <p:nvPr/>
          </p:nvSpPr>
          <p:spPr bwMode="auto">
            <a:xfrm>
              <a:off x="2819400" y="2057400"/>
              <a:ext cx="3886200" cy="457200"/>
            </a:xfrm>
            <a:prstGeom prst="flowChartProcess">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r>
                <a:rPr lang="en-US" dirty="0">
                  <a:latin typeface="Times New Roman" pitchFamily="18" charset="0"/>
                </a:rPr>
                <a:t>Investors allowed to increase to leverage</a:t>
              </a:r>
            </a:p>
          </p:txBody>
        </p:sp>
        <p:sp>
          <p:nvSpPr>
            <p:cNvPr id="7" name="Down Arrow 6"/>
            <p:cNvSpPr/>
            <p:nvPr/>
          </p:nvSpPr>
          <p:spPr bwMode="auto">
            <a:xfrm>
              <a:off x="4267200" y="2514600"/>
              <a:ext cx="484632" cy="533400"/>
            </a:xfrm>
            <a:prstGeom prst="downArrow">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sz="2400" dirty="0">
                <a:latin typeface="Times New Roman" pitchFamily="18" charset="0"/>
              </a:endParaRPr>
            </a:p>
          </p:txBody>
        </p:sp>
        <p:sp>
          <p:nvSpPr>
            <p:cNvPr id="8" name="Flowchart: Process 7"/>
            <p:cNvSpPr/>
            <p:nvPr/>
          </p:nvSpPr>
          <p:spPr bwMode="auto">
            <a:xfrm>
              <a:off x="3505200" y="3048000"/>
              <a:ext cx="2209800" cy="457200"/>
            </a:xfrm>
            <a:prstGeom prst="flowChartProcess">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r>
                <a:rPr lang="en-US" dirty="0">
                  <a:latin typeface="Times New Roman" pitchFamily="18" charset="0"/>
                </a:rPr>
                <a:t>They buy more assets</a:t>
              </a:r>
            </a:p>
          </p:txBody>
        </p:sp>
        <p:sp>
          <p:nvSpPr>
            <p:cNvPr id="9" name="Down Arrow 8"/>
            <p:cNvSpPr/>
            <p:nvPr/>
          </p:nvSpPr>
          <p:spPr bwMode="auto">
            <a:xfrm>
              <a:off x="4267200" y="3505200"/>
              <a:ext cx="533400" cy="762000"/>
            </a:xfrm>
            <a:prstGeom prst="downArrow">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sz="2400" dirty="0">
                <a:latin typeface="Times New Roman" pitchFamily="18" charset="0"/>
              </a:endParaRPr>
            </a:p>
          </p:txBody>
        </p:sp>
        <p:sp>
          <p:nvSpPr>
            <p:cNvPr id="10" name="Flowchart: Process 9"/>
            <p:cNvSpPr/>
            <p:nvPr/>
          </p:nvSpPr>
          <p:spPr bwMode="auto">
            <a:xfrm>
              <a:off x="3581400" y="4267200"/>
              <a:ext cx="2209800" cy="457200"/>
            </a:xfrm>
            <a:prstGeom prst="flowChartProcess">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r>
                <a:rPr lang="en-US" dirty="0">
                  <a:latin typeface="Times New Roman" pitchFamily="18" charset="0"/>
                </a:rPr>
                <a:t>Asset prices increase</a:t>
              </a:r>
            </a:p>
          </p:txBody>
        </p:sp>
        <p:sp>
          <p:nvSpPr>
            <p:cNvPr id="11" name="Down Arrow 10"/>
            <p:cNvSpPr/>
            <p:nvPr/>
          </p:nvSpPr>
          <p:spPr bwMode="auto">
            <a:xfrm>
              <a:off x="4267200" y="4724400"/>
              <a:ext cx="533400" cy="685800"/>
            </a:xfrm>
            <a:prstGeom prst="downArrow">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sz="2400" dirty="0">
                <a:latin typeface="Times New Roman" pitchFamily="18" charset="0"/>
              </a:endParaRPr>
            </a:p>
          </p:txBody>
        </p:sp>
        <p:sp>
          <p:nvSpPr>
            <p:cNvPr id="12" name="Flowchart: Process 11"/>
            <p:cNvSpPr/>
            <p:nvPr/>
          </p:nvSpPr>
          <p:spPr bwMode="auto">
            <a:xfrm>
              <a:off x="2971800" y="5410200"/>
              <a:ext cx="3200400" cy="381000"/>
            </a:xfrm>
            <a:prstGeom prst="flowChartProcess">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r>
                <a:rPr lang="en-US" dirty="0">
                  <a:latin typeface="Times New Roman" pitchFamily="18" charset="0"/>
                </a:rPr>
                <a:t>Leverage of investors decreases</a:t>
              </a:r>
            </a:p>
          </p:txBody>
        </p:sp>
        <p:sp>
          <p:nvSpPr>
            <p:cNvPr id="13" name="U-Turn Arrow 12"/>
            <p:cNvSpPr/>
            <p:nvPr/>
          </p:nvSpPr>
          <p:spPr bwMode="auto">
            <a:xfrm rot="16200000">
              <a:off x="878586" y="3621786"/>
              <a:ext cx="3581400" cy="605028"/>
            </a:xfrm>
            <a:prstGeom prst="uturnArrow">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sz="2400" dirty="0">
                <a:latin typeface="Times New Roman" pitchFamily="18" charset="0"/>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3"/>
          <p:cNvSpPr>
            <a:spLocks noGrp="1"/>
          </p:cNvSpPr>
          <p:nvPr>
            <p:ph type="title"/>
          </p:nvPr>
        </p:nvSpPr>
        <p:spPr/>
        <p:txBody>
          <a:bodyPr>
            <a:normAutofit/>
          </a:bodyPr>
          <a:lstStyle/>
          <a:p>
            <a:pPr algn="ctr" eaLnBrk="1" hangingPunct="1"/>
            <a:r>
              <a:rPr lang="en-US" altLang="en-US" sz="3200" b="1" dirty="0">
                <a:latin typeface="Arial" panose="020B0604020202020204" pitchFamily="34" charset="0"/>
                <a:cs typeface="Arial" panose="020B0604020202020204" pitchFamily="34" charset="0"/>
              </a:rPr>
              <a:t>The Deleveraging Cycle</a:t>
            </a:r>
          </a:p>
        </p:txBody>
      </p:sp>
      <p:sp>
        <p:nvSpPr>
          <p:cNvPr id="31748" name="Slide Number Placeholder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2C87DC4-8FC3-4766-98B9-01718142B97E}" type="slidenum">
              <a:rPr lang="en-US" altLang="en-US" sz="1800"/>
              <a:pPr>
                <a:spcBef>
                  <a:spcPct val="0"/>
                </a:spcBef>
                <a:buClrTx/>
                <a:buSzTx/>
                <a:buFontTx/>
                <a:buNone/>
              </a:pPr>
              <a:t>24</a:t>
            </a:fld>
            <a:endParaRPr lang="en-US" altLang="en-US" sz="1800"/>
          </a:p>
        </p:txBody>
      </p:sp>
      <p:grpSp>
        <p:nvGrpSpPr>
          <p:cNvPr id="2" name="Group 14"/>
          <p:cNvGrpSpPr/>
          <p:nvPr/>
        </p:nvGrpSpPr>
        <p:grpSpPr>
          <a:xfrm>
            <a:off x="3890772" y="2057400"/>
            <a:ext cx="4110228" cy="3733800"/>
            <a:chOff x="2366772" y="2057400"/>
            <a:chExt cx="4110228" cy="3733800"/>
          </a:xfrm>
          <a:solidFill>
            <a:schemeClr val="bg1"/>
          </a:solidFill>
        </p:grpSpPr>
        <p:sp>
          <p:nvSpPr>
            <p:cNvPr id="5" name="Flowchart: Process 4"/>
            <p:cNvSpPr/>
            <p:nvPr/>
          </p:nvSpPr>
          <p:spPr bwMode="auto">
            <a:xfrm>
              <a:off x="2819400" y="2057400"/>
              <a:ext cx="3657600" cy="457200"/>
            </a:xfrm>
            <a:prstGeom prst="flowChartProcess">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r>
                <a:rPr lang="en-US" dirty="0">
                  <a:latin typeface="Times New Roman" pitchFamily="18" charset="0"/>
                </a:rPr>
                <a:t>Investors required to reduce leverage</a:t>
              </a:r>
            </a:p>
          </p:txBody>
        </p:sp>
        <p:sp>
          <p:nvSpPr>
            <p:cNvPr id="6" name="Down Arrow 5"/>
            <p:cNvSpPr/>
            <p:nvPr/>
          </p:nvSpPr>
          <p:spPr bwMode="auto">
            <a:xfrm>
              <a:off x="4267200" y="2514600"/>
              <a:ext cx="484632" cy="533400"/>
            </a:xfrm>
            <a:prstGeom prst="downArrow">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sz="2400" dirty="0">
                <a:latin typeface="Times New Roman" pitchFamily="18" charset="0"/>
              </a:endParaRPr>
            </a:p>
          </p:txBody>
        </p:sp>
        <p:sp>
          <p:nvSpPr>
            <p:cNvPr id="7" name="Flowchart: Process 6"/>
            <p:cNvSpPr/>
            <p:nvPr/>
          </p:nvSpPr>
          <p:spPr bwMode="auto">
            <a:xfrm>
              <a:off x="3124200" y="3048000"/>
              <a:ext cx="3048000" cy="457200"/>
            </a:xfrm>
            <a:prstGeom prst="flowChartProcess">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r>
                <a:rPr lang="en-US" dirty="0">
                  <a:latin typeface="Times New Roman" pitchFamily="18" charset="0"/>
                </a:rPr>
                <a:t>They do this is by selling assets</a:t>
              </a:r>
            </a:p>
          </p:txBody>
        </p:sp>
        <p:sp>
          <p:nvSpPr>
            <p:cNvPr id="8" name="Down Arrow 7"/>
            <p:cNvSpPr/>
            <p:nvPr/>
          </p:nvSpPr>
          <p:spPr bwMode="auto">
            <a:xfrm>
              <a:off x="4267200" y="3505200"/>
              <a:ext cx="533400" cy="762000"/>
            </a:xfrm>
            <a:prstGeom prst="downArrow">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sz="2400" dirty="0">
                <a:latin typeface="Times New Roman" pitchFamily="18" charset="0"/>
              </a:endParaRPr>
            </a:p>
          </p:txBody>
        </p:sp>
        <p:sp>
          <p:nvSpPr>
            <p:cNvPr id="10" name="Flowchart: Process 9"/>
            <p:cNvSpPr/>
            <p:nvPr/>
          </p:nvSpPr>
          <p:spPr bwMode="auto">
            <a:xfrm>
              <a:off x="3581400" y="4267200"/>
              <a:ext cx="2209800" cy="457200"/>
            </a:xfrm>
            <a:prstGeom prst="flowChartProcess">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r>
                <a:rPr lang="en-US" dirty="0">
                  <a:latin typeface="Times New Roman" pitchFamily="18" charset="0"/>
                </a:rPr>
                <a:t>Asset prices decline</a:t>
              </a:r>
            </a:p>
          </p:txBody>
        </p:sp>
        <p:sp>
          <p:nvSpPr>
            <p:cNvPr id="12" name="Down Arrow 11"/>
            <p:cNvSpPr/>
            <p:nvPr/>
          </p:nvSpPr>
          <p:spPr bwMode="auto">
            <a:xfrm>
              <a:off x="4267200" y="4724400"/>
              <a:ext cx="533400" cy="685800"/>
            </a:xfrm>
            <a:prstGeom prst="downArrow">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sz="2400" dirty="0">
                <a:latin typeface="Times New Roman" pitchFamily="18" charset="0"/>
              </a:endParaRPr>
            </a:p>
          </p:txBody>
        </p:sp>
        <p:sp>
          <p:nvSpPr>
            <p:cNvPr id="13" name="Flowchart: Process 12"/>
            <p:cNvSpPr/>
            <p:nvPr/>
          </p:nvSpPr>
          <p:spPr bwMode="auto">
            <a:xfrm>
              <a:off x="2971800" y="5410200"/>
              <a:ext cx="3200400" cy="381000"/>
            </a:xfrm>
            <a:prstGeom prst="flowChartProcess">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r>
                <a:rPr lang="en-US" dirty="0">
                  <a:latin typeface="Times New Roman" pitchFamily="18" charset="0"/>
                </a:rPr>
                <a:t>Leverage of investors increases</a:t>
              </a:r>
            </a:p>
          </p:txBody>
        </p:sp>
        <p:sp>
          <p:nvSpPr>
            <p:cNvPr id="14" name="U-Turn Arrow 13"/>
            <p:cNvSpPr/>
            <p:nvPr/>
          </p:nvSpPr>
          <p:spPr bwMode="auto">
            <a:xfrm rot="16200000">
              <a:off x="878586" y="3621786"/>
              <a:ext cx="3581400" cy="605028"/>
            </a:xfrm>
            <a:prstGeom prst="uturnArrow">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sz="2400" dirty="0">
                <a:latin typeface="Times New Roman" pitchFamily="18" charset="0"/>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normAutofit/>
          </a:bodyPr>
          <a:lstStyle/>
          <a:p>
            <a:pPr algn="ctr" eaLnBrk="1" hangingPunct="1"/>
            <a:r>
              <a:rPr lang="en-US" altLang="en-US" sz="3200" b="1" dirty="0">
                <a:latin typeface="Arial" panose="020B0604020202020204" pitchFamily="34" charset="0"/>
                <a:cs typeface="Arial" panose="020B0604020202020204" pitchFamily="34" charset="0"/>
              </a:rPr>
              <a:t>Is Liquidity Improving?</a:t>
            </a:r>
          </a:p>
        </p:txBody>
      </p:sp>
      <p:sp>
        <p:nvSpPr>
          <p:cNvPr id="32772" name="Rectangle 3"/>
          <p:cNvSpPr>
            <a:spLocks noGrp="1" noChangeArrowheads="1"/>
          </p:cNvSpPr>
          <p:nvPr>
            <p:ph type="body" idx="1"/>
          </p:nvPr>
        </p:nvSpPr>
        <p:spPr/>
        <p:txBody>
          <a:bodyPr>
            <a:normAutofit/>
          </a:bodyPr>
          <a:lstStyle/>
          <a:p>
            <a:pPr eaLnBrk="1" hangingPunct="1"/>
            <a:r>
              <a:rPr lang="en-US" altLang="en-US" sz="2400" dirty="0"/>
              <a:t>Spreads are narrowing</a:t>
            </a:r>
          </a:p>
          <a:p>
            <a:pPr eaLnBrk="1" hangingPunct="1"/>
            <a:r>
              <a:rPr lang="en-US" altLang="en-US" sz="2400" dirty="0"/>
              <a:t>But arguably the risks of liquidity black holes are now greater than they used to be</a:t>
            </a:r>
          </a:p>
          <a:p>
            <a:pPr eaLnBrk="1" hangingPunct="1"/>
            <a:r>
              <a:rPr lang="en-US" altLang="en-US" sz="2400" dirty="0"/>
              <a:t>It is important to have diversity in financial markets where different groups of investors are acting independently of each other</a:t>
            </a:r>
          </a:p>
          <a:p>
            <a:pPr eaLnBrk="1" hangingPunct="1">
              <a:buFont typeface="Wingdings" panose="05000000000000000000" pitchFamily="2" charset="2"/>
              <a:buNone/>
            </a:pPr>
            <a:endParaRPr lang="en-US" altLang="en-US" sz="2400" dirty="0"/>
          </a:p>
        </p:txBody>
      </p:sp>
      <p:sp>
        <p:nvSpPr>
          <p:cNvPr id="3277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5F56E8E-B939-4B74-B12C-F9F596F45710}" type="slidenum">
              <a:rPr lang="en-US" altLang="en-US" sz="1800"/>
              <a:pPr>
                <a:spcBef>
                  <a:spcPct val="0"/>
                </a:spcBef>
                <a:buClrTx/>
                <a:buSzTx/>
                <a:buFontTx/>
                <a:buNone/>
              </a:pPr>
              <a:t>25</a:t>
            </a:fld>
            <a:endParaRPr lang="en-US" altLang="en-US" sz="18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Block 2: Operational Risk</a:t>
            </a:r>
            <a:endParaRPr b="1" dirty="0">
              <a:latin typeface="Arial" panose="020B0604020202020204" pitchFamily="34" charset="0"/>
              <a:cs typeface="Arial" panose="020B0604020202020204" pitchFamily="34" charset="0"/>
            </a:endParaRPr>
          </a:p>
        </p:txBody>
      </p:sp>
      <p:sp>
        <p:nvSpPr>
          <p:cNvPr id="7024" name="Content Placeholder"/>
          <p:cNvSpPr>
            <a:spLocks noGrp="1"/>
          </p:cNvSpPr>
          <p:nvPr>
            <p:ph sz="half" idx="2"/>
          </p:nvPr>
        </p:nvSpPr>
        <p:spPr/>
        <p:txBody>
          <a:bodyPr wrap="square">
            <a:normAutofit/>
          </a:bodyPr>
          <a:lstStyle/>
          <a:p>
            <a:pPr marL="0" indent="0">
              <a:buNone/>
            </a:pPr>
            <a:r>
              <a:rPr lang="en-CA" b="1" dirty="0"/>
              <a:t>Definition, Basel framework, loss model, and case studies</a:t>
            </a:r>
          </a:p>
          <a:p>
            <a:r>
              <a:rPr lang="en-CA" dirty="0"/>
              <a:t>Loss events are rare but catastrophic - a distinct data challenge</a:t>
            </a:r>
          </a:p>
          <a:p>
            <a:r>
              <a:rPr lang="en-CA" dirty="0"/>
              <a:t>The compound Poisson-lognormal model captures both frequency and severity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What Is Operational Risk?</a:t>
            </a:r>
            <a:endParaRPr b="1" dirty="0">
              <a:latin typeface="Arial" panose="020B0604020202020204" pitchFamily="34" charset="0"/>
              <a:cs typeface="Arial" panose="020B0604020202020204" pitchFamily="34" charset="0"/>
            </a:endParaRPr>
          </a:p>
        </p:txBody>
      </p:sp>
      <p:sp>
        <p:nvSpPr>
          <p:cNvPr id="7026" name="Content Placeholder"/>
          <p:cNvSpPr>
            <a:spLocks noGrp="1"/>
          </p:cNvSpPr>
          <p:nvPr>
            <p:ph sz="half" idx="2"/>
          </p:nvPr>
        </p:nvSpPr>
        <p:spPr/>
        <p:txBody>
          <a:bodyPr wrap="square">
            <a:normAutofit fontScale="92500" lnSpcReduction="20000"/>
          </a:bodyPr>
          <a:lstStyle/>
          <a:p>
            <a:pPr marL="0" indent="0">
              <a:buNone/>
            </a:pPr>
            <a:r>
              <a:rPr lang="en-CA" b="1" dirty="0"/>
              <a:t>Basel II definition: “loss from failed internal processes, people, systems, or external events”</a:t>
            </a:r>
          </a:p>
          <a:p>
            <a:r>
              <a:rPr lang="en-CA" dirty="0"/>
              <a:t>Four root causes: processes, people, systems, external events</a:t>
            </a:r>
          </a:p>
          <a:p>
            <a:r>
              <a:rPr lang="en-CA" dirty="0"/>
              <a:t>7 Basel loss-event types:</a:t>
            </a:r>
          </a:p>
          <a:p>
            <a:pPr lvl="1"/>
            <a:r>
              <a:rPr lang="en-CA" dirty="0"/>
              <a:t>Internal fraud (e.g., Kerviel at Societe Generale, 2008)</a:t>
            </a:r>
          </a:p>
          <a:p>
            <a:pPr lvl="1"/>
            <a:r>
              <a:rPr lang="en-CA" dirty="0"/>
              <a:t>External fraud (e.g., cyber attacks, phishing, card skimming)</a:t>
            </a:r>
          </a:p>
          <a:p>
            <a:pPr lvl="1"/>
            <a:r>
              <a:rPr lang="en-CA" dirty="0"/>
              <a:t>Employment practices and workplace safety</a:t>
            </a:r>
          </a:p>
          <a:p>
            <a:pPr lvl="1"/>
            <a:r>
              <a:rPr lang="en-CA" dirty="0"/>
              <a:t>Clients, products and business practices (mis-selling, suitability)</a:t>
            </a:r>
          </a:p>
          <a:p>
            <a:pPr lvl="1"/>
            <a:r>
              <a:rPr lang="en-CA" dirty="0"/>
              <a:t>Damage to physical assets (9/11, natural disasters)</a:t>
            </a:r>
          </a:p>
          <a:p>
            <a:pPr lvl="1"/>
            <a:r>
              <a:rPr lang="en-CA" dirty="0"/>
              <a:t>Business disruption and system failures (IT outages, cloud failures)</a:t>
            </a:r>
          </a:p>
          <a:p>
            <a:pPr lvl="1"/>
            <a:r>
              <a:rPr lang="en-CA" dirty="0"/>
              <a:t>Execution, delivery and process management (settlement fails, model errors)</a:t>
            </a:r>
          </a:p>
          <a:p>
            <a:r>
              <a:rPr lang="en-CA" dirty="0"/>
              <a:t>Residual and unexpected losses: cyber, pandemic, climate (emerging)</a:t>
            </a:r>
          </a:p>
          <a:p>
            <a:r>
              <a:rPr lang="en-CA" dirty="0"/>
              <a:t>Distinct from market and credit risk: non-financial origin, hard to model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normAutofit/>
          </a:bodyPr>
          <a:lstStyle/>
          <a:p>
            <a:pPr algn="ctr"/>
            <a:r>
              <a:rPr lang="en-CA" altLang="en-US" sz="3200" b="1" dirty="0">
                <a:latin typeface="Arial" panose="020B0604020202020204" pitchFamily="34" charset="0"/>
                <a:cs typeface="Arial" panose="020B0604020202020204" pitchFamily="34" charset="0"/>
              </a:rPr>
              <a:t>The Biggest Risk?</a:t>
            </a:r>
            <a:endParaRPr lang="en-US" altLang="en-US" sz="3200" b="1" dirty="0">
              <a:latin typeface="Arial" panose="020B0604020202020204" pitchFamily="34" charset="0"/>
              <a:cs typeface="Arial" panose="020B0604020202020204" pitchFamily="34" charset="0"/>
            </a:endParaRPr>
          </a:p>
        </p:txBody>
      </p:sp>
      <p:sp>
        <p:nvSpPr>
          <p:cNvPr id="20483" name="Content Placeholder 2"/>
          <p:cNvSpPr>
            <a:spLocks noGrp="1"/>
          </p:cNvSpPr>
          <p:nvPr>
            <p:ph idx="1"/>
          </p:nvPr>
        </p:nvSpPr>
        <p:spPr/>
        <p:txBody>
          <a:bodyPr/>
          <a:lstStyle/>
          <a:p>
            <a:r>
              <a:rPr lang="en-CA" altLang="en-US" dirty="0"/>
              <a:t>Operational risk is difficult to quantify but is now regarded as the biggest risk facing banks</a:t>
            </a:r>
          </a:p>
          <a:p>
            <a:r>
              <a:rPr lang="en-CA" altLang="en-US" dirty="0"/>
              <a:t>Cyber risk is a huge issue flor financial institutions</a:t>
            </a:r>
          </a:p>
          <a:p>
            <a:r>
              <a:rPr lang="en-CA" altLang="en-US" dirty="0"/>
              <a:t>Compliance risks can lead to huge losses (e.g. BNP Paribas’s $9 billion loss in 2014)</a:t>
            </a:r>
            <a:endParaRPr lang="en-US" altLang="en-US" dirty="0"/>
          </a:p>
        </p:txBody>
      </p:sp>
      <p:sp>
        <p:nvSpPr>
          <p:cNvPr id="2048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A2ED66F-8680-4EBE-8D10-67B8D585F09C}" type="slidenum">
              <a:rPr lang="en-US" altLang="en-US"/>
              <a:pPr/>
              <a:t>28</a:t>
            </a:fld>
            <a:endParaRPr lang="en-US"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a:xfrm>
            <a:off x="1847850" y="122238"/>
            <a:ext cx="7488238" cy="1003300"/>
          </a:xfrm>
        </p:spPr>
        <p:txBody>
          <a:bodyPr/>
          <a:lstStyle/>
          <a:p>
            <a:pPr algn="ctr" eaLnBrk="1" hangingPunct="1"/>
            <a:r>
              <a:rPr lang="en-US" altLang="en-US" sz="3200" b="1" dirty="0">
                <a:latin typeface="Calibri" panose="020F0502020204030204" pitchFamily="34" charset="0"/>
                <a:cs typeface="Calibri" panose="020F0502020204030204" pitchFamily="34" charset="0"/>
              </a:rPr>
              <a:t>Loss Severity vs Loss Frequency</a:t>
            </a:r>
            <a:endParaRPr lang="en-US" altLang="en-US" sz="2400" b="1" dirty="0">
              <a:latin typeface="Calibri" panose="020F0502020204030204" pitchFamily="34" charset="0"/>
              <a:cs typeface="Calibri" panose="020F0502020204030204" pitchFamily="34" charset="0"/>
            </a:endParaRPr>
          </a:p>
        </p:txBody>
      </p:sp>
      <p:sp>
        <p:nvSpPr>
          <p:cNvPr id="32772" name="Rectangle 3"/>
          <p:cNvSpPr>
            <a:spLocks noGrp="1" noChangeArrowheads="1"/>
          </p:cNvSpPr>
          <p:nvPr>
            <p:ph type="body" sz="half" idx="1"/>
          </p:nvPr>
        </p:nvSpPr>
        <p:spPr>
          <a:xfrm>
            <a:off x="1447800" y="1447800"/>
            <a:ext cx="8320088" cy="4683125"/>
          </a:xfrm>
        </p:spPr>
        <p:txBody>
          <a:bodyPr>
            <a:normAutofit/>
          </a:bodyPr>
          <a:lstStyle/>
          <a:p>
            <a:pPr eaLnBrk="1" hangingPunct="1">
              <a:lnSpc>
                <a:spcPct val="90000"/>
              </a:lnSpc>
            </a:pPr>
            <a:r>
              <a:rPr lang="en-US" altLang="en-US" sz="2200" dirty="0">
                <a:latin typeface="Arial" panose="020B0604020202020204" pitchFamily="34" charset="0"/>
                <a:cs typeface="Arial" panose="020B0604020202020204" pitchFamily="34" charset="0"/>
              </a:rPr>
              <a:t>Loss frequency should be estimated from the banks own data as far as possible.  One possibility is to assume a Poisson distribution so that we need only estimate an average loss frequency. Probability of</a:t>
            </a:r>
            <a:r>
              <a:rPr lang="en-US" altLang="en-US" sz="2200" i="1" dirty="0">
                <a:latin typeface="Arial" panose="020B0604020202020204" pitchFamily="34" charset="0"/>
                <a:cs typeface="Arial" panose="020B0604020202020204" pitchFamily="34" charset="0"/>
              </a:rPr>
              <a:t> n </a:t>
            </a:r>
            <a:r>
              <a:rPr lang="en-US" altLang="en-US" sz="2200" dirty="0">
                <a:latin typeface="Arial" panose="020B0604020202020204" pitchFamily="34" charset="0"/>
                <a:cs typeface="Arial" panose="020B0604020202020204" pitchFamily="34" charset="0"/>
              </a:rPr>
              <a:t>events in time </a:t>
            </a:r>
            <a:r>
              <a:rPr lang="en-US" altLang="en-US" sz="2200" i="1" dirty="0">
                <a:latin typeface="Arial" panose="020B0604020202020204" pitchFamily="34" charset="0"/>
                <a:cs typeface="Arial" panose="020B0604020202020204" pitchFamily="34" charset="0"/>
              </a:rPr>
              <a:t>T</a:t>
            </a:r>
            <a:r>
              <a:rPr lang="en-US" altLang="en-US" sz="2200" dirty="0">
                <a:latin typeface="Arial" panose="020B0604020202020204" pitchFamily="34" charset="0"/>
                <a:cs typeface="Arial" panose="020B0604020202020204" pitchFamily="34" charset="0"/>
              </a:rPr>
              <a:t> is then</a:t>
            </a:r>
          </a:p>
          <a:p>
            <a:pPr eaLnBrk="1" hangingPunct="1">
              <a:lnSpc>
                <a:spcPct val="90000"/>
              </a:lnSpc>
            </a:pPr>
            <a:endParaRPr lang="en-US" altLang="en-US" sz="2200" dirty="0">
              <a:latin typeface="Arial" panose="020B0604020202020204" pitchFamily="34" charset="0"/>
              <a:cs typeface="Arial" panose="020B0604020202020204" pitchFamily="34" charset="0"/>
            </a:endParaRPr>
          </a:p>
          <a:p>
            <a:pPr eaLnBrk="1" hangingPunct="1">
              <a:lnSpc>
                <a:spcPct val="90000"/>
              </a:lnSpc>
            </a:pPr>
            <a:endParaRPr lang="en-US" altLang="en-US" sz="2200" dirty="0">
              <a:latin typeface="Arial" panose="020B0604020202020204" pitchFamily="34" charset="0"/>
              <a:cs typeface="Arial" panose="020B0604020202020204" pitchFamily="34" charset="0"/>
            </a:endParaRPr>
          </a:p>
          <a:p>
            <a:pPr eaLnBrk="1" hangingPunct="1">
              <a:lnSpc>
                <a:spcPct val="90000"/>
              </a:lnSpc>
            </a:pPr>
            <a:endParaRPr lang="en-US" altLang="en-US" sz="2200" dirty="0">
              <a:latin typeface="Arial" panose="020B0604020202020204" pitchFamily="34" charset="0"/>
              <a:cs typeface="Arial" panose="020B0604020202020204" pitchFamily="34" charset="0"/>
            </a:endParaRPr>
          </a:p>
          <a:p>
            <a:pPr eaLnBrk="1" hangingPunct="1">
              <a:lnSpc>
                <a:spcPct val="90000"/>
              </a:lnSpc>
            </a:pPr>
            <a:r>
              <a:rPr lang="en-US" altLang="en-US" sz="2200" dirty="0">
                <a:latin typeface="Arial" panose="020B0604020202020204" pitchFamily="34" charset="0"/>
                <a:cs typeface="Arial" panose="020B0604020202020204" pitchFamily="34" charset="0"/>
              </a:rPr>
              <a:t>Loss severity can be based on internal and external historical data. One possibility is to assume a lognormal distribution so that we need only estimate the mean and SD of losses.</a:t>
            </a:r>
          </a:p>
        </p:txBody>
      </p:sp>
      <p:graphicFrame>
        <p:nvGraphicFramePr>
          <p:cNvPr id="32773" name="Object 4"/>
          <p:cNvGraphicFramePr>
            <a:graphicFrameLocks noGrp="1" noChangeAspect="1"/>
          </p:cNvGraphicFramePr>
          <p:nvPr>
            <p:ph sz="half" idx="2"/>
            <p:extLst>
              <p:ext uri="{D42A27DB-BD31-4B8C-83A1-F6EECF244321}">
                <p14:modId xmlns:p14="http://schemas.microsoft.com/office/powerpoint/2010/main" val="4045603382"/>
              </p:ext>
            </p:extLst>
          </p:nvPr>
        </p:nvGraphicFramePr>
        <p:xfrm>
          <a:off x="4452939" y="2819400"/>
          <a:ext cx="1643061" cy="967410"/>
        </p:xfrm>
        <a:graphic>
          <a:graphicData uri="http://schemas.openxmlformats.org/presentationml/2006/ole">
            <mc:AlternateContent xmlns:mc="http://schemas.openxmlformats.org/markup-compatibility/2006">
              <mc:Choice xmlns:v="urn:schemas-microsoft-com:vml" Requires="v">
                <p:oleObj name="Equation" r:id="rId3" imgW="710891" imgH="418918" progId="Equation.3">
                  <p:embed/>
                </p:oleObj>
              </mc:Choice>
              <mc:Fallback>
                <p:oleObj name="Equation" r:id="rId3" imgW="710891" imgH="418918" progId="Equation.3">
                  <p:embed/>
                  <p:pic>
                    <p:nvPicPr>
                      <p:cNvPr id="3277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2939" y="2819400"/>
                        <a:ext cx="1643061" cy="967410"/>
                      </a:xfrm>
                      <a:prstGeom prst="rect">
                        <a:avLst/>
                      </a:prstGeom>
                      <a:noFill/>
                      <a:ln>
                        <a:noFill/>
                      </a:ln>
                      <a:effectLst/>
                    </p:spPr>
                  </p:pic>
                </p:oleObj>
              </mc:Fallback>
            </mc:AlternateContent>
          </a:graphicData>
        </a:graphic>
      </p:graphicFrame>
      <p:sp>
        <p:nvSpPr>
          <p:cNvPr id="32774"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695F731-9713-42AF-90F3-920B98253D7B}" type="slidenum">
              <a:rPr lang="en-US" altLang="en-US" sz="1800"/>
              <a:pPr>
                <a:spcBef>
                  <a:spcPct val="0"/>
                </a:spcBef>
                <a:buClrTx/>
                <a:buSzTx/>
                <a:buFontTx/>
                <a:buNone/>
              </a:pPr>
              <a:t>29</a:t>
            </a:fld>
            <a:endParaRPr lang="en-US" altLang="en-US" sz="18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normAutofit/>
          </a:bodyPr>
          <a:lstStyle/>
          <a:p>
            <a:pPr algn="ctr" eaLnBrk="1" hangingPunct="1"/>
            <a:r>
              <a:rPr lang="en-CA" altLang="en-US" sz="3200" b="1" dirty="0">
                <a:latin typeface="Calibri" panose="020F0502020204030204" pitchFamily="34" charset="0"/>
                <a:cs typeface="Calibri" panose="020F0502020204030204" pitchFamily="34" charset="0"/>
              </a:rPr>
              <a:t>Using Monte-Carlo to combine the Distributions</a:t>
            </a:r>
            <a:endParaRPr lang="en-US" altLang="en-US" sz="3200" b="1" dirty="0">
              <a:latin typeface="Calibri" panose="020F0502020204030204" pitchFamily="34" charset="0"/>
              <a:cs typeface="Calibri" panose="020F0502020204030204" pitchFamily="34" charset="0"/>
            </a:endParaRPr>
          </a:p>
        </p:txBody>
      </p:sp>
      <p:sp>
        <p:nvSpPr>
          <p:cNvPr id="3482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4FA438D-4134-4250-845C-02EED8EC6915}" type="slidenum">
              <a:rPr lang="en-US" altLang="en-US" sz="1800"/>
              <a:pPr>
                <a:spcBef>
                  <a:spcPct val="0"/>
                </a:spcBef>
                <a:buClrTx/>
                <a:buSzTx/>
                <a:buFontTx/>
                <a:buNone/>
              </a:pPr>
              <a:t>30</a:t>
            </a:fld>
            <a:endParaRPr lang="en-US" altLang="en-US" sz="1800"/>
          </a:p>
        </p:txBody>
      </p:sp>
      <p:pic>
        <p:nvPicPr>
          <p:cNvPr id="3482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2626" y="1643062"/>
            <a:ext cx="8128868" cy="4713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Worked Example: One Simulated Year of Op Losses</a:t>
            </a:r>
            <a:endParaRPr b="1" dirty="0">
              <a:latin typeface="Arial" panose="020B0604020202020204" pitchFamily="34" charset="0"/>
              <a:cs typeface="Arial" panose="020B0604020202020204" pitchFamily="34" charset="0"/>
            </a:endParaRPr>
          </a:p>
        </p:txBody>
      </p:sp>
      <p:sp>
        <p:nvSpPr>
          <p:cNvPr id="7028" name="Content Placeholder"/>
          <p:cNvSpPr>
            <a:spLocks noGrp="1"/>
          </p:cNvSpPr>
          <p:nvPr>
            <p:ph sz="half" idx="2"/>
          </p:nvPr>
        </p:nvSpPr>
        <p:spPr/>
        <p:txBody>
          <a:bodyPr wrap="square">
            <a:normAutofit/>
          </a:bodyPr>
          <a:lstStyle/>
          <a:p>
            <a:pPr marL="0" indent="0">
              <a:buNone/>
              <a:defRPr sz="1800"/>
            </a:pPr>
            <a:r>
              <a:rPr lang="en-CA" sz="1800" b="1" dirty="0"/>
              <a:t>Model: frequency Poisson(lambda = 3), severity Lognormal(mu = 14, sigma = 1.2)</a:t>
            </a:r>
          </a:p>
          <a:p>
            <a:pPr marL="0" indent="0">
              <a:buNone/>
              <a:defRPr sz="1800"/>
            </a:pPr>
            <a:r>
              <a:rPr lang="en-CA" sz="1800" b="0" dirty="0"/>
              <a:t>Single-loss median = e^14 = $1.20M; mean = e^(14 + 0.5 x 1.2^2) = $2.47M</a:t>
            </a:r>
          </a:p>
          <a:p>
            <a:pPr marL="0" indent="0">
              <a:buNone/>
              <a:defRPr sz="1800"/>
            </a:pPr>
            <a:r>
              <a:rPr lang="en-CA" sz="1800" b="1" dirty="0"/>
              <a:t>Simulate one year</a:t>
            </a:r>
          </a:p>
          <a:p>
            <a:pPr marL="0" indent="0">
              <a:buNone/>
              <a:defRPr sz="1800"/>
            </a:pPr>
            <a:r>
              <a:rPr lang="en-CA" sz="1800" b="0" dirty="0"/>
              <a:t>Draw N from Poisson(3)  -&gt;  suppose N = 4 events this year</a:t>
            </a:r>
          </a:p>
          <a:p>
            <a:pPr marL="0" indent="0">
              <a:buNone/>
              <a:defRPr sz="1800"/>
            </a:pPr>
            <a:r>
              <a:rPr lang="en-CA" sz="1800" b="0" dirty="0"/>
              <a:t>Draw 4 severities: $0.8M, $1.5M, $0.6M, $9.0M</a:t>
            </a:r>
          </a:p>
          <a:p>
            <a:pPr marL="0" indent="0">
              <a:buNone/>
              <a:defRPr sz="1800"/>
            </a:pPr>
            <a:r>
              <a:rPr lang="en-CA" sz="1800" b="0" dirty="0"/>
              <a:t>Aggregate annual loss S = 0.8 + 1.5 + 0.6 + 9.0 = $11.9M</a:t>
            </a:r>
          </a:p>
          <a:p>
            <a:pPr marL="0" indent="0">
              <a:buNone/>
              <a:defRPr sz="1800"/>
            </a:pPr>
            <a:r>
              <a:rPr lang="en-CA" sz="1800" b="1" dirty="0"/>
              <a:t>One draw is not the answer</a:t>
            </a:r>
          </a:p>
          <a:p>
            <a:pPr marL="0" indent="0">
              <a:buNone/>
              <a:defRPr sz="1800"/>
            </a:pPr>
            <a:r>
              <a:rPr lang="en-CA" sz="1800" b="0" dirty="0"/>
              <a:t>Repeat 100,000 times to build the distribution of S</a:t>
            </a:r>
          </a:p>
          <a:p>
            <a:pPr marL="0" indent="0">
              <a:buNone/>
              <a:defRPr sz="1800"/>
            </a:pPr>
            <a:r>
              <a:rPr lang="en-CA" sz="1800" b="0" dirty="0"/>
              <a:t>Expected S = lambda x mean severity = 3 x 2.47M = $7.4M</a:t>
            </a:r>
          </a:p>
          <a:p>
            <a:pPr marL="0" indent="0">
              <a:buNone/>
              <a:defRPr sz="1800"/>
            </a:pPr>
            <a:r>
              <a:rPr lang="en-CA" sz="1800" b="1" dirty="0"/>
              <a:t>Takeaway</a:t>
            </a:r>
          </a:p>
          <a:p>
            <a:pPr marL="0" indent="0">
              <a:buNone/>
              <a:defRPr sz="1800"/>
            </a:pPr>
            <a:r>
              <a:rPr lang="en-CA" sz="1800" b="0" dirty="0"/>
              <a:t>The $9.0M tail event dominated this year; capital is about rare tail years, not the average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Worked Example: OpVaR from Simulated Years</a:t>
            </a:r>
            <a:endParaRPr b="1" dirty="0">
              <a:latin typeface="Arial" panose="020B0604020202020204" pitchFamily="34" charset="0"/>
              <a:cs typeface="Arial" panose="020B0604020202020204" pitchFamily="34" charset="0"/>
            </a:endParaRPr>
          </a:p>
        </p:txBody>
      </p:sp>
      <p:sp>
        <p:nvSpPr>
          <p:cNvPr id="7028" name="Content Placeholder"/>
          <p:cNvSpPr>
            <a:spLocks noGrp="1"/>
          </p:cNvSpPr>
          <p:nvPr>
            <p:ph sz="half" idx="2"/>
          </p:nvPr>
        </p:nvSpPr>
        <p:spPr>
          <a:xfrm>
            <a:off x="762000" y="1535723"/>
            <a:ext cx="11006897" cy="4501661"/>
          </a:xfrm>
        </p:spPr>
        <p:txBody>
          <a:bodyPr wrap="square">
            <a:noAutofit/>
          </a:bodyPr>
          <a:lstStyle/>
          <a:p>
            <a:pPr marL="0" indent="0">
              <a:buNone/>
              <a:defRPr sz="1800"/>
            </a:pPr>
            <a:r>
              <a:rPr lang="en-CA" sz="2200" b="1" dirty="0"/>
              <a:t>Ten simulated annual losses ($M), sorted</a:t>
            </a:r>
          </a:p>
          <a:p>
            <a:pPr marL="0" indent="0">
              <a:buNone/>
              <a:defRPr sz="1800"/>
            </a:pPr>
            <a:r>
              <a:rPr lang="en-CA" sz="2200" b="0" dirty="0"/>
              <a:t>2, 3, 4, 5, 6, 7, 9, 12, 18, 40</a:t>
            </a:r>
          </a:p>
          <a:p>
            <a:pPr marL="0" indent="0">
              <a:buNone/>
              <a:defRPr sz="1800"/>
            </a:pPr>
            <a:r>
              <a:rPr lang="en-CA" sz="2200" b="1" dirty="0"/>
              <a:t>Read the distribution</a:t>
            </a:r>
          </a:p>
          <a:p>
            <a:pPr marL="0" indent="0">
              <a:buNone/>
              <a:defRPr sz="1800"/>
            </a:pPr>
            <a:r>
              <a:rPr lang="en-CA" sz="2200" b="0" dirty="0"/>
              <a:t>Expected loss (mean) = 106 / 10 = $10.6M</a:t>
            </a:r>
          </a:p>
          <a:p>
            <a:pPr marL="0" indent="0">
              <a:buNone/>
              <a:defRPr sz="1800"/>
            </a:pPr>
            <a:r>
              <a:rPr lang="en-CA" sz="2200" b="0" dirty="0"/>
              <a:t>90% VaR = the 90th percentile = about $18M</a:t>
            </a:r>
          </a:p>
          <a:p>
            <a:pPr marL="0" indent="0">
              <a:buNone/>
              <a:defRPr sz="1800"/>
            </a:pPr>
            <a:r>
              <a:rPr lang="en-CA" sz="2200" b="0" dirty="0"/>
              <a:t>Expected Shortfall(90%) = average of losses beyond $18M = $40M (one exceedance here)</a:t>
            </a:r>
          </a:p>
          <a:p>
            <a:pPr marL="0" indent="0">
              <a:buNone/>
              <a:defRPr sz="1800"/>
            </a:pPr>
            <a:r>
              <a:rPr lang="en-CA" sz="2200" b="1" dirty="0"/>
              <a:t>Why real runs use 100,000-plus simulated observations</a:t>
            </a:r>
          </a:p>
          <a:p>
            <a:pPr marL="0" indent="0">
              <a:buNone/>
              <a:defRPr sz="1800"/>
            </a:pPr>
            <a:r>
              <a:rPr lang="en-CA" sz="2200" b="0" dirty="0"/>
              <a:t>The 99.9% point is 1 year in 1,000; you cannot see it in 10 or even 1,000 draws</a:t>
            </a:r>
          </a:p>
          <a:p>
            <a:pPr marL="0" indent="0">
              <a:buNone/>
              <a:defRPr sz="1800"/>
            </a:pPr>
            <a:r>
              <a:rPr lang="en-CA" sz="2200" b="0" dirty="0"/>
              <a:t>A single extra tail draw can move the estimate sharply</a:t>
            </a:r>
          </a:p>
          <a:p>
            <a:pPr marL="0" indent="0">
              <a:buNone/>
              <a:defRPr sz="1800"/>
            </a:pPr>
            <a:r>
              <a:rPr lang="en-CA" sz="2200" b="1" dirty="0"/>
              <a:t>Takeaway</a:t>
            </a:r>
          </a:p>
          <a:p>
            <a:pPr marL="0" indent="0">
              <a:buNone/>
              <a:defRPr sz="1800"/>
            </a:pPr>
            <a:r>
              <a:rPr lang="en-CA" sz="2200" b="0" dirty="0"/>
              <a:t>The tail quantile is where the capital sits, and it is the hardest part to estimate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3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Operational Risk - Case Studies</a:t>
            </a:r>
            <a:endParaRPr b="1" dirty="0">
              <a:latin typeface="Arial" panose="020B0604020202020204" pitchFamily="34" charset="0"/>
              <a:cs typeface="Arial" panose="020B0604020202020204" pitchFamily="34" charset="0"/>
            </a:endParaRPr>
          </a:p>
        </p:txBody>
      </p:sp>
      <p:sp>
        <p:nvSpPr>
          <p:cNvPr id="7034" name="Content Placeholder"/>
          <p:cNvSpPr>
            <a:spLocks noGrp="1"/>
          </p:cNvSpPr>
          <p:nvPr>
            <p:ph sz="half" idx="2"/>
          </p:nvPr>
        </p:nvSpPr>
        <p:spPr>
          <a:xfrm>
            <a:off x="617603" y="1295400"/>
            <a:ext cx="11345797" cy="4501661"/>
          </a:xfrm>
        </p:spPr>
        <p:txBody>
          <a:bodyPr wrap="square">
            <a:noAutofit/>
          </a:bodyPr>
          <a:lstStyle/>
          <a:p>
            <a:pPr marL="0" indent="0">
              <a:buNone/>
            </a:pPr>
            <a:r>
              <a:rPr lang="en-CA" sz="2200" b="1" dirty="0">
                <a:hlinkClick r:id="rId3"/>
              </a:rPr>
              <a:t>Barings Bank (1995) - Rogue Trading</a:t>
            </a:r>
            <a:endParaRPr lang="en-CA" sz="2200" b="1" dirty="0"/>
          </a:p>
          <a:p>
            <a:r>
              <a:rPr lang="en-CA" sz="2200" dirty="0"/>
              <a:t>Nick Leeson: unauthorised derivatives trades in Singapore</a:t>
            </a:r>
          </a:p>
          <a:p>
            <a:r>
              <a:rPr lang="en-CA" sz="2200" dirty="0"/>
              <a:t>Loss: about 830M GBP (about 1.3B USD), wiped out the entire bank</a:t>
            </a:r>
          </a:p>
          <a:p>
            <a:r>
              <a:rPr lang="en-CA" sz="2200" dirty="0"/>
              <a:t>Category: Internal Fraud / Execution and Process Management</a:t>
            </a:r>
          </a:p>
          <a:p>
            <a:r>
              <a:rPr lang="en-CA" sz="2200" dirty="0"/>
              <a:t>Control failure: Leeson ran both trading desk and back office</a:t>
            </a:r>
          </a:p>
          <a:p>
            <a:r>
              <a:rPr lang="en-CA" sz="2200" dirty="0"/>
              <a:t>Lesson: segregation of duties is not optional</a:t>
            </a:r>
          </a:p>
          <a:p>
            <a:pPr marL="0" indent="0">
              <a:buNone/>
            </a:pPr>
            <a:r>
              <a:rPr lang="en-CA" sz="2200" b="1" dirty="0">
                <a:hlinkClick r:id="rId4"/>
              </a:rPr>
              <a:t>Societe Generale / Kerviel (2008) - Rogue Trading</a:t>
            </a:r>
            <a:endParaRPr lang="en-CA" sz="2200" b="1" dirty="0"/>
          </a:p>
          <a:p>
            <a:r>
              <a:rPr lang="en-CA" sz="2200" dirty="0"/>
              <a:t>Jerome Kerviel: 49.9B EUR notional in hidden equity futures</a:t>
            </a:r>
          </a:p>
          <a:p>
            <a:r>
              <a:rPr lang="en-CA" sz="2200" dirty="0"/>
              <a:t>Loss: 4.9B EUR when positions unwound, market impact included</a:t>
            </a:r>
          </a:p>
          <a:p>
            <a:r>
              <a:rPr lang="en-CA" sz="2200" dirty="0"/>
              <a:t>Category: Internal Fraud</a:t>
            </a:r>
          </a:p>
          <a:p>
            <a:r>
              <a:rPr lang="en-CA" sz="2200" dirty="0"/>
              <a:t>Control failure: risk limits exceeded; alerts suppressed</a:t>
            </a:r>
          </a:p>
          <a:p>
            <a:r>
              <a:rPr lang="en-CA" sz="2200" dirty="0"/>
              <a:t>Lesson: large position limits require real-time monitoring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552D2-DE0F-A61F-E808-03EEBD683B1D}"/>
            </a:ext>
          </a:extLst>
        </p:cNvPr>
        <p:cNvGrpSpPr/>
        <p:nvPr/>
      </p:nvGrpSpPr>
      <p:grpSpPr>
        <a:xfrm>
          <a:off x="0" y="0"/>
          <a:ext cx="0" cy="0"/>
          <a:chOff x="0" y="0"/>
          <a:chExt cx="0" cy="0"/>
        </a:xfrm>
      </p:grpSpPr>
      <p:sp>
        <p:nvSpPr>
          <p:cNvPr id="7033" name="Title">
            <a:extLst>
              <a:ext uri="{FF2B5EF4-FFF2-40B4-BE49-F238E27FC236}">
                <a16:creationId xmlns:a16="http://schemas.microsoft.com/office/drawing/2014/main" id="{C5841FFD-D304-8DB0-AE80-50DAEE7AD16F}"/>
              </a:ext>
            </a:extLst>
          </p:cNvPr>
          <p:cNvSpPr>
            <a:spLocks noGrp="1"/>
          </p:cNvSpPr>
          <p:nvPr>
            <p:ph type="title"/>
          </p:nvPr>
        </p:nvSpPr>
        <p:spPr/>
        <p:txBody>
          <a:bodyPr/>
          <a:lstStyle/>
          <a:p>
            <a:r>
              <a:rPr lang="en-CA" b="1" dirty="0">
                <a:latin typeface="Arial" panose="020B0604020202020204" pitchFamily="34" charset="0"/>
                <a:cs typeface="Arial" panose="020B0604020202020204" pitchFamily="34" charset="0"/>
              </a:rPr>
              <a:t>Operational Risk - Case Studies II</a:t>
            </a:r>
            <a:endParaRPr b="1" dirty="0">
              <a:latin typeface="Arial" panose="020B0604020202020204" pitchFamily="34" charset="0"/>
              <a:cs typeface="Arial" panose="020B0604020202020204" pitchFamily="34" charset="0"/>
            </a:endParaRPr>
          </a:p>
        </p:txBody>
      </p:sp>
      <p:sp>
        <p:nvSpPr>
          <p:cNvPr id="7034" name="Content Placeholder">
            <a:extLst>
              <a:ext uri="{FF2B5EF4-FFF2-40B4-BE49-F238E27FC236}">
                <a16:creationId xmlns:a16="http://schemas.microsoft.com/office/drawing/2014/main" id="{27812C76-D757-3D88-C00D-7D9B7F8FC785}"/>
              </a:ext>
            </a:extLst>
          </p:cNvPr>
          <p:cNvSpPr>
            <a:spLocks noGrp="1"/>
          </p:cNvSpPr>
          <p:nvPr>
            <p:ph sz="half" idx="2"/>
          </p:nvPr>
        </p:nvSpPr>
        <p:spPr/>
        <p:txBody>
          <a:bodyPr wrap="square">
            <a:noAutofit/>
          </a:bodyPr>
          <a:lstStyle/>
          <a:p>
            <a:pPr marL="0" indent="0">
              <a:buNone/>
            </a:pPr>
            <a:r>
              <a:rPr lang="en-CA" sz="2200" b="1" dirty="0">
                <a:hlinkClick r:id="rId3"/>
              </a:rPr>
              <a:t>JPM London Whale (2012) - Model Risk</a:t>
            </a:r>
            <a:endParaRPr lang="en-CA" sz="2200" b="1" dirty="0"/>
          </a:p>
          <a:p>
            <a:r>
              <a:rPr lang="en-CA" sz="2200" dirty="0"/>
              <a:t>Bruno Iksil: complex credit derivatives (CDS indices)</a:t>
            </a:r>
          </a:p>
          <a:p>
            <a:r>
              <a:rPr lang="en-CA" sz="2200" dirty="0"/>
              <a:t>Loss: about 6.2B USD; initially modelled as near-zero VaR</a:t>
            </a:r>
          </a:p>
          <a:p>
            <a:r>
              <a:rPr lang="en-CA" sz="2200" dirty="0"/>
              <a:t>Category: Clients, Products and Business Practices</a:t>
            </a:r>
          </a:p>
          <a:p>
            <a:r>
              <a:rPr lang="en-CA" sz="2200" dirty="0"/>
              <a:t>Control failure: VaR model changed mid-crisis; Excel error</a:t>
            </a:r>
          </a:p>
          <a:p>
            <a:r>
              <a:rPr lang="en-CA" sz="2200" dirty="0"/>
              <a:t>Lesson: model risk equals operational risk; independent validation</a:t>
            </a:r>
          </a:p>
          <a:p>
            <a:pPr marL="0" indent="0">
              <a:buNone/>
            </a:pPr>
            <a:r>
              <a:rPr lang="en-CA" sz="2200" b="1" dirty="0">
                <a:hlinkClick r:id="rId4"/>
              </a:rPr>
              <a:t>SVB (2023) - Funding Liquidity / Op Risk</a:t>
            </a:r>
            <a:endParaRPr lang="en-CA" sz="2200" b="1" dirty="0"/>
          </a:p>
          <a:p>
            <a:r>
              <a:rPr lang="en-CA" sz="2200" dirty="0"/>
              <a:t>Silicon Valley Bank: concentrated held-to-maturity bond portfolio</a:t>
            </a:r>
          </a:p>
          <a:p>
            <a:r>
              <a:rPr lang="en-CA" sz="2200" dirty="0"/>
              <a:t>Rising rates gave unrealised losses of about 17B USD (not in VaR)</a:t>
            </a:r>
          </a:p>
          <a:p>
            <a:r>
              <a:rPr lang="en-CA" sz="2200" dirty="0"/>
              <a:t>Loss: 20B USD-plus writedown; 42B USD run in a single day via app</a:t>
            </a:r>
          </a:p>
          <a:p>
            <a:r>
              <a:rPr lang="en-CA" sz="2200" dirty="0"/>
              <a:t>Category: Execution and Process Management; Business Disruption</a:t>
            </a:r>
          </a:p>
          <a:p>
            <a:r>
              <a:rPr lang="en-CA" sz="2200" dirty="0"/>
              <a:t>Lesson: AOCI exclusion from capital was a regulatory gap</a:t>
            </a:r>
          </a:p>
        </p:txBody>
      </p:sp>
    </p:spTree>
    <p:extLst>
      <p:ext uri="{BB962C8B-B14F-4D97-AF65-F5344CB8AC3E}">
        <p14:creationId xmlns:p14="http://schemas.microsoft.com/office/powerpoint/2010/main" val="2170906968"/>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2545</TotalTime>
  <Words>3779</Words>
  <Application>Microsoft Macintosh PowerPoint</Application>
  <PresentationFormat>Widescreen</PresentationFormat>
  <Paragraphs>298</Paragraphs>
  <Slides>34</Slides>
  <Notes>32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42" baseType="lpstr">
      <vt:lpstr>Arial</vt:lpstr>
      <vt:lpstr>Calibri</vt:lpstr>
      <vt:lpstr>Calibri Light</vt:lpstr>
      <vt:lpstr>Symbol</vt:lpstr>
      <vt:lpstr>Times New Roman</vt:lpstr>
      <vt:lpstr>Wingdings</vt:lpstr>
      <vt:lpstr>Office 2013 - 2022 Theme</vt:lpstr>
      <vt:lpstr>Equation</vt:lpstr>
      <vt:lpstr>FINANCIAL RISK MANAGEMENT AND ENGINEERING  Session 7: Liquidity Risk &amp; Operational Risk</vt:lpstr>
      <vt:lpstr>Learning Objectives</vt:lpstr>
      <vt:lpstr>Block 1: Liquidity Risk</vt:lpstr>
      <vt:lpstr>Market Liquidity vs Funding Liquidity</vt:lpstr>
      <vt:lpstr>Worked Example: Market vs Funding Liquidity</vt:lpstr>
      <vt:lpstr>Bid-Offer Spread As a Function of Quantity</vt:lpstr>
      <vt:lpstr>Bid-Offer Spread</vt:lpstr>
      <vt:lpstr>Cost of Liquidation in Stressed Markets</vt:lpstr>
      <vt:lpstr>Liquidity-Adjusted VaR</vt:lpstr>
      <vt:lpstr>Worked Example: Liquidity-Adjusted VaR</vt:lpstr>
      <vt:lpstr>Unwinding a Position Optimally</vt:lpstr>
      <vt:lpstr>Unwinding a Position Example</vt:lpstr>
      <vt:lpstr>Worked Example: Days-to-Liquidate</vt:lpstr>
      <vt:lpstr>Other Measures of Trading Liquidity</vt:lpstr>
      <vt:lpstr>Amihud Illiquidity Ratio</vt:lpstr>
      <vt:lpstr>Worked Example: Amihud Illiquidity Ratio</vt:lpstr>
      <vt:lpstr>Liquidity Funding Risk</vt:lpstr>
      <vt:lpstr>Regulation</vt:lpstr>
      <vt:lpstr>Regulatory Liquidity Standards - LCR and NSFR</vt:lpstr>
      <vt:lpstr>Worked Example: LCR and NSFR</vt:lpstr>
      <vt:lpstr>Case Study: Northern Rock (2007)</vt:lpstr>
      <vt:lpstr>Liquidity Black Holes and Feedback Trading</vt:lpstr>
      <vt:lpstr>The Leveraging Cycle</vt:lpstr>
      <vt:lpstr>The Deleveraging Cycle</vt:lpstr>
      <vt:lpstr>Is Liquidity Improving?</vt:lpstr>
      <vt:lpstr>Block 2: Operational Risk</vt:lpstr>
      <vt:lpstr>What Is Operational Risk?</vt:lpstr>
      <vt:lpstr>The Biggest Risk?</vt:lpstr>
      <vt:lpstr>Loss Severity vs Loss Frequency</vt:lpstr>
      <vt:lpstr>Using Monte-Carlo to combine the Distributions</vt:lpstr>
      <vt:lpstr>Worked Example: One Simulated Year of Op Losses</vt:lpstr>
      <vt:lpstr>Worked Example: OpVaR from Simulated Years</vt:lpstr>
      <vt:lpstr>Operational Risk - Case Studies</vt:lpstr>
      <vt:lpstr>Operational Risk - Case Studies II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Hull RMFI 6e - Chapters 1-4</dc:title>
  <dc:subject>Options, Futures, and Other Derivatives, 11e</dc:subject>
  <dc:creator/>
  <cp:keywords>Chapter1</cp:keywords>
  <dc:description>Copyright 2021 by John C. Hull. All Rights Reserved. Published 2021</dc:description>
  <cp:lastModifiedBy>Yuriy Zabolotnyuk</cp:lastModifiedBy>
  <cp:revision>115</cp:revision>
  <dcterms:created xsi:type="dcterms:W3CDTF">2008-05-28T22:27:59Z</dcterms:created>
  <dcterms:modified xsi:type="dcterms:W3CDTF">2026-07-14T20:19:41Z</dcterms:modified>
</cp:coreProperties>
</file>